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59"/>
  </p:notesMasterIdLst>
  <p:sldIdLst>
    <p:sldId id="256" r:id="rId2"/>
    <p:sldId id="257" r:id="rId3"/>
    <p:sldId id="260" r:id="rId4"/>
    <p:sldId id="261" r:id="rId5"/>
    <p:sldId id="262" r:id="rId6"/>
    <p:sldId id="291" r:id="rId7"/>
    <p:sldId id="294" r:id="rId8"/>
    <p:sldId id="293" r:id="rId9"/>
    <p:sldId id="292" r:id="rId10"/>
    <p:sldId id="263" r:id="rId11"/>
    <p:sldId id="295" r:id="rId12"/>
    <p:sldId id="296" r:id="rId13"/>
    <p:sldId id="297" r:id="rId14"/>
    <p:sldId id="298" r:id="rId15"/>
    <p:sldId id="300" r:id="rId16"/>
    <p:sldId id="301" r:id="rId17"/>
    <p:sldId id="299" r:id="rId18"/>
    <p:sldId id="302" r:id="rId19"/>
    <p:sldId id="311" r:id="rId20"/>
    <p:sldId id="303" r:id="rId21"/>
    <p:sldId id="304" r:id="rId22"/>
    <p:sldId id="310" r:id="rId23"/>
    <p:sldId id="305" r:id="rId24"/>
    <p:sldId id="306" r:id="rId25"/>
    <p:sldId id="307" r:id="rId26"/>
    <p:sldId id="308" r:id="rId27"/>
    <p:sldId id="312" r:id="rId28"/>
    <p:sldId id="313" r:id="rId29"/>
    <p:sldId id="314" r:id="rId30"/>
    <p:sldId id="319" r:id="rId31"/>
    <p:sldId id="315" r:id="rId32"/>
    <p:sldId id="320" r:id="rId33"/>
    <p:sldId id="316" r:id="rId34"/>
    <p:sldId id="321" r:id="rId35"/>
    <p:sldId id="322" r:id="rId36"/>
    <p:sldId id="324" r:id="rId37"/>
    <p:sldId id="323" r:id="rId38"/>
    <p:sldId id="317" r:id="rId39"/>
    <p:sldId id="325" r:id="rId40"/>
    <p:sldId id="326" r:id="rId41"/>
    <p:sldId id="333" r:id="rId42"/>
    <p:sldId id="332" r:id="rId43"/>
    <p:sldId id="327" r:id="rId44"/>
    <p:sldId id="328" r:id="rId45"/>
    <p:sldId id="329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60"/>
      <p:bold r:id="rId61"/>
      <p:italic r:id="rId62"/>
      <p:boldItalic r:id="rId63"/>
    </p:embeddedFont>
    <p:embeddedFont>
      <p:font typeface="Poppins ExtraBold" panose="00000900000000000000" pitchFamily="2" charset="0"/>
      <p:bold r:id="rId64"/>
      <p:boldItalic r:id="rId65"/>
    </p:embeddedFont>
    <p:embeddedFont>
      <p:font typeface="Poppins Medium" panose="00000600000000000000" pitchFamily="2" charset="0"/>
      <p:regular r:id="rId66"/>
      <p:bold r:id="rId67"/>
      <p:italic r:id="rId68"/>
      <p:boldItalic r:id="rId69"/>
    </p:embeddedFont>
    <p:embeddedFont>
      <p:font typeface="Poppins SemiBold" panose="00000700000000000000" pitchFamily="2" charset="0"/>
      <p:regular r:id="rId70"/>
      <p:bold r:id="rId71"/>
      <p:italic r:id="rId72"/>
      <p:boldItalic r:id="rId73"/>
    </p:embeddedFont>
    <p:embeddedFont>
      <p:font typeface="Roboto Condensed Light" panose="02000000000000000000" pitchFamily="2" charset="0"/>
      <p:regular r:id="rId74"/>
      <p: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3BA6CE-310E-4898-BC40-34C3C846C20A}">
  <a:tblStyle styleId="{A73BA6CE-310E-4898-BC40-34C3C846C2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D7C867-CC98-4C8C-85F7-1EDCE08EE9D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7.fntdata"/><Relationship Id="rId74" Type="http://schemas.openxmlformats.org/officeDocument/2006/relationships/font" Target="fonts/font15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75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1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ad7caeb9cf_0_7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ad7caeb9cf_0_7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ad79ed1032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ad79ed1032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ace8169b2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ace8169b2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ace8169b2c_1_8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ace8169b2c_1_8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ace8169b2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ace8169b2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2639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ace8169b2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ace8169b2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826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165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338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415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066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23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ace8169b2c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ace8169b2c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17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ace8169b2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ace8169b2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576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ace8169b2c_1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ace8169b2c_1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140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485500" y="-58750"/>
            <a:ext cx="665861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753150" y="782050"/>
            <a:ext cx="3761100" cy="22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8D00"/>
              </a:buClr>
              <a:buSzPts val="50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86225" y="3080875"/>
            <a:ext cx="24279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accent6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28812" y="-96"/>
            <a:ext cx="9201623" cy="5143690"/>
            <a:chOff x="234900" y="858250"/>
            <a:chExt cx="7138575" cy="3990450"/>
          </a:xfrm>
        </p:grpSpPr>
        <p:sp>
          <p:nvSpPr>
            <p:cNvPr id="14" name="Google Shape;14;p2"/>
            <p:cNvSpPr/>
            <p:nvPr/>
          </p:nvSpPr>
          <p:spPr>
            <a:xfrm>
              <a:off x="5679650" y="3937000"/>
              <a:ext cx="336950" cy="205775"/>
            </a:xfrm>
            <a:custGeom>
              <a:avLst/>
              <a:gdLst/>
              <a:ahLst/>
              <a:cxnLst/>
              <a:rect l="l" t="t" r="r" b="b"/>
              <a:pathLst>
                <a:path w="13478" h="8231" extrusionOk="0">
                  <a:moveTo>
                    <a:pt x="7782" y="418"/>
                  </a:moveTo>
                  <a:cubicBezTo>
                    <a:pt x="9514" y="418"/>
                    <a:pt x="10942" y="1829"/>
                    <a:pt x="10942" y="3578"/>
                  </a:cubicBezTo>
                  <a:cubicBezTo>
                    <a:pt x="10942" y="3674"/>
                    <a:pt x="11022" y="3771"/>
                    <a:pt x="11135" y="3771"/>
                  </a:cubicBezTo>
                  <a:cubicBezTo>
                    <a:pt x="12242" y="3819"/>
                    <a:pt x="13076" y="4717"/>
                    <a:pt x="13076" y="5824"/>
                  </a:cubicBezTo>
                  <a:cubicBezTo>
                    <a:pt x="13076" y="6947"/>
                    <a:pt x="12162" y="7862"/>
                    <a:pt x="11038" y="7862"/>
                  </a:cubicBezTo>
                  <a:lnTo>
                    <a:pt x="2439" y="7862"/>
                  </a:lnTo>
                  <a:cubicBezTo>
                    <a:pt x="1316" y="7830"/>
                    <a:pt x="386" y="6915"/>
                    <a:pt x="386" y="5792"/>
                  </a:cubicBezTo>
                  <a:cubicBezTo>
                    <a:pt x="386" y="4765"/>
                    <a:pt x="1156" y="3915"/>
                    <a:pt x="2150" y="3771"/>
                  </a:cubicBezTo>
                  <a:cubicBezTo>
                    <a:pt x="2247" y="3755"/>
                    <a:pt x="2343" y="3642"/>
                    <a:pt x="2343" y="3546"/>
                  </a:cubicBezTo>
                  <a:cubicBezTo>
                    <a:pt x="2343" y="2712"/>
                    <a:pt x="3017" y="2022"/>
                    <a:pt x="3851" y="2022"/>
                  </a:cubicBezTo>
                  <a:cubicBezTo>
                    <a:pt x="4140" y="2022"/>
                    <a:pt x="4413" y="2102"/>
                    <a:pt x="4685" y="2263"/>
                  </a:cubicBezTo>
                  <a:cubicBezTo>
                    <a:pt x="4706" y="2293"/>
                    <a:pt x="4739" y="2304"/>
                    <a:pt x="4777" y="2304"/>
                  </a:cubicBezTo>
                  <a:cubicBezTo>
                    <a:pt x="4799" y="2304"/>
                    <a:pt x="4822" y="2301"/>
                    <a:pt x="4846" y="2295"/>
                  </a:cubicBezTo>
                  <a:cubicBezTo>
                    <a:pt x="4894" y="2263"/>
                    <a:pt x="4942" y="2230"/>
                    <a:pt x="4958" y="2182"/>
                  </a:cubicBezTo>
                  <a:cubicBezTo>
                    <a:pt x="5487" y="1107"/>
                    <a:pt x="6562" y="418"/>
                    <a:pt x="7782" y="418"/>
                  </a:cubicBezTo>
                  <a:close/>
                  <a:moveTo>
                    <a:pt x="7814" y="0"/>
                  </a:moveTo>
                  <a:cubicBezTo>
                    <a:pt x="6514" y="0"/>
                    <a:pt x="5343" y="690"/>
                    <a:pt x="4717" y="1813"/>
                  </a:cubicBezTo>
                  <a:cubicBezTo>
                    <a:pt x="4461" y="1685"/>
                    <a:pt x="4172" y="1605"/>
                    <a:pt x="3883" y="1605"/>
                  </a:cubicBezTo>
                  <a:cubicBezTo>
                    <a:pt x="2856" y="1605"/>
                    <a:pt x="2038" y="2391"/>
                    <a:pt x="1958" y="3386"/>
                  </a:cubicBezTo>
                  <a:cubicBezTo>
                    <a:pt x="835" y="3626"/>
                    <a:pt x="1" y="4621"/>
                    <a:pt x="1" y="5776"/>
                  </a:cubicBezTo>
                  <a:cubicBezTo>
                    <a:pt x="1" y="7124"/>
                    <a:pt x="1108" y="8231"/>
                    <a:pt x="2455" y="8231"/>
                  </a:cubicBezTo>
                  <a:lnTo>
                    <a:pt x="11055" y="8231"/>
                  </a:lnTo>
                  <a:cubicBezTo>
                    <a:pt x="12386" y="8231"/>
                    <a:pt x="13477" y="7140"/>
                    <a:pt x="13477" y="5792"/>
                  </a:cubicBezTo>
                  <a:cubicBezTo>
                    <a:pt x="13477" y="4557"/>
                    <a:pt x="12563" y="3514"/>
                    <a:pt x="11343" y="3370"/>
                  </a:cubicBezTo>
                  <a:cubicBezTo>
                    <a:pt x="11231" y="1509"/>
                    <a:pt x="9691" y="0"/>
                    <a:pt x="781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757950" y="956925"/>
              <a:ext cx="238675" cy="146425"/>
            </a:xfrm>
            <a:custGeom>
              <a:avLst/>
              <a:gdLst/>
              <a:ahLst/>
              <a:cxnLst/>
              <a:rect l="l" t="t" r="r" b="b"/>
              <a:pathLst>
                <a:path w="9547" h="5857" extrusionOk="0">
                  <a:moveTo>
                    <a:pt x="5536" y="402"/>
                  </a:moveTo>
                  <a:cubicBezTo>
                    <a:pt x="6723" y="402"/>
                    <a:pt x="7653" y="1364"/>
                    <a:pt x="7653" y="2519"/>
                  </a:cubicBezTo>
                  <a:cubicBezTo>
                    <a:pt x="7653" y="2632"/>
                    <a:pt x="7734" y="2728"/>
                    <a:pt x="7862" y="2728"/>
                  </a:cubicBezTo>
                  <a:cubicBezTo>
                    <a:pt x="8584" y="2776"/>
                    <a:pt x="9162" y="3354"/>
                    <a:pt x="9162" y="4092"/>
                  </a:cubicBezTo>
                  <a:cubicBezTo>
                    <a:pt x="9162" y="4830"/>
                    <a:pt x="8568" y="5455"/>
                    <a:pt x="7798" y="5455"/>
                  </a:cubicBezTo>
                  <a:lnTo>
                    <a:pt x="1798" y="5455"/>
                  </a:lnTo>
                  <a:cubicBezTo>
                    <a:pt x="1060" y="5455"/>
                    <a:pt x="434" y="4846"/>
                    <a:pt x="434" y="4092"/>
                  </a:cubicBezTo>
                  <a:cubicBezTo>
                    <a:pt x="418" y="3434"/>
                    <a:pt x="915" y="2840"/>
                    <a:pt x="1605" y="2744"/>
                  </a:cubicBezTo>
                  <a:cubicBezTo>
                    <a:pt x="1701" y="2728"/>
                    <a:pt x="1782" y="2632"/>
                    <a:pt x="1782" y="2519"/>
                  </a:cubicBezTo>
                  <a:cubicBezTo>
                    <a:pt x="1782" y="1958"/>
                    <a:pt x="2231" y="1525"/>
                    <a:pt x="2792" y="1525"/>
                  </a:cubicBezTo>
                  <a:cubicBezTo>
                    <a:pt x="2969" y="1525"/>
                    <a:pt x="3161" y="1589"/>
                    <a:pt x="3322" y="1685"/>
                  </a:cubicBezTo>
                  <a:cubicBezTo>
                    <a:pt x="3350" y="1704"/>
                    <a:pt x="3384" y="1712"/>
                    <a:pt x="3416" y="1712"/>
                  </a:cubicBezTo>
                  <a:cubicBezTo>
                    <a:pt x="3440" y="1712"/>
                    <a:pt x="3462" y="1708"/>
                    <a:pt x="3482" y="1701"/>
                  </a:cubicBezTo>
                  <a:cubicBezTo>
                    <a:pt x="3546" y="1685"/>
                    <a:pt x="3594" y="1637"/>
                    <a:pt x="3610" y="1605"/>
                  </a:cubicBezTo>
                  <a:cubicBezTo>
                    <a:pt x="3963" y="867"/>
                    <a:pt x="4717" y="402"/>
                    <a:pt x="5536" y="402"/>
                  </a:cubicBezTo>
                  <a:close/>
                  <a:moveTo>
                    <a:pt x="5504" y="1"/>
                  </a:moveTo>
                  <a:cubicBezTo>
                    <a:pt x="4605" y="1"/>
                    <a:pt x="3787" y="482"/>
                    <a:pt x="3322" y="1252"/>
                  </a:cubicBezTo>
                  <a:cubicBezTo>
                    <a:pt x="3145" y="1172"/>
                    <a:pt x="2969" y="1124"/>
                    <a:pt x="2760" y="1124"/>
                  </a:cubicBezTo>
                  <a:cubicBezTo>
                    <a:pt x="2038" y="1124"/>
                    <a:pt x="1445" y="1669"/>
                    <a:pt x="1364" y="2391"/>
                  </a:cubicBezTo>
                  <a:cubicBezTo>
                    <a:pt x="578" y="2568"/>
                    <a:pt x="1" y="3290"/>
                    <a:pt x="1" y="4108"/>
                  </a:cubicBezTo>
                  <a:cubicBezTo>
                    <a:pt x="17" y="5070"/>
                    <a:pt x="819" y="5857"/>
                    <a:pt x="1782" y="5857"/>
                  </a:cubicBezTo>
                  <a:lnTo>
                    <a:pt x="7782" y="5857"/>
                  </a:lnTo>
                  <a:cubicBezTo>
                    <a:pt x="8760" y="5857"/>
                    <a:pt x="9547" y="5070"/>
                    <a:pt x="9547" y="4092"/>
                  </a:cubicBezTo>
                  <a:cubicBezTo>
                    <a:pt x="9547" y="3209"/>
                    <a:pt x="8905" y="2471"/>
                    <a:pt x="8038" y="2343"/>
                  </a:cubicBezTo>
                  <a:cubicBezTo>
                    <a:pt x="7942" y="1043"/>
                    <a:pt x="6851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95700" y="858675"/>
              <a:ext cx="141225" cy="69800"/>
            </a:xfrm>
            <a:custGeom>
              <a:avLst/>
              <a:gdLst/>
              <a:ahLst/>
              <a:cxnLst/>
              <a:rect l="l" t="t" r="r" b="b"/>
              <a:pathLst>
                <a:path w="5649" h="2792" extrusionOk="0">
                  <a:moveTo>
                    <a:pt x="1" y="0"/>
                  </a:moveTo>
                  <a:cubicBezTo>
                    <a:pt x="17" y="1540"/>
                    <a:pt x="1284" y="2792"/>
                    <a:pt x="2824" y="2792"/>
                  </a:cubicBezTo>
                  <a:cubicBezTo>
                    <a:pt x="4381" y="2792"/>
                    <a:pt x="5632" y="1540"/>
                    <a:pt x="5648" y="0"/>
                  </a:cubicBezTo>
                  <a:lnTo>
                    <a:pt x="5247" y="0"/>
                  </a:lnTo>
                  <a:cubicBezTo>
                    <a:pt x="5231" y="1332"/>
                    <a:pt x="4156" y="2390"/>
                    <a:pt x="2824" y="2390"/>
                  </a:cubicBezTo>
                  <a:cubicBezTo>
                    <a:pt x="1509" y="2390"/>
                    <a:pt x="418" y="1332"/>
                    <a:pt x="40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21100" y="954925"/>
              <a:ext cx="291225" cy="150425"/>
            </a:xfrm>
            <a:custGeom>
              <a:avLst/>
              <a:gdLst/>
              <a:ahLst/>
              <a:cxnLst/>
              <a:rect l="l" t="t" r="r" b="b"/>
              <a:pathLst>
                <a:path w="11649" h="6017" extrusionOk="0">
                  <a:moveTo>
                    <a:pt x="5808" y="402"/>
                  </a:moveTo>
                  <a:cubicBezTo>
                    <a:pt x="8744" y="402"/>
                    <a:pt x="11135" y="2728"/>
                    <a:pt x="11231" y="5616"/>
                  </a:cubicBezTo>
                  <a:lnTo>
                    <a:pt x="402" y="5616"/>
                  </a:lnTo>
                  <a:cubicBezTo>
                    <a:pt x="498" y="2728"/>
                    <a:pt x="2889" y="402"/>
                    <a:pt x="5808" y="402"/>
                  </a:cubicBezTo>
                  <a:close/>
                  <a:moveTo>
                    <a:pt x="5825" y="0"/>
                  </a:moveTo>
                  <a:cubicBezTo>
                    <a:pt x="2616" y="0"/>
                    <a:pt x="17" y="2616"/>
                    <a:pt x="17" y="5824"/>
                  </a:cubicBezTo>
                  <a:cubicBezTo>
                    <a:pt x="1" y="5937"/>
                    <a:pt x="81" y="6017"/>
                    <a:pt x="193" y="6017"/>
                  </a:cubicBezTo>
                  <a:lnTo>
                    <a:pt x="11440" y="6017"/>
                  </a:lnTo>
                  <a:cubicBezTo>
                    <a:pt x="11568" y="6017"/>
                    <a:pt x="11648" y="5937"/>
                    <a:pt x="11648" y="5824"/>
                  </a:cubicBezTo>
                  <a:cubicBezTo>
                    <a:pt x="11648" y="2616"/>
                    <a:pt x="9033" y="0"/>
                    <a:pt x="582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59775" y="3789800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81" y="1765"/>
                  </a:moveTo>
                  <a:cubicBezTo>
                    <a:pt x="6643" y="3867"/>
                    <a:pt x="8295" y="5552"/>
                    <a:pt x="10413" y="6097"/>
                  </a:cubicBezTo>
                  <a:cubicBezTo>
                    <a:pt x="8295" y="6642"/>
                    <a:pt x="6611" y="8311"/>
                    <a:pt x="6081" y="10429"/>
                  </a:cubicBezTo>
                  <a:cubicBezTo>
                    <a:pt x="5536" y="8311"/>
                    <a:pt x="3867" y="6642"/>
                    <a:pt x="1749" y="6097"/>
                  </a:cubicBezTo>
                  <a:cubicBezTo>
                    <a:pt x="3851" y="5535"/>
                    <a:pt x="5536" y="3867"/>
                    <a:pt x="6081" y="1765"/>
                  </a:cubicBezTo>
                  <a:close/>
                  <a:moveTo>
                    <a:pt x="6097" y="0"/>
                  </a:moveTo>
                  <a:cubicBezTo>
                    <a:pt x="5985" y="0"/>
                    <a:pt x="5905" y="81"/>
                    <a:pt x="5905" y="193"/>
                  </a:cubicBezTo>
                  <a:cubicBezTo>
                    <a:pt x="5905" y="3321"/>
                    <a:pt x="3354" y="5888"/>
                    <a:pt x="209" y="5888"/>
                  </a:cubicBezTo>
                  <a:cubicBezTo>
                    <a:pt x="81" y="5888"/>
                    <a:pt x="1" y="5969"/>
                    <a:pt x="1" y="6097"/>
                  </a:cubicBezTo>
                  <a:cubicBezTo>
                    <a:pt x="1" y="6209"/>
                    <a:pt x="81" y="6290"/>
                    <a:pt x="209" y="6290"/>
                  </a:cubicBezTo>
                  <a:cubicBezTo>
                    <a:pt x="3338" y="6290"/>
                    <a:pt x="5905" y="8840"/>
                    <a:pt x="5905" y="11985"/>
                  </a:cubicBezTo>
                  <a:cubicBezTo>
                    <a:pt x="5905" y="12081"/>
                    <a:pt x="5985" y="12194"/>
                    <a:pt x="6097" y="12194"/>
                  </a:cubicBezTo>
                  <a:cubicBezTo>
                    <a:pt x="6225" y="12194"/>
                    <a:pt x="6306" y="12113"/>
                    <a:pt x="6306" y="11985"/>
                  </a:cubicBezTo>
                  <a:cubicBezTo>
                    <a:pt x="6306" y="8856"/>
                    <a:pt x="8841" y="6290"/>
                    <a:pt x="12001" y="6290"/>
                  </a:cubicBezTo>
                  <a:cubicBezTo>
                    <a:pt x="12113" y="6290"/>
                    <a:pt x="12194" y="6209"/>
                    <a:pt x="12194" y="6097"/>
                  </a:cubicBezTo>
                  <a:cubicBezTo>
                    <a:pt x="12194" y="5969"/>
                    <a:pt x="12113" y="5888"/>
                    <a:pt x="12001" y="5888"/>
                  </a:cubicBezTo>
                  <a:cubicBezTo>
                    <a:pt x="8873" y="5888"/>
                    <a:pt x="6306" y="3338"/>
                    <a:pt x="6306" y="193"/>
                  </a:cubicBezTo>
                  <a:cubicBezTo>
                    <a:pt x="6306" y="81"/>
                    <a:pt x="6225" y="0"/>
                    <a:pt x="60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97150" y="4106650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97" y="1750"/>
                  </a:moveTo>
                  <a:cubicBezTo>
                    <a:pt x="6659" y="3867"/>
                    <a:pt x="8311" y="5552"/>
                    <a:pt x="10429" y="6097"/>
                  </a:cubicBezTo>
                  <a:cubicBezTo>
                    <a:pt x="8311" y="6659"/>
                    <a:pt x="6659" y="8311"/>
                    <a:pt x="6097" y="10429"/>
                  </a:cubicBezTo>
                  <a:cubicBezTo>
                    <a:pt x="5536" y="8311"/>
                    <a:pt x="3867" y="6627"/>
                    <a:pt x="1766" y="6097"/>
                  </a:cubicBezTo>
                  <a:cubicBezTo>
                    <a:pt x="3867" y="5536"/>
                    <a:pt x="5552" y="3867"/>
                    <a:pt x="6097" y="1750"/>
                  </a:cubicBezTo>
                  <a:close/>
                  <a:moveTo>
                    <a:pt x="6097" y="1"/>
                  </a:moveTo>
                  <a:cubicBezTo>
                    <a:pt x="5969" y="1"/>
                    <a:pt x="5889" y="81"/>
                    <a:pt x="5889" y="193"/>
                  </a:cubicBezTo>
                  <a:cubicBezTo>
                    <a:pt x="5889" y="3322"/>
                    <a:pt x="3338" y="5889"/>
                    <a:pt x="193" y="5889"/>
                  </a:cubicBezTo>
                  <a:cubicBezTo>
                    <a:pt x="81" y="5889"/>
                    <a:pt x="1" y="5969"/>
                    <a:pt x="1" y="6097"/>
                  </a:cubicBezTo>
                  <a:cubicBezTo>
                    <a:pt x="1" y="6210"/>
                    <a:pt x="81" y="6290"/>
                    <a:pt x="193" y="6290"/>
                  </a:cubicBezTo>
                  <a:cubicBezTo>
                    <a:pt x="3322" y="6290"/>
                    <a:pt x="5889" y="8841"/>
                    <a:pt x="5889" y="11985"/>
                  </a:cubicBezTo>
                  <a:cubicBezTo>
                    <a:pt x="5889" y="12114"/>
                    <a:pt x="5969" y="12194"/>
                    <a:pt x="6097" y="12194"/>
                  </a:cubicBezTo>
                  <a:cubicBezTo>
                    <a:pt x="6210" y="12194"/>
                    <a:pt x="6290" y="12114"/>
                    <a:pt x="6290" y="11985"/>
                  </a:cubicBezTo>
                  <a:cubicBezTo>
                    <a:pt x="6290" y="8857"/>
                    <a:pt x="8841" y="6290"/>
                    <a:pt x="11985" y="6290"/>
                  </a:cubicBezTo>
                  <a:cubicBezTo>
                    <a:pt x="12114" y="6290"/>
                    <a:pt x="12194" y="6210"/>
                    <a:pt x="12194" y="6097"/>
                  </a:cubicBezTo>
                  <a:cubicBezTo>
                    <a:pt x="12194" y="5969"/>
                    <a:pt x="12114" y="5889"/>
                    <a:pt x="11985" y="5889"/>
                  </a:cubicBezTo>
                  <a:cubicBezTo>
                    <a:pt x="8857" y="5889"/>
                    <a:pt x="6290" y="3338"/>
                    <a:pt x="6290" y="193"/>
                  </a:cubicBezTo>
                  <a:cubicBezTo>
                    <a:pt x="6290" y="81"/>
                    <a:pt x="6210" y="1"/>
                    <a:pt x="609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681975" y="4150775"/>
              <a:ext cx="108300" cy="108325"/>
            </a:xfrm>
            <a:custGeom>
              <a:avLst/>
              <a:gdLst/>
              <a:ahLst/>
              <a:cxnLst/>
              <a:rect l="l" t="t" r="r" b="b"/>
              <a:pathLst>
                <a:path w="4332" h="4333" extrusionOk="0">
                  <a:moveTo>
                    <a:pt x="2198" y="1124"/>
                  </a:moveTo>
                  <a:cubicBezTo>
                    <a:pt x="2407" y="1573"/>
                    <a:pt x="2776" y="1958"/>
                    <a:pt x="3241" y="2166"/>
                  </a:cubicBezTo>
                  <a:cubicBezTo>
                    <a:pt x="2776" y="2375"/>
                    <a:pt x="2391" y="2744"/>
                    <a:pt x="2198" y="3209"/>
                  </a:cubicBezTo>
                  <a:cubicBezTo>
                    <a:pt x="1974" y="2744"/>
                    <a:pt x="1605" y="2359"/>
                    <a:pt x="1155" y="2166"/>
                  </a:cubicBezTo>
                  <a:cubicBezTo>
                    <a:pt x="1605" y="1942"/>
                    <a:pt x="1990" y="1573"/>
                    <a:pt x="2198" y="1124"/>
                  </a:cubicBezTo>
                  <a:close/>
                  <a:moveTo>
                    <a:pt x="2166" y="1"/>
                  </a:moveTo>
                  <a:cubicBezTo>
                    <a:pt x="2054" y="1"/>
                    <a:pt x="1974" y="81"/>
                    <a:pt x="1974" y="193"/>
                  </a:cubicBezTo>
                  <a:cubicBezTo>
                    <a:pt x="1974" y="1156"/>
                    <a:pt x="1187" y="1958"/>
                    <a:pt x="209" y="1958"/>
                  </a:cubicBezTo>
                  <a:cubicBezTo>
                    <a:pt x="80" y="1958"/>
                    <a:pt x="0" y="2038"/>
                    <a:pt x="0" y="2166"/>
                  </a:cubicBezTo>
                  <a:cubicBezTo>
                    <a:pt x="0" y="2279"/>
                    <a:pt x="80" y="2359"/>
                    <a:pt x="209" y="2359"/>
                  </a:cubicBezTo>
                  <a:cubicBezTo>
                    <a:pt x="1171" y="2359"/>
                    <a:pt x="1974" y="3145"/>
                    <a:pt x="1974" y="4124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4" y="4332"/>
                    <a:pt x="2375" y="4252"/>
                    <a:pt x="2375" y="4124"/>
                  </a:cubicBezTo>
                  <a:cubicBezTo>
                    <a:pt x="2375" y="3161"/>
                    <a:pt x="3161" y="2359"/>
                    <a:pt x="4139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39" y="1958"/>
                  </a:cubicBezTo>
                  <a:cubicBezTo>
                    <a:pt x="3177" y="1958"/>
                    <a:pt x="2375" y="1172"/>
                    <a:pt x="2375" y="193"/>
                  </a:cubicBezTo>
                  <a:cubicBezTo>
                    <a:pt x="2375" y="81"/>
                    <a:pt x="2294" y="1"/>
                    <a:pt x="21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36100" y="4101450"/>
              <a:ext cx="108300" cy="108300"/>
            </a:xfrm>
            <a:custGeom>
              <a:avLst/>
              <a:gdLst/>
              <a:ahLst/>
              <a:cxnLst/>
              <a:rect l="l" t="t" r="r" b="b"/>
              <a:pathLst>
                <a:path w="4332" h="4332" extrusionOk="0">
                  <a:moveTo>
                    <a:pt x="2166" y="1123"/>
                  </a:moveTo>
                  <a:cubicBezTo>
                    <a:pt x="2391" y="1589"/>
                    <a:pt x="2743" y="1974"/>
                    <a:pt x="3209" y="2166"/>
                  </a:cubicBezTo>
                  <a:cubicBezTo>
                    <a:pt x="2743" y="2391"/>
                    <a:pt x="2374" y="2744"/>
                    <a:pt x="2166" y="3209"/>
                  </a:cubicBezTo>
                  <a:cubicBezTo>
                    <a:pt x="1941" y="2744"/>
                    <a:pt x="1588" y="2375"/>
                    <a:pt x="1123" y="2166"/>
                  </a:cubicBezTo>
                  <a:cubicBezTo>
                    <a:pt x="1588" y="1974"/>
                    <a:pt x="1941" y="1589"/>
                    <a:pt x="2166" y="1123"/>
                  </a:cubicBezTo>
                  <a:close/>
                  <a:moveTo>
                    <a:pt x="2166" y="0"/>
                  </a:moveTo>
                  <a:cubicBezTo>
                    <a:pt x="2054" y="0"/>
                    <a:pt x="1973" y="80"/>
                    <a:pt x="1973" y="209"/>
                  </a:cubicBezTo>
                  <a:cubicBezTo>
                    <a:pt x="1973" y="1171"/>
                    <a:pt x="1187" y="1974"/>
                    <a:pt x="209" y="1974"/>
                  </a:cubicBezTo>
                  <a:cubicBezTo>
                    <a:pt x="80" y="1974"/>
                    <a:pt x="0" y="2054"/>
                    <a:pt x="0" y="2166"/>
                  </a:cubicBezTo>
                  <a:cubicBezTo>
                    <a:pt x="0" y="2294"/>
                    <a:pt x="80" y="2375"/>
                    <a:pt x="209" y="2375"/>
                  </a:cubicBezTo>
                  <a:cubicBezTo>
                    <a:pt x="1187" y="2375"/>
                    <a:pt x="1973" y="3177"/>
                    <a:pt x="1973" y="4139"/>
                  </a:cubicBezTo>
                  <a:cubicBezTo>
                    <a:pt x="1973" y="4252"/>
                    <a:pt x="2054" y="4332"/>
                    <a:pt x="2166" y="4332"/>
                  </a:cubicBezTo>
                  <a:cubicBezTo>
                    <a:pt x="2294" y="4332"/>
                    <a:pt x="2374" y="4252"/>
                    <a:pt x="2374" y="4139"/>
                  </a:cubicBezTo>
                  <a:cubicBezTo>
                    <a:pt x="2374" y="3177"/>
                    <a:pt x="3145" y="2375"/>
                    <a:pt x="4139" y="2375"/>
                  </a:cubicBezTo>
                  <a:cubicBezTo>
                    <a:pt x="4252" y="2375"/>
                    <a:pt x="4332" y="2294"/>
                    <a:pt x="4332" y="2166"/>
                  </a:cubicBezTo>
                  <a:cubicBezTo>
                    <a:pt x="4332" y="2054"/>
                    <a:pt x="4252" y="1974"/>
                    <a:pt x="4139" y="1974"/>
                  </a:cubicBezTo>
                  <a:cubicBezTo>
                    <a:pt x="3177" y="1974"/>
                    <a:pt x="2374" y="1187"/>
                    <a:pt x="2374" y="209"/>
                  </a:cubicBezTo>
                  <a:cubicBezTo>
                    <a:pt x="2374" y="80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235075" y="1201200"/>
              <a:ext cx="69400" cy="158850"/>
            </a:xfrm>
            <a:custGeom>
              <a:avLst/>
              <a:gdLst/>
              <a:ahLst/>
              <a:cxnLst/>
              <a:rect l="l" t="t" r="r" b="b"/>
              <a:pathLst>
                <a:path w="2776" h="6354" extrusionOk="0">
                  <a:moveTo>
                    <a:pt x="2375" y="401"/>
                  </a:moveTo>
                  <a:lnTo>
                    <a:pt x="2375" y="5952"/>
                  </a:lnTo>
                  <a:lnTo>
                    <a:pt x="401" y="5952"/>
                  </a:lnTo>
                  <a:lnTo>
                    <a:pt x="401" y="401"/>
                  </a:lnTo>
                  <a:close/>
                  <a:moveTo>
                    <a:pt x="401" y="0"/>
                  </a:moveTo>
                  <a:cubicBezTo>
                    <a:pt x="177" y="0"/>
                    <a:pt x="0" y="177"/>
                    <a:pt x="0" y="401"/>
                  </a:cubicBezTo>
                  <a:lnTo>
                    <a:pt x="0" y="5952"/>
                  </a:lnTo>
                  <a:cubicBezTo>
                    <a:pt x="0" y="6177"/>
                    <a:pt x="177" y="6353"/>
                    <a:pt x="401" y="6353"/>
                  </a:cubicBezTo>
                  <a:lnTo>
                    <a:pt x="2375" y="6353"/>
                  </a:lnTo>
                  <a:cubicBezTo>
                    <a:pt x="2583" y="6353"/>
                    <a:pt x="2776" y="6177"/>
                    <a:pt x="2776" y="5952"/>
                  </a:cubicBezTo>
                  <a:lnTo>
                    <a:pt x="2776" y="401"/>
                  </a:lnTo>
                  <a:cubicBezTo>
                    <a:pt x="2776" y="177"/>
                    <a:pt x="2583" y="0"/>
                    <a:pt x="237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334925" y="1151450"/>
              <a:ext cx="38150" cy="208600"/>
            </a:xfrm>
            <a:custGeom>
              <a:avLst/>
              <a:gdLst/>
              <a:ahLst/>
              <a:cxnLst/>
              <a:rect l="l" t="t" r="r" b="b"/>
              <a:pathLst>
                <a:path w="1526" h="8344" extrusionOk="0">
                  <a:moveTo>
                    <a:pt x="402" y="1"/>
                  </a:moveTo>
                  <a:cubicBezTo>
                    <a:pt x="177" y="1"/>
                    <a:pt x="1" y="177"/>
                    <a:pt x="1" y="402"/>
                  </a:cubicBezTo>
                  <a:lnTo>
                    <a:pt x="1" y="7942"/>
                  </a:lnTo>
                  <a:cubicBezTo>
                    <a:pt x="1" y="8167"/>
                    <a:pt x="177" y="8343"/>
                    <a:pt x="402" y="8343"/>
                  </a:cubicBezTo>
                  <a:lnTo>
                    <a:pt x="1525" y="8343"/>
                  </a:lnTo>
                  <a:lnTo>
                    <a:pt x="1525" y="7942"/>
                  </a:lnTo>
                  <a:lnTo>
                    <a:pt x="402" y="7942"/>
                  </a:lnTo>
                  <a:lnTo>
                    <a:pt x="402" y="402"/>
                  </a:lnTo>
                  <a:lnTo>
                    <a:pt x="1525" y="402"/>
                  </a:lnTo>
                  <a:lnTo>
                    <a:pt x="1525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35075" y="1022700"/>
              <a:ext cx="138400" cy="39750"/>
            </a:xfrm>
            <a:custGeom>
              <a:avLst/>
              <a:gdLst/>
              <a:ahLst/>
              <a:cxnLst/>
              <a:rect l="l" t="t" r="r" b="b"/>
              <a:pathLst>
                <a:path w="5536" h="1590" extrusionOk="0">
                  <a:moveTo>
                    <a:pt x="5535" y="1"/>
                  </a:moveTo>
                  <a:cubicBezTo>
                    <a:pt x="2423" y="1140"/>
                    <a:pt x="385" y="1188"/>
                    <a:pt x="209" y="1188"/>
                  </a:cubicBezTo>
                  <a:cubicBezTo>
                    <a:pt x="96" y="1188"/>
                    <a:pt x="0" y="1268"/>
                    <a:pt x="0" y="1381"/>
                  </a:cubicBezTo>
                  <a:cubicBezTo>
                    <a:pt x="0" y="1509"/>
                    <a:pt x="80" y="1589"/>
                    <a:pt x="209" y="1589"/>
                  </a:cubicBezTo>
                  <a:lnTo>
                    <a:pt x="225" y="1589"/>
                  </a:lnTo>
                  <a:cubicBezTo>
                    <a:pt x="401" y="1589"/>
                    <a:pt x="2439" y="1541"/>
                    <a:pt x="5535" y="418"/>
                  </a:cubicBezTo>
                  <a:lnTo>
                    <a:pt x="5535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132375" y="4206925"/>
              <a:ext cx="104325" cy="104300"/>
            </a:xfrm>
            <a:custGeom>
              <a:avLst/>
              <a:gdLst/>
              <a:ahLst/>
              <a:cxnLst/>
              <a:rect l="l" t="t" r="r" b="b"/>
              <a:pathLst>
                <a:path w="4173" h="4172" extrusionOk="0">
                  <a:moveTo>
                    <a:pt x="2087" y="370"/>
                  </a:moveTo>
                  <a:cubicBezTo>
                    <a:pt x="3033" y="370"/>
                    <a:pt x="3771" y="1140"/>
                    <a:pt x="3771" y="2054"/>
                  </a:cubicBezTo>
                  <a:cubicBezTo>
                    <a:pt x="3771" y="2985"/>
                    <a:pt x="3001" y="3739"/>
                    <a:pt x="2087" y="3739"/>
                  </a:cubicBezTo>
                  <a:cubicBezTo>
                    <a:pt x="1156" y="3739"/>
                    <a:pt x="402" y="2985"/>
                    <a:pt x="402" y="2054"/>
                  </a:cubicBezTo>
                  <a:cubicBezTo>
                    <a:pt x="402" y="1140"/>
                    <a:pt x="1156" y="370"/>
                    <a:pt x="2087" y="370"/>
                  </a:cubicBezTo>
                  <a:close/>
                  <a:moveTo>
                    <a:pt x="2087" y="1"/>
                  </a:moveTo>
                  <a:cubicBezTo>
                    <a:pt x="915" y="1"/>
                    <a:pt x="1" y="931"/>
                    <a:pt x="1" y="2086"/>
                  </a:cubicBezTo>
                  <a:cubicBezTo>
                    <a:pt x="1" y="3225"/>
                    <a:pt x="948" y="4172"/>
                    <a:pt x="2087" y="4172"/>
                  </a:cubicBezTo>
                  <a:cubicBezTo>
                    <a:pt x="3242" y="4172"/>
                    <a:pt x="4172" y="3225"/>
                    <a:pt x="4172" y="2086"/>
                  </a:cubicBezTo>
                  <a:cubicBezTo>
                    <a:pt x="4172" y="931"/>
                    <a:pt x="3226" y="1"/>
                    <a:pt x="20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078250" y="4327250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68" y="402"/>
                  </a:moveTo>
                  <a:cubicBezTo>
                    <a:pt x="6337" y="402"/>
                    <a:pt x="8006" y="2022"/>
                    <a:pt x="8118" y="4044"/>
                  </a:cubicBezTo>
                  <a:lnTo>
                    <a:pt x="417" y="4044"/>
                  </a:lnTo>
                  <a:cubicBezTo>
                    <a:pt x="514" y="2022"/>
                    <a:pt x="2198" y="402"/>
                    <a:pt x="4268" y="402"/>
                  </a:cubicBezTo>
                  <a:close/>
                  <a:moveTo>
                    <a:pt x="4252" y="1"/>
                  </a:moveTo>
                  <a:cubicBezTo>
                    <a:pt x="1909" y="1"/>
                    <a:pt x="0" y="1894"/>
                    <a:pt x="0" y="4252"/>
                  </a:cubicBezTo>
                  <a:cubicBezTo>
                    <a:pt x="0" y="4365"/>
                    <a:pt x="80" y="4445"/>
                    <a:pt x="193" y="4445"/>
                  </a:cubicBezTo>
                  <a:lnTo>
                    <a:pt x="8295" y="4445"/>
                  </a:lnTo>
                  <a:cubicBezTo>
                    <a:pt x="8423" y="4445"/>
                    <a:pt x="8503" y="4365"/>
                    <a:pt x="8503" y="4252"/>
                  </a:cubicBezTo>
                  <a:cubicBezTo>
                    <a:pt x="8503" y="1894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929850" y="44945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102" y="402"/>
                  </a:moveTo>
                  <a:cubicBezTo>
                    <a:pt x="3032" y="402"/>
                    <a:pt x="3786" y="1172"/>
                    <a:pt x="3786" y="2086"/>
                  </a:cubicBezTo>
                  <a:cubicBezTo>
                    <a:pt x="3786" y="3033"/>
                    <a:pt x="3032" y="3771"/>
                    <a:pt x="2102" y="3771"/>
                  </a:cubicBezTo>
                  <a:cubicBezTo>
                    <a:pt x="1171" y="3771"/>
                    <a:pt x="417" y="3017"/>
                    <a:pt x="417" y="2086"/>
                  </a:cubicBezTo>
                  <a:cubicBezTo>
                    <a:pt x="417" y="1172"/>
                    <a:pt x="1171" y="402"/>
                    <a:pt x="2102" y="402"/>
                  </a:cubicBezTo>
                  <a:close/>
                  <a:moveTo>
                    <a:pt x="2086" y="1"/>
                  </a:moveTo>
                  <a:cubicBezTo>
                    <a:pt x="947" y="1"/>
                    <a:pt x="0" y="947"/>
                    <a:pt x="0" y="2086"/>
                  </a:cubicBezTo>
                  <a:cubicBezTo>
                    <a:pt x="0" y="3258"/>
                    <a:pt x="947" y="4172"/>
                    <a:pt x="2086" y="4172"/>
                  </a:cubicBezTo>
                  <a:cubicBezTo>
                    <a:pt x="3225" y="4172"/>
                    <a:pt x="4171" y="3226"/>
                    <a:pt x="4171" y="2086"/>
                  </a:cubicBezTo>
                  <a:cubicBezTo>
                    <a:pt x="4171" y="947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76100" y="4615225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52" y="402"/>
                  </a:moveTo>
                  <a:cubicBezTo>
                    <a:pt x="6321" y="402"/>
                    <a:pt x="7990" y="2038"/>
                    <a:pt x="8102" y="4060"/>
                  </a:cubicBezTo>
                  <a:lnTo>
                    <a:pt x="401" y="4060"/>
                  </a:lnTo>
                  <a:cubicBezTo>
                    <a:pt x="498" y="2038"/>
                    <a:pt x="2182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909" y="1"/>
                    <a:pt x="0" y="1910"/>
                    <a:pt x="0" y="4252"/>
                  </a:cubicBezTo>
                  <a:cubicBezTo>
                    <a:pt x="0" y="4381"/>
                    <a:pt x="80" y="4461"/>
                    <a:pt x="209" y="4461"/>
                  </a:cubicBezTo>
                  <a:lnTo>
                    <a:pt x="8311" y="4461"/>
                  </a:lnTo>
                  <a:cubicBezTo>
                    <a:pt x="8423" y="4461"/>
                    <a:pt x="8503" y="4381"/>
                    <a:pt x="8503" y="4252"/>
                  </a:cubicBezTo>
                  <a:cubicBezTo>
                    <a:pt x="8503" y="1910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334925" y="4496525"/>
              <a:ext cx="38150" cy="100275"/>
            </a:xfrm>
            <a:custGeom>
              <a:avLst/>
              <a:gdLst/>
              <a:ahLst/>
              <a:cxnLst/>
              <a:rect l="l" t="t" r="r" b="b"/>
              <a:pathLst>
                <a:path w="1526" h="4011" extrusionOk="0">
                  <a:moveTo>
                    <a:pt x="1525" y="0"/>
                  </a:moveTo>
                  <a:cubicBezTo>
                    <a:pt x="643" y="241"/>
                    <a:pt x="1" y="1043"/>
                    <a:pt x="1" y="2005"/>
                  </a:cubicBezTo>
                  <a:cubicBezTo>
                    <a:pt x="1" y="2968"/>
                    <a:pt x="643" y="3770"/>
                    <a:pt x="1525" y="4011"/>
                  </a:cubicBezTo>
                  <a:lnTo>
                    <a:pt x="1525" y="3594"/>
                  </a:lnTo>
                  <a:cubicBezTo>
                    <a:pt x="867" y="3353"/>
                    <a:pt x="402" y="2727"/>
                    <a:pt x="402" y="2005"/>
                  </a:cubicBezTo>
                  <a:cubicBezTo>
                    <a:pt x="402" y="1284"/>
                    <a:pt x="883" y="642"/>
                    <a:pt x="1525" y="417"/>
                  </a:cubicBezTo>
                  <a:lnTo>
                    <a:pt x="152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280800" y="4616450"/>
              <a:ext cx="92275" cy="110300"/>
            </a:xfrm>
            <a:custGeom>
              <a:avLst/>
              <a:gdLst/>
              <a:ahLst/>
              <a:cxnLst/>
              <a:rect l="l" t="t" r="r" b="b"/>
              <a:pathLst>
                <a:path w="3691" h="4412" extrusionOk="0">
                  <a:moveTo>
                    <a:pt x="3690" y="0"/>
                  </a:moveTo>
                  <a:cubicBezTo>
                    <a:pt x="1604" y="273"/>
                    <a:pt x="0" y="2038"/>
                    <a:pt x="0" y="4203"/>
                  </a:cubicBezTo>
                  <a:cubicBezTo>
                    <a:pt x="0" y="4332"/>
                    <a:pt x="80" y="4412"/>
                    <a:pt x="193" y="4412"/>
                  </a:cubicBezTo>
                  <a:lnTo>
                    <a:pt x="3690" y="4412"/>
                  </a:lnTo>
                  <a:lnTo>
                    <a:pt x="3690" y="4011"/>
                  </a:lnTo>
                  <a:lnTo>
                    <a:pt x="417" y="4011"/>
                  </a:lnTo>
                  <a:cubicBezTo>
                    <a:pt x="513" y="2166"/>
                    <a:pt x="1909" y="674"/>
                    <a:pt x="3690" y="401"/>
                  </a:cubicBezTo>
                  <a:lnTo>
                    <a:pt x="3690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117150" y="4487700"/>
              <a:ext cx="137600" cy="159950"/>
            </a:xfrm>
            <a:custGeom>
              <a:avLst/>
              <a:gdLst/>
              <a:ahLst/>
              <a:cxnLst/>
              <a:rect l="l" t="t" r="r" b="b"/>
              <a:pathLst>
                <a:path w="5504" h="6398" extrusionOk="0">
                  <a:moveTo>
                    <a:pt x="2760" y="0"/>
                  </a:moveTo>
                  <a:cubicBezTo>
                    <a:pt x="2631" y="0"/>
                    <a:pt x="2551" y="80"/>
                    <a:pt x="2551" y="193"/>
                  </a:cubicBezTo>
                  <a:lnTo>
                    <a:pt x="2551" y="3578"/>
                  </a:lnTo>
                  <a:lnTo>
                    <a:pt x="81" y="6048"/>
                  </a:lnTo>
                  <a:cubicBezTo>
                    <a:pt x="0" y="6129"/>
                    <a:pt x="0" y="6257"/>
                    <a:pt x="81" y="6337"/>
                  </a:cubicBezTo>
                  <a:cubicBezTo>
                    <a:pt x="121" y="6377"/>
                    <a:pt x="173" y="6397"/>
                    <a:pt x="225" y="6397"/>
                  </a:cubicBezTo>
                  <a:cubicBezTo>
                    <a:pt x="277" y="6397"/>
                    <a:pt x="329" y="6377"/>
                    <a:pt x="369" y="6337"/>
                  </a:cubicBezTo>
                  <a:lnTo>
                    <a:pt x="2760" y="3947"/>
                  </a:lnTo>
                  <a:lnTo>
                    <a:pt x="5134" y="6337"/>
                  </a:lnTo>
                  <a:cubicBezTo>
                    <a:pt x="5182" y="6369"/>
                    <a:pt x="5247" y="6385"/>
                    <a:pt x="5279" y="6385"/>
                  </a:cubicBezTo>
                  <a:cubicBezTo>
                    <a:pt x="5327" y="6385"/>
                    <a:pt x="5375" y="6369"/>
                    <a:pt x="5423" y="6337"/>
                  </a:cubicBezTo>
                  <a:cubicBezTo>
                    <a:pt x="5503" y="6257"/>
                    <a:pt x="5503" y="6129"/>
                    <a:pt x="5423" y="6048"/>
                  </a:cubicBezTo>
                  <a:lnTo>
                    <a:pt x="2952" y="3578"/>
                  </a:lnTo>
                  <a:lnTo>
                    <a:pt x="2952" y="193"/>
                  </a:lnTo>
                  <a:cubicBezTo>
                    <a:pt x="2952" y="80"/>
                    <a:pt x="2872" y="0"/>
                    <a:pt x="276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786250" y="133035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16" y="1203"/>
                  </a:moveTo>
                  <a:cubicBezTo>
                    <a:pt x="2872" y="1845"/>
                    <a:pt x="3402" y="2358"/>
                    <a:pt x="4011" y="2615"/>
                  </a:cubicBezTo>
                  <a:cubicBezTo>
                    <a:pt x="3370" y="2872"/>
                    <a:pt x="2872" y="3401"/>
                    <a:pt x="2616" y="4011"/>
                  </a:cubicBezTo>
                  <a:cubicBezTo>
                    <a:pt x="2359" y="3369"/>
                    <a:pt x="1829" y="2872"/>
                    <a:pt x="1204" y="2615"/>
                  </a:cubicBezTo>
                  <a:cubicBezTo>
                    <a:pt x="1845" y="2358"/>
                    <a:pt x="2359" y="1845"/>
                    <a:pt x="2616" y="1203"/>
                  </a:cubicBezTo>
                  <a:close/>
                  <a:moveTo>
                    <a:pt x="2616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412" y="2407"/>
                    <a:pt x="209" y="2407"/>
                  </a:cubicBezTo>
                  <a:cubicBezTo>
                    <a:pt x="81" y="2407"/>
                    <a:pt x="0" y="2519"/>
                    <a:pt x="0" y="2615"/>
                  </a:cubicBezTo>
                  <a:cubicBezTo>
                    <a:pt x="0" y="2727"/>
                    <a:pt x="81" y="2808"/>
                    <a:pt x="209" y="2808"/>
                  </a:cubicBezTo>
                  <a:cubicBezTo>
                    <a:pt x="1428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16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802"/>
                    <a:pt x="3819" y="2808"/>
                    <a:pt x="5022" y="2808"/>
                  </a:cubicBezTo>
                  <a:cubicBezTo>
                    <a:pt x="5134" y="2808"/>
                    <a:pt x="5215" y="2727"/>
                    <a:pt x="5215" y="2615"/>
                  </a:cubicBezTo>
                  <a:cubicBezTo>
                    <a:pt x="5215" y="2487"/>
                    <a:pt x="5134" y="2407"/>
                    <a:pt x="5022" y="2407"/>
                  </a:cubicBezTo>
                  <a:cubicBezTo>
                    <a:pt x="3803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431775" y="123970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32" y="1187"/>
                  </a:moveTo>
                  <a:cubicBezTo>
                    <a:pt x="2889" y="1829"/>
                    <a:pt x="3402" y="2327"/>
                    <a:pt x="4028" y="2583"/>
                  </a:cubicBezTo>
                  <a:cubicBezTo>
                    <a:pt x="3386" y="2856"/>
                    <a:pt x="2889" y="3369"/>
                    <a:pt x="2632" y="3995"/>
                  </a:cubicBezTo>
                  <a:cubicBezTo>
                    <a:pt x="2359" y="3353"/>
                    <a:pt x="1846" y="2856"/>
                    <a:pt x="1220" y="2583"/>
                  </a:cubicBezTo>
                  <a:cubicBezTo>
                    <a:pt x="1846" y="2343"/>
                    <a:pt x="2359" y="1829"/>
                    <a:pt x="2632" y="1187"/>
                  </a:cubicBezTo>
                  <a:close/>
                  <a:moveTo>
                    <a:pt x="2600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397" y="2407"/>
                    <a:pt x="193" y="2407"/>
                  </a:cubicBezTo>
                  <a:cubicBezTo>
                    <a:pt x="81" y="2407"/>
                    <a:pt x="1" y="2487"/>
                    <a:pt x="1" y="2615"/>
                  </a:cubicBezTo>
                  <a:cubicBezTo>
                    <a:pt x="1" y="2728"/>
                    <a:pt x="97" y="2808"/>
                    <a:pt x="193" y="2808"/>
                  </a:cubicBezTo>
                  <a:cubicBezTo>
                    <a:pt x="1429" y="2808"/>
                    <a:pt x="2407" y="3819"/>
                    <a:pt x="2407" y="5022"/>
                  </a:cubicBezTo>
                  <a:cubicBezTo>
                    <a:pt x="2407" y="5134"/>
                    <a:pt x="2487" y="5214"/>
                    <a:pt x="2600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787"/>
                    <a:pt x="3803" y="2808"/>
                    <a:pt x="5006" y="2808"/>
                  </a:cubicBezTo>
                  <a:cubicBezTo>
                    <a:pt x="5135" y="2808"/>
                    <a:pt x="5215" y="2728"/>
                    <a:pt x="5215" y="2615"/>
                  </a:cubicBezTo>
                  <a:cubicBezTo>
                    <a:pt x="5215" y="2487"/>
                    <a:pt x="5135" y="2407"/>
                    <a:pt x="5006" y="2407"/>
                  </a:cubicBezTo>
                  <a:cubicBezTo>
                    <a:pt x="3787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0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27725" y="1735025"/>
              <a:ext cx="45350" cy="45350"/>
            </a:xfrm>
            <a:custGeom>
              <a:avLst/>
              <a:gdLst/>
              <a:ahLst/>
              <a:cxnLst/>
              <a:rect l="l" t="t" r="r" b="b"/>
              <a:pathLst>
                <a:path w="1814" h="1814" extrusionOk="0">
                  <a:moveTo>
                    <a:pt x="1813" y="1"/>
                  </a:moveTo>
                  <a:cubicBezTo>
                    <a:pt x="1412" y="450"/>
                    <a:pt x="850" y="723"/>
                    <a:pt x="209" y="723"/>
                  </a:cubicBezTo>
                  <a:cubicBezTo>
                    <a:pt x="80" y="723"/>
                    <a:pt x="0" y="803"/>
                    <a:pt x="0" y="931"/>
                  </a:cubicBezTo>
                  <a:cubicBezTo>
                    <a:pt x="0" y="1044"/>
                    <a:pt x="80" y="1124"/>
                    <a:pt x="209" y="1124"/>
                  </a:cubicBezTo>
                  <a:cubicBezTo>
                    <a:pt x="818" y="1124"/>
                    <a:pt x="1412" y="1381"/>
                    <a:pt x="1813" y="1814"/>
                  </a:cubicBezTo>
                  <a:lnTo>
                    <a:pt x="1813" y="1268"/>
                  </a:lnTo>
                  <a:cubicBezTo>
                    <a:pt x="1621" y="1124"/>
                    <a:pt x="1428" y="1012"/>
                    <a:pt x="1203" y="899"/>
                  </a:cubicBezTo>
                  <a:cubicBezTo>
                    <a:pt x="1428" y="819"/>
                    <a:pt x="1621" y="707"/>
                    <a:pt x="1813" y="546"/>
                  </a:cubicBezTo>
                  <a:lnTo>
                    <a:pt x="1813" y="1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874075" y="1956825"/>
              <a:ext cx="130400" cy="130400"/>
            </a:xfrm>
            <a:custGeom>
              <a:avLst/>
              <a:gdLst/>
              <a:ahLst/>
              <a:cxnLst/>
              <a:rect l="l" t="t" r="r" b="b"/>
              <a:pathLst>
                <a:path w="5216" h="5216" extrusionOk="0">
                  <a:moveTo>
                    <a:pt x="2616" y="1204"/>
                  </a:moveTo>
                  <a:cubicBezTo>
                    <a:pt x="2873" y="1846"/>
                    <a:pt x="3386" y="2343"/>
                    <a:pt x="4012" y="2600"/>
                  </a:cubicBezTo>
                  <a:cubicBezTo>
                    <a:pt x="3370" y="2857"/>
                    <a:pt x="2873" y="3370"/>
                    <a:pt x="2616" y="4012"/>
                  </a:cubicBezTo>
                  <a:cubicBezTo>
                    <a:pt x="2343" y="3370"/>
                    <a:pt x="1830" y="2857"/>
                    <a:pt x="1204" y="2600"/>
                  </a:cubicBezTo>
                  <a:cubicBezTo>
                    <a:pt x="1846" y="2343"/>
                    <a:pt x="2343" y="1814"/>
                    <a:pt x="2616" y="1204"/>
                  </a:cubicBezTo>
                  <a:close/>
                  <a:moveTo>
                    <a:pt x="2616" y="1"/>
                  </a:moveTo>
                  <a:cubicBezTo>
                    <a:pt x="2488" y="1"/>
                    <a:pt x="2408" y="81"/>
                    <a:pt x="2408" y="193"/>
                  </a:cubicBezTo>
                  <a:cubicBezTo>
                    <a:pt x="2408" y="1413"/>
                    <a:pt x="1413" y="2407"/>
                    <a:pt x="210" y="2407"/>
                  </a:cubicBezTo>
                  <a:cubicBezTo>
                    <a:pt x="81" y="2407"/>
                    <a:pt x="1" y="2488"/>
                    <a:pt x="1" y="2600"/>
                  </a:cubicBezTo>
                  <a:cubicBezTo>
                    <a:pt x="1" y="2728"/>
                    <a:pt x="81" y="2809"/>
                    <a:pt x="210" y="2809"/>
                  </a:cubicBezTo>
                  <a:cubicBezTo>
                    <a:pt x="1429" y="2809"/>
                    <a:pt x="2408" y="3803"/>
                    <a:pt x="2408" y="5007"/>
                  </a:cubicBezTo>
                  <a:cubicBezTo>
                    <a:pt x="2408" y="5135"/>
                    <a:pt x="2488" y="5215"/>
                    <a:pt x="2616" y="5215"/>
                  </a:cubicBezTo>
                  <a:cubicBezTo>
                    <a:pt x="2728" y="5215"/>
                    <a:pt x="2809" y="5135"/>
                    <a:pt x="2809" y="5007"/>
                  </a:cubicBezTo>
                  <a:cubicBezTo>
                    <a:pt x="2809" y="3787"/>
                    <a:pt x="3819" y="2809"/>
                    <a:pt x="5023" y="2809"/>
                  </a:cubicBezTo>
                  <a:cubicBezTo>
                    <a:pt x="5135" y="2809"/>
                    <a:pt x="5215" y="2728"/>
                    <a:pt x="5215" y="2600"/>
                  </a:cubicBezTo>
                  <a:cubicBezTo>
                    <a:pt x="5215" y="2488"/>
                    <a:pt x="5135" y="2407"/>
                    <a:pt x="5023" y="2407"/>
                  </a:cubicBezTo>
                  <a:cubicBezTo>
                    <a:pt x="3787" y="2407"/>
                    <a:pt x="2809" y="1397"/>
                    <a:pt x="2809" y="193"/>
                  </a:cubicBezTo>
                  <a:cubicBezTo>
                    <a:pt x="2809" y="81"/>
                    <a:pt x="2728" y="1"/>
                    <a:pt x="2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211575" y="17141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4" y="1172"/>
                  </a:moveTo>
                  <a:cubicBezTo>
                    <a:pt x="2857" y="1814"/>
                    <a:pt x="3370" y="2327"/>
                    <a:pt x="3996" y="2584"/>
                  </a:cubicBezTo>
                  <a:cubicBezTo>
                    <a:pt x="3354" y="2840"/>
                    <a:pt x="2857" y="3370"/>
                    <a:pt x="2584" y="3979"/>
                  </a:cubicBezTo>
                  <a:cubicBezTo>
                    <a:pt x="2327" y="3370"/>
                    <a:pt x="1830" y="2856"/>
                    <a:pt x="1188" y="2584"/>
                  </a:cubicBezTo>
                  <a:cubicBezTo>
                    <a:pt x="1830" y="2327"/>
                    <a:pt x="2327" y="1798"/>
                    <a:pt x="2584" y="1172"/>
                  </a:cubicBezTo>
                  <a:close/>
                  <a:moveTo>
                    <a:pt x="2616" y="1"/>
                  </a:moveTo>
                  <a:cubicBezTo>
                    <a:pt x="2488" y="1"/>
                    <a:pt x="2407" y="81"/>
                    <a:pt x="2407" y="193"/>
                  </a:cubicBezTo>
                  <a:cubicBezTo>
                    <a:pt x="2407" y="1412"/>
                    <a:pt x="1413" y="2407"/>
                    <a:pt x="209" y="2407"/>
                  </a:cubicBezTo>
                  <a:cubicBezTo>
                    <a:pt x="81" y="2407"/>
                    <a:pt x="1" y="2487"/>
                    <a:pt x="1" y="2600"/>
                  </a:cubicBezTo>
                  <a:cubicBezTo>
                    <a:pt x="1" y="2728"/>
                    <a:pt x="81" y="2808"/>
                    <a:pt x="209" y="2808"/>
                  </a:cubicBezTo>
                  <a:cubicBezTo>
                    <a:pt x="1429" y="2808"/>
                    <a:pt x="2407" y="3803"/>
                    <a:pt x="2407" y="5006"/>
                  </a:cubicBezTo>
                  <a:cubicBezTo>
                    <a:pt x="2407" y="5102"/>
                    <a:pt x="2488" y="5215"/>
                    <a:pt x="2616" y="5215"/>
                  </a:cubicBezTo>
                  <a:cubicBezTo>
                    <a:pt x="2728" y="5215"/>
                    <a:pt x="2808" y="5135"/>
                    <a:pt x="2808" y="5006"/>
                  </a:cubicBezTo>
                  <a:cubicBezTo>
                    <a:pt x="2808" y="3787"/>
                    <a:pt x="3819" y="2808"/>
                    <a:pt x="5022" y="2808"/>
                  </a:cubicBezTo>
                  <a:cubicBezTo>
                    <a:pt x="5135" y="2808"/>
                    <a:pt x="5215" y="2728"/>
                    <a:pt x="5215" y="2600"/>
                  </a:cubicBezTo>
                  <a:cubicBezTo>
                    <a:pt x="5215" y="2487"/>
                    <a:pt x="5135" y="2407"/>
                    <a:pt x="5022" y="2407"/>
                  </a:cubicBezTo>
                  <a:cubicBezTo>
                    <a:pt x="3787" y="2407"/>
                    <a:pt x="2808" y="1396"/>
                    <a:pt x="2808" y="193"/>
                  </a:cubicBezTo>
                  <a:cubicBezTo>
                    <a:pt x="2808" y="81"/>
                    <a:pt x="2728" y="1"/>
                    <a:pt x="2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6526350" y="1773550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6" y="1123"/>
                  </a:moveTo>
                  <a:cubicBezTo>
                    <a:pt x="2375" y="1588"/>
                    <a:pt x="2744" y="1973"/>
                    <a:pt x="3209" y="2166"/>
                  </a:cubicBezTo>
                  <a:cubicBezTo>
                    <a:pt x="2744" y="2391"/>
                    <a:pt x="2375" y="2760"/>
                    <a:pt x="2166" y="3209"/>
                  </a:cubicBezTo>
                  <a:cubicBezTo>
                    <a:pt x="1942" y="2760"/>
                    <a:pt x="1573" y="2375"/>
                    <a:pt x="1123" y="2166"/>
                  </a:cubicBezTo>
                  <a:cubicBezTo>
                    <a:pt x="1573" y="1957"/>
                    <a:pt x="1958" y="1588"/>
                    <a:pt x="2166" y="1123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0"/>
                    <a:pt x="1958" y="209"/>
                  </a:cubicBezTo>
                  <a:cubicBezTo>
                    <a:pt x="1958" y="1171"/>
                    <a:pt x="1171" y="1973"/>
                    <a:pt x="193" y="1973"/>
                  </a:cubicBezTo>
                  <a:cubicBezTo>
                    <a:pt x="81" y="1973"/>
                    <a:pt x="0" y="2054"/>
                    <a:pt x="0" y="2166"/>
                  </a:cubicBezTo>
                  <a:cubicBezTo>
                    <a:pt x="0" y="2294"/>
                    <a:pt x="81" y="2375"/>
                    <a:pt x="193" y="2375"/>
                  </a:cubicBezTo>
                  <a:cubicBezTo>
                    <a:pt x="1155" y="2375"/>
                    <a:pt x="1958" y="3161"/>
                    <a:pt x="1958" y="4139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8" y="4332"/>
                    <a:pt x="2359" y="4252"/>
                    <a:pt x="2359" y="4139"/>
                  </a:cubicBezTo>
                  <a:cubicBezTo>
                    <a:pt x="2359" y="3161"/>
                    <a:pt x="3145" y="2375"/>
                    <a:pt x="4123" y="2375"/>
                  </a:cubicBezTo>
                  <a:cubicBezTo>
                    <a:pt x="4236" y="2375"/>
                    <a:pt x="4332" y="2294"/>
                    <a:pt x="4332" y="2166"/>
                  </a:cubicBezTo>
                  <a:cubicBezTo>
                    <a:pt x="4332" y="2054"/>
                    <a:pt x="4236" y="1973"/>
                    <a:pt x="4123" y="1973"/>
                  </a:cubicBezTo>
                  <a:cubicBezTo>
                    <a:pt x="3161" y="1973"/>
                    <a:pt x="2359" y="1187"/>
                    <a:pt x="2359" y="209"/>
                  </a:cubicBezTo>
                  <a:cubicBezTo>
                    <a:pt x="2359" y="80"/>
                    <a:pt x="2278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948150" y="1822475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7" y="1123"/>
                  </a:moveTo>
                  <a:cubicBezTo>
                    <a:pt x="2391" y="1573"/>
                    <a:pt x="2744" y="1958"/>
                    <a:pt x="3210" y="2166"/>
                  </a:cubicBezTo>
                  <a:cubicBezTo>
                    <a:pt x="2744" y="2375"/>
                    <a:pt x="2375" y="2744"/>
                    <a:pt x="2167" y="3209"/>
                  </a:cubicBezTo>
                  <a:cubicBezTo>
                    <a:pt x="1942" y="2744"/>
                    <a:pt x="1589" y="2359"/>
                    <a:pt x="1124" y="2166"/>
                  </a:cubicBezTo>
                  <a:cubicBezTo>
                    <a:pt x="1589" y="1958"/>
                    <a:pt x="1974" y="1573"/>
                    <a:pt x="2167" y="1123"/>
                  </a:cubicBezTo>
                  <a:close/>
                  <a:moveTo>
                    <a:pt x="2167" y="0"/>
                  </a:moveTo>
                  <a:cubicBezTo>
                    <a:pt x="2055" y="0"/>
                    <a:pt x="1974" y="81"/>
                    <a:pt x="1974" y="193"/>
                  </a:cubicBezTo>
                  <a:cubicBezTo>
                    <a:pt x="1974" y="1156"/>
                    <a:pt x="1188" y="1958"/>
                    <a:pt x="210" y="1958"/>
                  </a:cubicBezTo>
                  <a:cubicBezTo>
                    <a:pt x="81" y="1958"/>
                    <a:pt x="1" y="2038"/>
                    <a:pt x="1" y="2166"/>
                  </a:cubicBezTo>
                  <a:cubicBezTo>
                    <a:pt x="1" y="2279"/>
                    <a:pt x="81" y="2359"/>
                    <a:pt x="210" y="2359"/>
                  </a:cubicBezTo>
                  <a:cubicBezTo>
                    <a:pt x="1188" y="2375"/>
                    <a:pt x="1974" y="3161"/>
                    <a:pt x="1974" y="4124"/>
                  </a:cubicBezTo>
                  <a:cubicBezTo>
                    <a:pt x="1974" y="4252"/>
                    <a:pt x="2055" y="4332"/>
                    <a:pt x="2167" y="4332"/>
                  </a:cubicBezTo>
                  <a:cubicBezTo>
                    <a:pt x="2295" y="4332"/>
                    <a:pt x="2375" y="4252"/>
                    <a:pt x="2375" y="4124"/>
                  </a:cubicBezTo>
                  <a:cubicBezTo>
                    <a:pt x="2375" y="3161"/>
                    <a:pt x="3145" y="2359"/>
                    <a:pt x="4124" y="2359"/>
                  </a:cubicBezTo>
                  <a:cubicBezTo>
                    <a:pt x="4252" y="2359"/>
                    <a:pt x="4333" y="2279"/>
                    <a:pt x="4333" y="2166"/>
                  </a:cubicBezTo>
                  <a:cubicBezTo>
                    <a:pt x="4333" y="2038"/>
                    <a:pt x="4252" y="1958"/>
                    <a:pt x="4124" y="1958"/>
                  </a:cubicBezTo>
                  <a:cubicBezTo>
                    <a:pt x="3178" y="1958"/>
                    <a:pt x="2375" y="1172"/>
                    <a:pt x="2375" y="193"/>
                  </a:cubicBezTo>
                  <a:cubicBezTo>
                    <a:pt x="2375" y="81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819725" y="1314300"/>
              <a:ext cx="318875" cy="318875"/>
            </a:xfrm>
            <a:custGeom>
              <a:avLst/>
              <a:gdLst/>
              <a:ahLst/>
              <a:cxnLst/>
              <a:rect l="l" t="t" r="r" b="b"/>
              <a:pathLst>
                <a:path w="12755" h="12755" extrusionOk="0">
                  <a:moveTo>
                    <a:pt x="6370" y="1829"/>
                  </a:moveTo>
                  <a:cubicBezTo>
                    <a:pt x="6947" y="4075"/>
                    <a:pt x="8712" y="5840"/>
                    <a:pt x="10942" y="6402"/>
                  </a:cubicBezTo>
                  <a:cubicBezTo>
                    <a:pt x="8712" y="6963"/>
                    <a:pt x="6947" y="8728"/>
                    <a:pt x="6370" y="10974"/>
                  </a:cubicBezTo>
                  <a:cubicBezTo>
                    <a:pt x="5792" y="8728"/>
                    <a:pt x="4027" y="6963"/>
                    <a:pt x="1797" y="6402"/>
                  </a:cubicBezTo>
                  <a:cubicBezTo>
                    <a:pt x="4043" y="5824"/>
                    <a:pt x="5808" y="4059"/>
                    <a:pt x="6370" y="1829"/>
                  </a:cubicBezTo>
                  <a:close/>
                  <a:moveTo>
                    <a:pt x="6370" y="0"/>
                  </a:moveTo>
                  <a:cubicBezTo>
                    <a:pt x="6257" y="0"/>
                    <a:pt x="6177" y="81"/>
                    <a:pt x="6177" y="209"/>
                  </a:cubicBezTo>
                  <a:cubicBezTo>
                    <a:pt x="6177" y="3498"/>
                    <a:pt x="3482" y="6177"/>
                    <a:pt x="193" y="6177"/>
                  </a:cubicBezTo>
                  <a:cubicBezTo>
                    <a:pt x="81" y="6177"/>
                    <a:pt x="0" y="6257"/>
                    <a:pt x="0" y="6386"/>
                  </a:cubicBezTo>
                  <a:cubicBezTo>
                    <a:pt x="0" y="6498"/>
                    <a:pt x="81" y="6578"/>
                    <a:pt x="193" y="6578"/>
                  </a:cubicBezTo>
                  <a:cubicBezTo>
                    <a:pt x="3482" y="6578"/>
                    <a:pt x="6177" y="9273"/>
                    <a:pt x="6177" y="12562"/>
                  </a:cubicBezTo>
                  <a:cubicBezTo>
                    <a:pt x="6177" y="12675"/>
                    <a:pt x="6257" y="12755"/>
                    <a:pt x="6370" y="12755"/>
                  </a:cubicBezTo>
                  <a:cubicBezTo>
                    <a:pt x="6498" y="12755"/>
                    <a:pt x="6578" y="12675"/>
                    <a:pt x="6578" y="12562"/>
                  </a:cubicBezTo>
                  <a:cubicBezTo>
                    <a:pt x="6578" y="9273"/>
                    <a:pt x="9257" y="6578"/>
                    <a:pt x="12546" y="6578"/>
                  </a:cubicBezTo>
                  <a:cubicBezTo>
                    <a:pt x="12675" y="6578"/>
                    <a:pt x="12755" y="6498"/>
                    <a:pt x="12755" y="6386"/>
                  </a:cubicBezTo>
                  <a:cubicBezTo>
                    <a:pt x="12755" y="6257"/>
                    <a:pt x="12643" y="6177"/>
                    <a:pt x="12546" y="6177"/>
                  </a:cubicBezTo>
                  <a:cubicBezTo>
                    <a:pt x="9257" y="6177"/>
                    <a:pt x="6578" y="3498"/>
                    <a:pt x="6578" y="209"/>
                  </a:cubicBezTo>
                  <a:cubicBezTo>
                    <a:pt x="6578" y="81"/>
                    <a:pt x="6498" y="0"/>
                    <a:pt x="637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160550" y="46272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7" y="1139"/>
                  </a:moveTo>
                  <a:cubicBezTo>
                    <a:pt x="2391" y="1605"/>
                    <a:pt x="2760" y="1990"/>
                    <a:pt x="3209" y="2182"/>
                  </a:cubicBezTo>
                  <a:cubicBezTo>
                    <a:pt x="2776" y="2391"/>
                    <a:pt x="2391" y="2776"/>
                    <a:pt x="2167" y="3241"/>
                  </a:cubicBezTo>
                  <a:cubicBezTo>
                    <a:pt x="1958" y="2776"/>
                    <a:pt x="1589" y="2391"/>
                    <a:pt x="1124" y="2182"/>
                  </a:cubicBezTo>
                  <a:cubicBezTo>
                    <a:pt x="1589" y="1974"/>
                    <a:pt x="1974" y="1605"/>
                    <a:pt x="2167" y="1139"/>
                  </a:cubicBezTo>
                  <a:close/>
                  <a:moveTo>
                    <a:pt x="2167" y="0"/>
                  </a:moveTo>
                  <a:cubicBezTo>
                    <a:pt x="2054" y="0"/>
                    <a:pt x="1974" y="80"/>
                    <a:pt x="1974" y="209"/>
                  </a:cubicBezTo>
                  <a:cubicBezTo>
                    <a:pt x="1974" y="1171"/>
                    <a:pt x="1188" y="1974"/>
                    <a:pt x="209" y="1974"/>
                  </a:cubicBezTo>
                  <a:cubicBezTo>
                    <a:pt x="81" y="1974"/>
                    <a:pt x="1" y="2054"/>
                    <a:pt x="1" y="2166"/>
                  </a:cubicBezTo>
                  <a:cubicBezTo>
                    <a:pt x="1" y="2294"/>
                    <a:pt x="81" y="2375"/>
                    <a:pt x="209" y="2375"/>
                  </a:cubicBezTo>
                  <a:cubicBezTo>
                    <a:pt x="1172" y="2375"/>
                    <a:pt x="1974" y="3161"/>
                    <a:pt x="1974" y="4139"/>
                  </a:cubicBezTo>
                  <a:cubicBezTo>
                    <a:pt x="1974" y="4252"/>
                    <a:pt x="2054" y="4332"/>
                    <a:pt x="2167" y="4332"/>
                  </a:cubicBezTo>
                  <a:cubicBezTo>
                    <a:pt x="2295" y="4332"/>
                    <a:pt x="2375" y="4252"/>
                    <a:pt x="2375" y="4139"/>
                  </a:cubicBezTo>
                  <a:cubicBezTo>
                    <a:pt x="2375" y="3177"/>
                    <a:pt x="3161" y="2375"/>
                    <a:pt x="4140" y="2375"/>
                  </a:cubicBezTo>
                  <a:cubicBezTo>
                    <a:pt x="4252" y="2375"/>
                    <a:pt x="4332" y="2294"/>
                    <a:pt x="4332" y="2166"/>
                  </a:cubicBezTo>
                  <a:cubicBezTo>
                    <a:pt x="4332" y="2054"/>
                    <a:pt x="4236" y="1974"/>
                    <a:pt x="4140" y="1974"/>
                  </a:cubicBezTo>
                  <a:cubicBezTo>
                    <a:pt x="3177" y="1974"/>
                    <a:pt x="2375" y="1187"/>
                    <a:pt x="2375" y="209"/>
                  </a:cubicBezTo>
                  <a:cubicBezTo>
                    <a:pt x="2375" y="80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585500" y="1203600"/>
              <a:ext cx="153225" cy="153625"/>
            </a:xfrm>
            <a:custGeom>
              <a:avLst/>
              <a:gdLst/>
              <a:ahLst/>
              <a:cxnLst/>
              <a:rect l="l" t="t" r="r" b="b"/>
              <a:pathLst>
                <a:path w="6129" h="6145" extrusionOk="0">
                  <a:moveTo>
                    <a:pt x="3064" y="401"/>
                  </a:moveTo>
                  <a:cubicBezTo>
                    <a:pt x="4524" y="401"/>
                    <a:pt x="5728" y="1605"/>
                    <a:pt x="5728" y="3065"/>
                  </a:cubicBezTo>
                  <a:cubicBezTo>
                    <a:pt x="5728" y="4541"/>
                    <a:pt x="4524" y="5744"/>
                    <a:pt x="3064" y="5744"/>
                  </a:cubicBezTo>
                  <a:cubicBezTo>
                    <a:pt x="1604" y="5744"/>
                    <a:pt x="401" y="4541"/>
                    <a:pt x="401" y="3065"/>
                  </a:cubicBezTo>
                  <a:cubicBezTo>
                    <a:pt x="417" y="1605"/>
                    <a:pt x="1604" y="401"/>
                    <a:pt x="3064" y="401"/>
                  </a:cubicBezTo>
                  <a:close/>
                  <a:moveTo>
                    <a:pt x="3064" y="0"/>
                  </a:moveTo>
                  <a:cubicBezTo>
                    <a:pt x="1380" y="0"/>
                    <a:pt x="0" y="1380"/>
                    <a:pt x="0" y="3065"/>
                  </a:cubicBezTo>
                  <a:cubicBezTo>
                    <a:pt x="16" y="4749"/>
                    <a:pt x="1380" y="6145"/>
                    <a:pt x="3064" y="6145"/>
                  </a:cubicBezTo>
                  <a:cubicBezTo>
                    <a:pt x="4749" y="6145"/>
                    <a:pt x="6129" y="4749"/>
                    <a:pt x="6129" y="3065"/>
                  </a:cubicBezTo>
                  <a:cubicBezTo>
                    <a:pt x="6129" y="1380"/>
                    <a:pt x="4749" y="0"/>
                    <a:pt x="306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59575" y="10672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73"/>
                    <a:pt x="1589" y="1910"/>
                    <a:pt x="1172" y="1910"/>
                  </a:cubicBezTo>
                  <a:cubicBezTo>
                    <a:pt x="754" y="1910"/>
                    <a:pt x="401" y="1557"/>
                    <a:pt x="401" y="1140"/>
                  </a:cubicBezTo>
                  <a:cubicBezTo>
                    <a:pt x="401" y="739"/>
                    <a:pt x="754" y="386"/>
                    <a:pt x="1172" y="386"/>
                  </a:cubicBezTo>
                  <a:close/>
                  <a:moveTo>
                    <a:pt x="1172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814"/>
                    <a:pt x="530" y="2327"/>
                    <a:pt x="1172" y="2327"/>
                  </a:cubicBezTo>
                  <a:cubicBezTo>
                    <a:pt x="1813" y="2327"/>
                    <a:pt x="2327" y="1814"/>
                    <a:pt x="2327" y="1172"/>
                  </a:cubicBezTo>
                  <a:cubicBezTo>
                    <a:pt x="2327" y="530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030100" y="1106925"/>
              <a:ext cx="58200" cy="58200"/>
            </a:xfrm>
            <a:custGeom>
              <a:avLst/>
              <a:gdLst/>
              <a:ahLst/>
              <a:cxnLst/>
              <a:rect l="l" t="t" r="r" b="b"/>
              <a:pathLst>
                <a:path w="2328" h="2328" extrusionOk="0">
                  <a:moveTo>
                    <a:pt x="1156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57"/>
                    <a:pt x="1589" y="1894"/>
                    <a:pt x="1156" y="1894"/>
                  </a:cubicBezTo>
                  <a:cubicBezTo>
                    <a:pt x="739" y="1894"/>
                    <a:pt x="402" y="1557"/>
                    <a:pt x="402" y="1140"/>
                  </a:cubicBezTo>
                  <a:cubicBezTo>
                    <a:pt x="402" y="723"/>
                    <a:pt x="739" y="386"/>
                    <a:pt x="1156" y="386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33575" y="43461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71" y="418"/>
                  </a:moveTo>
                  <a:cubicBezTo>
                    <a:pt x="1588" y="418"/>
                    <a:pt x="1925" y="771"/>
                    <a:pt x="1925" y="1188"/>
                  </a:cubicBezTo>
                  <a:cubicBezTo>
                    <a:pt x="1925" y="1605"/>
                    <a:pt x="1588" y="1942"/>
                    <a:pt x="1171" y="1942"/>
                  </a:cubicBezTo>
                  <a:cubicBezTo>
                    <a:pt x="754" y="1942"/>
                    <a:pt x="401" y="1605"/>
                    <a:pt x="401" y="1188"/>
                  </a:cubicBezTo>
                  <a:cubicBezTo>
                    <a:pt x="401" y="771"/>
                    <a:pt x="754" y="418"/>
                    <a:pt x="1171" y="418"/>
                  </a:cubicBezTo>
                  <a:close/>
                  <a:moveTo>
                    <a:pt x="1171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798"/>
                    <a:pt x="530" y="2327"/>
                    <a:pt x="1171" y="2327"/>
                  </a:cubicBezTo>
                  <a:cubicBezTo>
                    <a:pt x="1813" y="2327"/>
                    <a:pt x="2326" y="1798"/>
                    <a:pt x="2326" y="1172"/>
                  </a:cubicBezTo>
                  <a:cubicBezTo>
                    <a:pt x="2326" y="530"/>
                    <a:pt x="1813" y="1"/>
                    <a:pt x="117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728675" y="858675"/>
              <a:ext cx="67400" cy="62175"/>
            </a:xfrm>
            <a:custGeom>
              <a:avLst/>
              <a:gdLst/>
              <a:ahLst/>
              <a:cxnLst/>
              <a:rect l="l" t="t" r="r" b="b"/>
              <a:pathLst>
                <a:path w="2696" h="2487" extrusionOk="0">
                  <a:moveTo>
                    <a:pt x="1348" y="209"/>
                  </a:moveTo>
                  <a:cubicBezTo>
                    <a:pt x="1878" y="209"/>
                    <a:pt x="2295" y="626"/>
                    <a:pt x="2295" y="1139"/>
                  </a:cubicBezTo>
                  <a:cubicBezTo>
                    <a:pt x="2295" y="1669"/>
                    <a:pt x="1878" y="2086"/>
                    <a:pt x="1348" y="2086"/>
                  </a:cubicBezTo>
                  <a:cubicBezTo>
                    <a:pt x="835" y="2086"/>
                    <a:pt x="402" y="1669"/>
                    <a:pt x="402" y="1139"/>
                  </a:cubicBezTo>
                  <a:cubicBezTo>
                    <a:pt x="402" y="626"/>
                    <a:pt x="835" y="209"/>
                    <a:pt x="1348" y="209"/>
                  </a:cubicBezTo>
                  <a:close/>
                  <a:moveTo>
                    <a:pt x="642" y="0"/>
                  </a:moveTo>
                  <a:cubicBezTo>
                    <a:pt x="273" y="241"/>
                    <a:pt x="1" y="658"/>
                    <a:pt x="1" y="1139"/>
                  </a:cubicBezTo>
                  <a:cubicBezTo>
                    <a:pt x="1" y="1893"/>
                    <a:pt x="610" y="2487"/>
                    <a:pt x="1348" y="2487"/>
                  </a:cubicBezTo>
                  <a:cubicBezTo>
                    <a:pt x="2086" y="2487"/>
                    <a:pt x="2696" y="1893"/>
                    <a:pt x="2696" y="1139"/>
                  </a:cubicBezTo>
                  <a:cubicBezTo>
                    <a:pt x="2696" y="658"/>
                    <a:pt x="2439" y="241"/>
                    <a:pt x="205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054175" y="408500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88" y="402"/>
                  </a:moveTo>
                  <a:cubicBezTo>
                    <a:pt x="1605" y="402"/>
                    <a:pt x="1942" y="738"/>
                    <a:pt x="1942" y="1156"/>
                  </a:cubicBezTo>
                  <a:cubicBezTo>
                    <a:pt x="1942" y="1589"/>
                    <a:pt x="1605" y="1926"/>
                    <a:pt x="1188" y="1926"/>
                  </a:cubicBezTo>
                  <a:cubicBezTo>
                    <a:pt x="755" y="1926"/>
                    <a:pt x="418" y="1573"/>
                    <a:pt x="418" y="1156"/>
                  </a:cubicBezTo>
                  <a:cubicBezTo>
                    <a:pt x="418" y="738"/>
                    <a:pt x="755" y="402"/>
                    <a:pt x="1188" y="402"/>
                  </a:cubicBezTo>
                  <a:close/>
                  <a:moveTo>
                    <a:pt x="1156" y="0"/>
                  </a:moveTo>
                  <a:cubicBezTo>
                    <a:pt x="514" y="0"/>
                    <a:pt x="1" y="514"/>
                    <a:pt x="1" y="1156"/>
                  </a:cubicBezTo>
                  <a:cubicBezTo>
                    <a:pt x="1" y="1797"/>
                    <a:pt x="514" y="2327"/>
                    <a:pt x="1156" y="2327"/>
                  </a:cubicBezTo>
                  <a:cubicBezTo>
                    <a:pt x="1797" y="2327"/>
                    <a:pt x="2327" y="1797"/>
                    <a:pt x="2327" y="1156"/>
                  </a:cubicBezTo>
                  <a:cubicBezTo>
                    <a:pt x="2327" y="514"/>
                    <a:pt x="1797" y="0"/>
                    <a:pt x="115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17100" y="1359625"/>
              <a:ext cx="46550" cy="83050"/>
            </a:xfrm>
            <a:custGeom>
              <a:avLst/>
              <a:gdLst/>
              <a:ahLst/>
              <a:cxnLst/>
              <a:rect l="l" t="t" r="r" b="b"/>
              <a:pathLst>
                <a:path w="1862" h="3322" extrusionOk="0">
                  <a:moveTo>
                    <a:pt x="899" y="658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8" y="1396"/>
                    <a:pt x="642" y="1348"/>
                    <a:pt x="578" y="1284"/>
                  </a:cubicBezTo>
                  <a:cubicBezTo>
                    <a:pt x="498" y="1220"/>
                    <a:pt x="482" y="1139"/>
                    <a:pt x="482" y="1027"/>
                  </a:cubicBezTo>
                  <a:cubicBezTo>
                    <a:pt x="482" y="899"/>
                    <a:pt x="514" y="818"/>
                    <a:pt x="594" y="754"/>
                  </a:cubicBezTo>
                  <a:cubicBezTo>
                    <a:pt x="674" y="706"/>
                    <a:pt x="770" y="658"/>
                    <a:pt x="899" y="658"/>
                  </a:cubicBezTo>
                  <a:close/>
                  <a:moveTo>
                    <a:pt x="1027" y="1861"/>
                  </a:moveTo>
                  <a:cubicBezTo>
                    <a:pt x="1155" y="1909"/>
                    <a:pt x="1268" y="1958"/>
                    <a:pt x="1348" y="2022"/>
                  </a:cubicBezTo>
                  <a:cubicBezTo>
                    <a:pt x="1428" y="2086"/>
                    <a:pt x="1460" y="2182"/>
                    <a:pt x="1460" y="2278"/>
                  </a:cubicBezTo>
                  <a:cubicBezTo>
                    <a:pt x="1444" y="2423"/>
                    <a:pt x="1396" y="2503"/>
                    <a:pt x="1348" y="2583"/>
                  </a:cubicBezTo>
                  <a:cubicBezTo>
                    <a:pt x="1268" y="2663"/>
                    <a:pt x="1155" y="2680"/>
                    <a:pt x="1027" y="2680"/>
                  </a:cubicBezTo>
                  <a:lnTo>
                    <a:pt x="1027" y="1861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37"/>
                    <a:pt x="417" y="401"/>
                  </a:cubicBezTo>
                  <a:cubicBezTo>
                    <a:pt x="273" y="466"/>
                    <a:pt x="177" y="546"/>
                    <a:pt x="113" y="658"/>
                  </a:cubicBezTo>
                  <a:cubicBezTo>
                    <a:pt x="32" y="754"/>
                    <a:pt x="0" y="899"/>
                    <a:pt x="0" y="1027"/>
                  </a:cubicBezTo>
                  <a:cubicBezTo>
                    <a:pt x="0" y="1204"/>
                    <a:pt x="32" y="1316"/>
                    <a:pt x="113" y="1444"/>
                  </a:cubicBezTo>
                  <a:cubicBezTo>
                    <a:pt x="193" y="1540"/>
                    <a:pt x="305" y="1621"/>
                    <a:pt x="401" y="1669"/>
                  </a:cubicBezTo>
                  <a:cubicBezTo>
                    <a:pt x="498" y="1701"/>
                    <a:pt x="658" y="1765"/>
                    <a:pt x="867" y="1829"/>
                  </a:cubicBezTo>
                  <a:lnTo>
                    <a:pt x="867" y="2663"/>
                  </a:lnTo>
                  <a:cubicBezTo>
                    <a:pt x="738" y="2647"/>
                    <a:pt x="642" y="2599"/>
                    <a:pt x="578" y="2519"/>
                  </a:cubicBezTo>
                  <a:cubicBezTo>
                    <a:pt x="514" y="2439"/>
                    <a:pt x="466" y="2359"/>
                    <a:pt x="466" y="2262"/>
                  </a:cubicBezTo>
                  <a:lnTo>
                    <a:pt x="0" y="2262"/>
                  </a:lnTo>
                  <a:cubicBezTo>
                    <a:pt x="16" y="2471"/>
                    <a:pt x="97" y="2647"/>
                    <a:pt x="257" y="2792"/>
                  </a:cubicBezTo>
                  <a:cubicBezTo>
                    <a:pt x="417" y="2920"/>
                    <a:pt x="626" y="3000"/>
                    <a:pt x="867" y="3032"/>
                  </a:cubicBezTo>
                  <a:lnTo>
                    <a:pt x="867" y="3321"/>
                  </a:lnTo>
                  <a:lnTo>
                    <a:pt x="979" y="3321"/>
                  </a:lnTo>
                  <a:lnTo>
                    <a:pt x="979" y="3032"/>
                  </a:lnTo>
                  <a:cubicBezTo>
                    <a:pt x="1171" y="3032"/>
                    <a:pt x="1332" y="2984"/>
                    <a:pt x="1460" y="2920"/>
                  </a:cubicBezTo>
                  <a:cubicBezTo>
                    <a:pt x="1605" y="2872"/>
                    <a:pt x="1701" y="2760"/>
                    <a:pt x="1765" y="2663"/>
                  </a:cubicBezTo>
                  <a:cubicBezTo>
                    <a:pt x="1829" y="2551"/>
                    <a:pt x="1861" y="2423"/>
                    <a:pt x="1861" y="2311"/>
                  </a:cubicBezTo>
                  <a:cubicBezTo>
                    <a:pt x="1861" y="2150"/>
                    <a:pt x="1829" y="2006"/>
                    <a:pt x="1749" y="1909"/>
                  </a:cubicBezTo>
                  <a:cubicBezTo>
                    <a:pt x="1669" y="1797"/>
                    <a:pt x="1621" y="1717"/>
                    <a:pt x="1508" y="1669"/>
                  </a:cubicBezTo>
                  <a:cubicBezTo>
                    <a:pt x="1396" y="1621"/>
                    <a:pt x="1236" y="1556"/>
                    <a:pt x="1075" y="1508"/>
                  </a:cubicBezTo>
                  <a:lnTo>
                    <a:pt x="995" y="1476"/>
                  </a:lnTo>
                  <a:lnTo>
                    <a:pt x="995" y="658"/>
                  </a:lnTo>
                  <a:cubicBezTo>
                    <a:pt x="1107" y="674"/>
                    <a:pt x="1204" y="722"/>
                    <a:pt x="1268" y="786"/>
                  </a:cubicBezTo>
                  <a:cubicBezTo>
                    <a:pt x="1316" y="835"/>
                    <a:pt x="1364" y="915"/>
                    <a:pt x="1380" y="1027"/>
                  </a:cubicBezTo>
                  <a:lnTo>
                    <a:pt x="1845" y="1027"/>
                  </a:lnTo>
                  <a:cubicBezTo>
                    <a:pt x="1829" y="818"/>
                    <a:pt x="1733" y="658"/>
                    <a:pt x="1573" y="546"/>
                  </a:cubicBezTo>
                  <a:cubicBezTo>
                    <a:pt x="1444" y="417"/>
                    <a:pt x="1236" y="337"/>
                    <a:pt x="995" y="321"/>
                  </a:cubicBezTo>
                  <a:lnTo>
                    <a:pt x="99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869375" y="1330350"/>
              <a:ext cx="143600" cy="143600"/>
            </a:xfrm>
            <a:custGeom>
              <a:avLst/>
              <a:gdLst/>
              <a:ahLst/>
              <a:cxnLst/>
              <a:rect l="l" t="t" r="r" b="b"/>
              <a:pathLst>
                <a:path w="5744" h="5744" extrusionOk="0">
                  <a:moveTo>
                    <a:pt x="2872" y="401"/>
                  </a:moveTo>
                  <a:cubicBezTo>
                    <a:pt x="4236" y="401"/>
                    <a:pt x="5343" y="1508"/>
                    <a:pt x="5343" y="2872"/>
                  </a:cubicBezTo>
                  <a:cubicBezTo>
                    <a:pt x="5343" y="4236"/>
                    <a:pt x="4236" y="5343"/>
                    <a:pt x="2872" y="5343"/>
                  </a:cubicBezTo>
                  <a:cubicBezTo>
                    <a:pt x="1508" y="5343"/>
                    <a:pt x="401" y="4236"/>
                    <a:pt x="401" y="2872"/>
                  </a:cubicBezTo>
                  <a:cubicBezTo>
                    <a:pt x="401" y="1508"/>
                    <a:pt x="1508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60"/>
                    <a:pt x="1284" y="5744"/>
                    <a:pt x="2872" y="5744"/>
                  </a:cubicBezTo>
                  <a:cubicBezTo>
                    <a:pt x="4460" y="5744"/>
                    <a:pt x="5744" y="4460"/>
                    <a:pt x="5744" y="2872"/>
                  </a:cubicBezTo>
                  <a:cubicBezTo>
                    <a:pt x="5744" y="1284"/>
                    <a:pt x="4460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838875" y="1299850"/>
              <a:ext cx="204575" cy="204575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4092" y="402"/>
                  </a:moveTo>
                  <a:cubicBezTo>
                    <a:pt x="6129" y="402"/>
                    <a:pt x="7782" y="2070"/>
                    <a:pt x="7782" y="4092"/>
                  </a:cubicBezTo>
                  <a:cubicBezTo>
                    <a:pt x="7798" y="6145"/>
                    <a:pt x="6129" y="7782"/>
                    <a:pt x="4092" y="7782"/>
                  </a:cubicBezTo>
                  <a:cubicBezTo>
                    <a:pt x="2038" y="7782"/>
                    <a:pt x="402" y="6113"/>
                    <a:pt x="402" y="4092"/>
                  </a:cubicBezTo>
                  <a:cubicBezTo>
                    <a:pt x="402" y="2054"/>
                    <a:pt x="2054" y="402"/>
                    <a:pt x="4092" y="402"/>
                  </a:cubicBezTo>
                  <a:close/>
                  <a:moveTo>
                    <a:pt x="4092" y="1"/>
                  </a:moveTo>
                  <a:cubicBezTo>
                    <a:pt x="1830" y="1"/>
                    <a:pt x="1" y="1846"/>
                    <a:pt x="1" y="4092"/>
                  </a:cubicBezTo>
                  <a:cubicBezTo>
                    <a:pt x="1" y="6338"/>
                    <a:pt x="1846" y="8183"/>
                    <a:pt x="4092" y="8183"/>
                  </a:cubicBezTo>
                  <a:cubicBezTo>
                    <a:pt x="6338" y="8183"/>
                    <a:pt x="8183" y="6338"/>
                    <a:pt x="8183" y="4092"/>
                  </a:cubicBezTo>
                  <a:cubicBezTo>
                    <a:pt x="8183" y="1846"/>
                    <a:pt x="6354" y="1"/>
                    <a:pt x="409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684475" y="1244100"/>
              <a:ext cx="513400" cy="435200"/>
            </a:xfrm>
            <a:custGeom>
              <a:avLst/>
              <a:gdLst/>
              <a:ahLst/>
              <a:cxnLst/>
              <a:rect l="l" t="t" r="r" b="b"/>
              <a:pathLst>
                <a:path w="20536" h="17408" extrusionOk="0">
                  <a:moveTo>
                    <a:pt x="17102" y="402"/>
                  </a:moveTo>
                  <a:cubicBezTo>
                    <a:pt x="18787" y="402"/>
                    <a:pt x="20151" y="1766"/>
                    <a:pt x="20151" y="3450"/>
                  </a:cubicBezTo>
                  <a:lnTo>
                    <a:pt x="20151" y="11488"/>
                  </a:lnTo>
                  <a:lnTo>
                    <a:pt x="417" y="11488"/>
                  </a:lnTo>
                  <a:lnTo>
                    <a:pt x="417" y="3450"/>
                  </a:lnTo>
                  <a:cubicBezTo>
                    <a:pt x="417" y="1766"/>
                    <a:pt x="1781" y="402"/>
                    <a:pt x="3465" y="402"/>
                  </a:cubicBezTo>
                  <a:close/>
                  <a:moveTo>
                    <a:pt x="20135" y="11889"/>
                  </a:moveTo>
                  <a:cubicBezTo>
                    <a:pt x="20087" y="13541"/>
                    <a:pt x="18723" y="14841"/>
                    <a:pt x="17086" y="14841"/>
                  </a:cubicBezTo>
                  <a:lnTo>
                    <a:pt x="3465" y="14841"/>
                  </a:lnTo>
                  <a:cubicBezTo>
                    <a:pt x="1813" y="14841"/>
                    <a:pt x="481" y="13525"/>
                    <a:pt x="417" y="11889"/>
                  </a:cubicBezTo>
                  <a:close/>
                  <a:moveTo>
                    <a:pt x="12338" y="15274"/>
                  </a:moveTo>
                  <a:lnTo>
                    <a:pt x="12338" y="16894"/>
                  </a:lnTo>
                  <a:lnTo>
                    <a:pt x="8214" y="16894"/>
                  </a:lnTo>
                  <a:lnTo>
                    <a:pt x="8214" y="15274"/>
                  </a:lnTo>
                  <a:close/>
                  <a:moveTo>
                    <a:pt x="3449" y="1"/>
                  </a:moveTo>
                  <a:cubicBezTo>
                    <a:pt x="1540" y="1"/>
                    <a:pt x="0" y="1557"/>
                    <a:pt x="0" y="3450"/>
                  </a:cubicBezTo>
                  <a:lnTo>
                    <a:pt x="0" y="11825"/>
                  </a:lnTo>
                  <a:cubicBezTo>
                    <a:pt x="16" y="13718"/>
                    <a:pt x="1556" y="15274"/>
                    <a:pt x="3465" y="15274"/>
                  </a:cubicBezTo>
                  <a:lnTo>
                    <a:pt x="7813" y="15274"/>
                  </a:lnTo>
                  <a:lnTo>
                    <a:pt x="7813" y="17007"/>
                  </a:lnTo>
                  <a:lnTo>
                    <a:pt x="6369" y="17007"/>
                  </a:lnTo>
                  <a:cubicBezTo>
                    <a:pt x="6257" y="17007"/>
                    <a:pt x="6177" y="17087"/>
                    <a:pt x="6177" y="17215"/>
                  </a:cubicBezTo>
                  <a:cubicBezTo>
                    <a:pt x="6177" y="17328"/>
                    <a:pt x="6257" y="17408"/>
                    <a:pt x="6369" y="17408"/>
                  </a:cubicBezTo>
                  <a:lnTo>
                    <a:pt x="14183" y="17408"/>
                  </a:lnTo>
                  <a:cubicBezTo>
                    <a:pt x="14295" y="17408"/>
                    <a:pt x="14375" y="17328"/>
                    <a:pt x="14375" y="17215"/>
                  </a:cubicBezTo>
                  <a:cubicBezTo>
                    <a:pt x="14375" y="17087"/>
                    <a:pt x="14295" y="17007"/>
                    <a:pt x="14183" y="17007"/>
                  </a:cubicBezTo>
                  <a:lnTo>
                    <a:pt x="12739" y="17007"/>
                  </a:lnTo>
                  <a:lnTo>
                    <a:pt x="12739" y="15274"/>
                  </a:lnTo>
                  <a:lnTo>
                    <a:pt x="17086" y="15274"/>
                  </a:lnTo>
                  <a:cubicBezTo>
                    <a:pt x="18996" y="15274"/>
                    <a:pt x="20536" y="13718"/>
                    <a:pt x="20536" y="11825"/>
                  </a:cubicBezTo>
                  <a:lnTo>
                    <a:pt x="20536" y="3450"/>
                  </a:lnTo>
                  <a:cubicBezTo>
                    <a:pt x="20536" y="1557"/>
                    <a:pt x="18996" y="1"/>
                    <a:pt x="17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923100" y="1558550"/>
              <a:ext cx="36125" cy="36125"/>
            </a:xfrm>
            <a:custGeom>
              <a:avLst/>
              <a:gdLst/>
              <a:ahLst/>
              <a:cxnLst/>
              <a:rect l="l" t="t" r="r" b="b"/>
              <a:pathLst>
                <a:path w="1445" h="1445" extrusionOk="0">
                  <a:moveTo>
                    <a:pt x="723" y="1"/>
                  </a:moveTo>
                  <a:cubicBezTo>
                    <a:pt x="322" y="1"/>
                    <a:pt x="1" y="322"/>
                    <a:pt x="1" y="723"/>
                  </a:cubicBezTo>
                  <a:cubicBezTo>
                    <a:pt x="1" y="1124"/>
                    <a:pt x="338" y="1445"/>
                    <a:pt x="723" y="1445"/>
                  </a:cubicBezTo>
                  <a:cubicBezTo>
                    <a:pt x="1124" y="1445"/>
                    <a:pt x="1445" y="1124"/>
                    <a:pt x="1445" y="723"/>
                  </a:cubicBezTo>
                  <a:cubicBezTo>
                    <a:pt x="1445" y="322"/>
                    <a:pt x="1124" y="1"/>
                    <a:pt x="72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714450" y="1541825"/>
              <a:ext cx="290825" cy="234950"/>
            </a:xfrm>
            <a:custGeom>
              <a:avLst/>
              <a:gdLst/>
              <a:ahLst/>
              <a:cxnLst/>
              <a:rect l="l" t="t" r="r" b="b"/>
              <a:pathLst>
                <a:path w="11633" h="9398" extrusionOk="0">
                  <a:moveTo>
                    <a:pt x="7958" y="253"/>
                  </a:moveTo>
                  <a:cubicBezTo>
                    <a:pt x="8600" y="253"/>
                    <a:pt x="9178" y="493"/>
                    <a:pt x="9579" y="910"/>
                  </a:cubicBezTo>
                  <a:cubicBezTo>
                    <a:pt x="9590" y="977"/>
                    <a:pt x="9639" y="1013"/>
                    <a:pt x="9695" y="1013"/>
                  </a:cubicBezTo>
                  <a:cubicBezTo>
                    <a:pt x="9720" y="1013"/>
                    <a:pt x="9746" y="1006"/>
                    <a:pt x="9771" y="991"/>
                  </a:cubicBezTo>
                  <a:lnTo>
                    <a:pt x="10381" y="702"/>
                  </a:lnTo>
                  <a:lnTo>
                    <a:pt x="10654" y="590"/>
                  </a:lnTo>
                  <a:lnTo>
                    <a:pt x="10654" y="590"/>
                  </a:lnTo>
                  <a:cubicBezTo>
                    <a:pt x="10477" y="814"/>
                    <a:pt x="10220" y="1071"/>
                    <a:pt x="10044" y="1215"/>
                  </a:cubicBezTo>
                  <a:cubicBezTo>
                    <a:pt x="9996" y="1247"/>
                    <a:pt x="9980" y="1296"/>
                    <a:pt x="9964" y="1328"/>
                  </a:cubicBezTo>
                  <a:lnTo>
                    <a:pt x="9964" y="1376"/>
                  </a:lnTo>
                  <a:cubicBezTo>
                    <a:pt x="9964" y="1424"/>
                    <a:pt x="9964" y="1488"/>
                    <a:pt x="9996" y="1536"/>
                  </a:cubicBezTo>
                  <a:cubicBezTo>
                    <a:pt x="10044" y="1568"/>
                    <a:pt x="10076" y="1616"/>
                    <a:pt x="10140" y="1616"/>
                  </a:cubicBezTo>
                  <a:cubicBezTo>
                    <a:pt x="10140" y="1616"/>
                    <a:pt x="10159" y="1618"/>
                    <a:pt x="10191" y="1618"/>
                  </a:cubicBezTo>
                  <a:cubicBezTo>
                    <a:pt x="10272" y="1618"/>
                    <a:pt x="10443" y="1609"/>
                    <a:pt x="10638" y="1552"/>
                  </a:cubicBezTo>
                  <a:cubicBezTo>
                    <a:pt x="10702" y="1536"/>
                    <a:pt x="10782" y="1504"/>
                    <a:pt x="10878" y="1472"/>
                  </a:cubicBezTo>
                  <a:lnTo>
                    <a:pt x="10878" y="1472"/>
                  </a:lnTo>
                  <a:cubicBezTo>
                    <a:pt x="10798" y="1552"/>
                    <a:pt x="10734" y="1648"/>
                    <a:pt x="10638" y="1729"/>
                  </a:cubicBezTo>
                  <a:cubicBezTo>
                    <a:pt x="10381" y="1985"/>
                    <a:pt x="10220" y="2114"/>
                    <a:pt x="10156" y="2146"/>
                  </a:cubicBezTo>
                  <a:cubicBezTo>
                    <a:pt x="10076" y="2178"/>
                    <a:pt x="10012" y="2258"/>
                    <a:pt x="10012" y="2338"/>
                  </a:cubicBezTo>
                  <a:cubicBezTo>
                    <a:pt x="9916" y="5467"/>
                    <a:pt x="7830" y="8740"/>
                    <a:pt x="4060" y="8932"/>
                  </a:cubicBezTo>
                  <a:cubicBezTo>
                    <a:pt x="3972" y="8938"/>
                    <a:pt x="3884" y="8941"/>
                    <a:pt x="3796" y="8941"/>
                  </a:cubicBezTo>
                  <a:cubicBezTo>
                    <a:pt x="2882" y="8941"/>
                    <a:pt x="1939" y="8641"/>
                    <a:pt x="1076" y="8114"/>
                  </a:cubicBezTo>
                  <a:cubicBezTo>
                    <a:pt x="1188" y="8114"/>
                    <a:pt x="1284" y="8130"/>
                    <a:pt x="1413" y="8130"/>
                  </a:cubicBezTo>
                  <a:cubicBezTo>
                    <a:pt x="2199" y="8130"/>
                    <a:pt x="3001" y="7841"/>
                    <a:pt x="3707" y="7312"/>
                  </a:cubicBezTo>
                  <a:cubicBezTo>
                    <a:pt x="3755" y="7264"/>
                    <a:pt x="3787" y="7183"/>
                    <a:pt x="3787" y="7103"/>
                  </a:cubicBezTo>
                  <a:cubicBezTo>
                    <a:pt x="3755" y="7023"/>
                    <a:pt x="3723" y="6975"/>
                    <a:pt x="3643" y="6943"/>
                  </a:cubicBezTo>
                  <a:cubicBezTo>
                    <a:pt x="3161" y="6814"/>
                    <a:pt x="1894" y="6349"/>
                    <a:pt x="1701" y="5723"/>
                  </a:cubicBezTo>
                  <a:lnTo>
                    <a:pt x="2520" y="5707"/>
                  </a:lnTo>
                  <a:cubicBezTo>
                    <a:pt x="2616" y="5707"/>
                    <a:pt x="2696" y="5627"/>
                    <a:pt x="2712" y="5515"/>
                  </a:cubicBezTo>
                  <a:cubicBezTo>
                    <a:pt x="2728" y="5419"/>
                    <a:pt x="2680" y="5338"/>
                    <a:pt x="2568" y="5306"/>
                  </a:cubicBezTo>
                  <a:cubicBezTo>
                    <a:pt x="2568" y="5306"/>
                    <a:pt x="1958" y="5098"/>
                    <a:pt x="1637" y="4825"/>
                  </a:cubicBezTo>
                  <a:cubicBezTo>
                    <a:pt x="1156" y="4392"/>
                    <a:pt x="883" y="3862"/>
                    <a:pt x="851" y="3510"/>
                  </a:cubicBezTo>
                  <a:lnTo>
                    <a:pt x="851" y="3510"/>
                  </a:lnTo>
                  <a:cubicBezTo>
                    <a:pt x="915" y="3542"/>
                    <a:pt x="963" y="3558"/>
                    <a:pt x="1044" y="3590"/>
                  </a:cubicBezTo>
                  <a:cubicBezTo>
                    <a:pt x="1300" y="3692"/>
                    <a:pt x="1557" y="3703"/>
                    <a:pt x="1666" y="3703"/>
                  </a:cubicBezTo>
                  <a:cubicBezTo>
                    <a:pt x="1693" y="3703"/>
                    <a:pt x="1711" y="3702"/>
                    <a:pt x="1717" y="3702"/>
                  </a:cubicBezTo>
                  <a:cubicBezTo>
                    <a:pt x="1798" y="3702"/>
                    <a:pt x="1878" y="3638"/>
                    <a:pt x="1894" y="3558"/>
                  </a:cubicBezTo>
                  <a:cubicBezTo>
                    <a:pt x="1910" y="3477"/>
                    <a:pt x="1894" y="3381"/>
                    <a:pt x="1814" y="3333"/>
                  </a:cubicBezTo>
                  <a:cubicBezTo>
                    <a:pt x="1653" y="3221"/>
                    <a:pt x="1188" y="2836"/>
                    <a:pt x="1044" y="2483"/>
                  </a:cubicBezTo>
                  <a:cubicBezTo>
                    <a:pt x="851" y="1905"/>
                    <a:pt x="867" y="1231"/>
                    <a:pt x="1011" y="830"/>
                  </a:cubicBezTo>
                  <a:lnTo>
                    <a:pt x="1011" y="830"/>
                  </a:lnTo>
                  <a:cubicBezTo>
                    <a:pt x="1252" y="1135"/>
                    <a:pt x="1749" y="1616"/>
                    <a:pt x="2872" y="2178"/>
                  </a:cubicBezTo>
                  <a:cubicBezTo>
                    <a:pt x="3851" y="2675"/>
                    <a:pt x="4878" y="2980"/>
                    <a:pt x="5680" y="3012"/>
                  </a:cubicBezTo>
                  <a:cubicBezTo>
                    <a:pt x="5696" y="3028"/>
                    <a:pt x="5728" y="3028"/>
                    <a:pt x="5760" y="3028"/>
                  </a:cubicBezTo>
                  <a:cubicBezTo>
                    <a:pt x="5857" y="3028"/>
                    <a:pt x="5969" y="2932"/>
                    <a:pt x="5969" y="2820"/>
                  </a:cubicBezTo>
                  <a:cubicBezTo>
                    <a:pt x="5969" y="2772"/>
                    <a:pt x="5969" y="2755"/>
                    <a:pt x="5953" y="2707"/>
                  </a:cubicBezTo>
                  <a:cubicBezTo>
                    <a:pt x="5905" y="2547"/>
                    <a:pt x="5857" y="2258"/>
                    <a:pt x="5857" y="2050"/>
                  </a:cubicBezTo>
                  <a:cubicBezTo>
                    <a:pt x="5857" y="1055"/>
                    <a:pt x="6803" y="253"/>
                    <a:pt x="7958" y="253"/>
                  </a:cubicBezTo>
                  <a:close/>
                  <a:moveTo>
                    <a:pt x="7727" y="1"/>
                  </a:moveTo>
                  <a:cubicBezTo>
                    <a:pt x="6419" y="1"/>
                    <a:pt x="5423" y="950"/>
                    <a:pt x="5423" y="2098"/>
                  </a:cubicBezTo>
                  <a:cubicBezTo>
                    <a:pt x="5423" y="2210"/>
                    <a:pt x="5439" y="2435"/>
                    <a:pt x="5472" y="2627"/>
                  </a:cubicBezTo>
                  <a:cubicBezTo>
                    <a:pt x="4766" y="2547"/>
                    <a:pt x="3867" y="2274"/>
                    <a:pt x="3017" y="1857"/>
                  </a:cubicBezTo>
                  <a:cubicBezTo>
                    <a:pt x="1348" y="1007"/>
                    <a:pt x="1172" y="429"/>
                    <a:pt x="1172" y="429"/>
                  </a:cubicBezTo>
                  <a:cubicBezTo>
                    <a:pt x="1156" y="349"/>
                    <a:pt x="1108" y="285"/>
                    <a:pt x="1027" y="269"/>
                  </a:cubicBezTo>
                  <a:cubicBezTo>
                    <a:pt x="1009" y="265"/>
                    <a:pt x="990" y="263"/>
                    <a:pt x="971" y="263"/>
                  </a:cubicBezTo>
                  <a:cubicBezTo>
                    <a:pt x="912" y="263"/>
                    <a:pt x="859" y="284"/>
                    <a:pt x="835" y="333"/>
                  </a:cubicBezTo>
                  <a:cubicBezTo>
                    <a:pt x="482" y="686"/>
                    <a:pt x="322" y="1793"/>
                    <a:pt x="642" y="2659"/>
                  </a:cubicBezTo>
                  <a:cubicBezTo>
                    <a:pt x="723" y="2852"/>
                    <a:pt x="851" y="3060"/>
                    <a:pt x="995" y="3221"/>
                  </a:cubicBezTo>
                  <a:cubicBezTo>
                    <a:pt x="851" y="3157"/>
                    <a:pt x="787" y="3108"/>
                    <a:pt x="787" y="3108"/>
                  </a:cubicBezTo>
                  <a:cubicBezTo>
                    <a:pt x="763" y="3085"/>
                    <a:pt x="714" y="3070"/>
                    <a:pt x="664" y="3070"/>
                  </a:cubicBezTo>
                  <a:cubicBezTo>
                    <a:pt x="646" y="3070"/>
                    <a:pt x="628" y="3072"/>
                    <a:pt x="610" y="3076"/>
                  </a:cubicBezTo>
                  <a:cubicBezTo>
                    <a:pt x="546" y="3092"/>
                    <a:pt x="482" y="3141"/>
                    <a:pt x="466" y="3189"/>
                  </a:cubicBezTo>
                  <a:cubicBezTo>
                    <a:pt x="241" y="3718"/>
                    <a:pt x="626" y="4584"/>
                    <a:pt x="1332" y="5194"/>
                  </a:cubicBezTo>
                  <a:cubicBezTo>
                    <a:pt x="1413" y="5290"/>
                    <a:pt x="1509" y="5338"/>
                    <a:pt x="1605" y="5403"/>
                  </a:cubicBezTo>
                  <a:lnTo>
                    <a:pt x="1445" y="5403"/>
                  </a:lnTo>
                  <a:cubicBezTo>
                    <a:pt x="1348" y="5403"/>
                    <a:pt x="1268" y="5483"/>
                    <a:pt x="1252" y="5579"/>
                  </a:cubicBezTo>
                  <a:cubicBezTo>
                    <a:pt x="1188" y="6461"/>
                    <a:pt x="2439" y="7023"/>
                    <a:pt x="3113" y="7264"/>
                  </a:cubicBezTo>
                  <a:cubicBezTo>
                    <a:pt x="2568" y="7617"/>
                    <a:pt x="1990" y="7793"/>
                    <a:pt x="1413" y="7793"/>
                  </a:cubicBezTo>
                  <a:cubicBezTo>
                    <a:pt x="1027" y="7793"/>
                    <a:pt x="642" y="7729"/>
                    <a:pt x="289" y="7633"/>
                  </a:cubicBezTo>
                  <a:cubicBezTo>
                    <a:pt x="273" y="7630"/>
                    <a:pt x="258" y="7629"/>
                    <a:pt x="243" y="7629"/>
                  </a:cubicBezTo>
                  <a:cubicBezTo>
                    <a:pt x="167" y="7629"/>
                    <a:pt x="102" y="7662"/>
                    <a:pt x="49" y="7729"/>
                  </a:cubicBezTo>
                  <a:cubicBezTo>
                    <a:pt x="1" y="7809"/>
                    <a:pt x="33" y="7905"/>
                    <a:pt x="81" y="7970"/>
                  </a:cubicBezTo>
                  <a:cubicBezTo>
                    <a:pt x="1204" y="8884"/>
                    <a:pt x="2520" y="9397"/>
                    <a:pt x="3819" y="9397"/>
                  </a:cubicBezTo>
                  <a:lnTo>
                    <a:pt x="4076" y="9397"/>
                  </a:lnTo>
                  <a:cubicBezTo>
                    <a:pt x="8055" y="9189"/>
                    <a:pt x="10252" y="5804"/>
                    <a:pt x="10413" y="2531"/>
                  </a:cubicBezTo>
                  <a:cubicBezTo>
                    <a:pt x="10509" y="2467"/>
                    <a:pt x="10702" y="2338"/>
                    <a:pt x="10942" y="2066"/>
                  </a:cubicBezTo>
                  <a:cubicBezTo>
                    <a:pt x="11343" y="1665"/>
                    <a:pt x="11600" y="1215"/>
                    <a:pt x="11600" y="1183"/>
                  </a:cubicBezTo>
                  <a:cubicBezTo>
                    <a:pt x="11632" y="1103"/>
                    <a:pt x="11616" y="1023"/>
                    <a:pt x="11584" y="975"/>
                  </a:cubicBezTo>
                  <a:cubicBezTo>
                    <a:pt x="11552" y="932"/>
                    <a:pt x="11499" y="910"/>
                    <a:pt x="11443" y="910"/>
                  </a:cubicBezTo>
                  <a:cubicBezTo>
                    <a:pt x="11415" y="910"/>
                    <a:pt x="11386" y="916"/>
                    <a:pt x="11359" y="927"/>
                  </a:cubicBezTo>
                  <a:cubicBezTo>
                    <a:pt x="11231" y="975"/>
                    <a:pt x="10974" y="1087"/>
                    <a:pt x="10782" y="1167"/>
                  </a:cubicBezTo>
                  <a:cubicBezTo>
                    <a:pt x="10990" y="943"/>
                    <a:pt x="11199" y="686"/>
                    <a:pt x="11263" y="509"/>
                  </a:cubicBezTo>
                  <a:cubicBezTo>
                    <a:pt x="11295" y="381"/>
                    <a:pt x="11279" y="301"/>
                    <a:pt x="11231" y="221"/>
                  </a:cubicBezTo>
                  <a:cubicBezTo>
                    <a:pt x="11231" y="205"/>
                    <a:pt x="11215" y="189"/>
                    <a:pt x="11199" y="189"/>
                  </a:cubicBezTo>
                  <a:lnTo>
                    <a:pt x="11183" y="189"/>
                  </a:lnTo>
                  <a:lnTo>
                    <a:pt x="11167" y="172"/>
                  </a:lnTo>
                  <a:cubicBezTo>
                    <a:pt x="11167" y="172"/>
                    <a:pt x="11135" y="172"/>
                    <a:pt x="11135" y="140"/>
                  </a:cubicBezTo>
                  <a:lnTo>
                    <a:pt x="11119" y="140"/>
                  </a:lnTo>
                  <a:cubicBezTo>
                    <a:pt x="11103" y="140"/>
                    <a:pt x="11087" y="124"/>
                    <a:pt x="11055" y="124"/>
                  </a:cubicBezTo>
                  <a:cubicBezTo>
                    <a:pt x="11039" y="124"/>
                    <a:pt x="11023" y="124"/>
                    <a:pt x="11007" y="140"/>
                  </a:cubicBezTo>
                  <a:lnTo>
                    <a:pt x="10252" y="461"/>
                  </a:lnTo>
                  <a:lnTo>
                    <a:pt x="9771" y="686"/>
                  </a:lnTo>
                  <a:cubicBezTo>
                    <a:pt x="9322" y="253"/>
                    <a:pt x="8648" y="12"/>
                    <a:pt x="7974" y="12"/>
                  </a:cubicBezTo>
                  <a:cubicBezTo>
                    <a:pt x="7891" y="5"/>
                    <a:pt x="7808" y="1"/>
                    <a:pt x="772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331900" y="858250"/>
              <a:ext cx="321700" cy="283600"/>
            </a:xfrm>
            <a:custGeom>
              <a:avLst/>
              <a:gdLst/>
              <a:ahLst/>
              <a:cxnLst/>
              <a:rect l="l" t="t" r="r" b="b"/>
              <a:pathLst>
                <a:path w="12868" h="11344" extrusionOk="0">
                  <a:moveTo>
                    <a:pt x="9932" y="1"/>
                  </a:moveTo>
                  <a:cubicBezTo>
                    <a:pt x="11472" y="1092"/>
                    <a:pt x="12467" y="2889"/>
                    <a:pt x="12467" y="4910"/>
                  </a:cubicBezTo>
                  <a:cubicBezTo>
                    <a:pt x="12467" y="8247"/>
                    <a:pt x="9771" y="10943"/>
                    <a:pt x="6434" y="10943"/>
                  </a:cubicBezTo>
                  <a:cubicBezTo>
                    <a:pt x="5392" y="10943"/>
                    <a:pt x="4349" y="10670"/>
                    <a:pt x="3434" y="10140"/>
                  </a:cubicBezTo>
                  <a:cubicBezTo>
                    <a:pt x="3386" y="10124"/>
                    <a:pt x="3370" y="10124"/>
                    <a:pt x="3322" y="10124"/>
                  </a:cubicBezTo>
                  <a:cubicBezTo>
                    <a:pt x="3306" y="10124"/>
                    <a:pt x="3290" y="10124"/>
                    <a:pt x="3274" y="10140"/>
                  </a:cubicBezTo>
                  <a:lnTo>
                    <a:pt x="1172" y="10862"/>
                  </a:lnTo>
                  <a:lnTo>
                    <a:pt x="1172" y="10862"/>
                  </a:lnTo>
                  <a:lnTo>
                    <a:pt x="1605" y="8648"/>
                  </a:lnTo>
                  <a:cubicBezTo>
                    <a:pt x="1621" y="8584"/>
                    <a:pt x="1605" y="8520"/>
                    <a:pt x="1573" y="8488"/>
                  </a:cubicBezTo>
                  <a:cubicBezTo>
                    <a:pt x="803" y="7445"/>
                    <a:pt x="402" y="6210"/>
                    <a:pt x="402" y="4958"/>
                  </a:cubicBezTo>
                  <a:cubicBezTo>
                    <a:pt x="402" y="2921"/>
                    <a:pt x="1413" y="1124"/>
                    <a:pt x="2953" y="33"/>
                  </a:cubicBezTo>
                  <a:lnTo>
                    <a:pt x="2295" y="33"/>
                  </a:lnTo>
                  <a:cubicBezTo>
                    <a:pt x="899" y="1204"/>
                    <a:pt x="1" y="2969"/>
                    <a:pt x="1" y="4926"/>
                  </a:cubicBezTo>
                  <a:cubicBezTo>
                    <a:pt x="1" y="6274"/>
                    <a:pt x="402" y="7541"/>
                    <a:pt x="1188" y="8648"/>
                  </a:cubicBezTo>
                  <a:lnTo>
                    <a:pt x="707" y="11135"/>
                  </a:lnTo>
                  <a:cubicBezTo>
                    <a:pt x="691" y="11215"/>
                    <a:pt x="723" y="11263"/>
                    <a:pt x="771" y="11312"/>
                  </a:cubicBezTo>
                  <a:cubicBezTo>
                    <a:pt x="803" y="11344"/>
                    <a:pt x="851" y="11344"/>
                    <a:pt x="899" y="11344"/>
                  </a:cubicBezTo>
                  <a:cubicBezTo>
                    <a:pt x="931" y="11344"/>
                    <a:pt x="947" y="11344"/>
                    <a:pt x="964" y="11328"/>
                  </a:cubicBezTo>
                  <a:lnTo>
                    <a:pt x="3306" y="10525"/>
                  </a:lnTo>
                  <a:cubicBezTo>
                    <a:pt x="4268" y="11071"/>
                    <a:pt x="5327" y="11344"/>
                    <a:pt x="6434" y="11344"/>
                  </a:cubicBezTo>
                  <a:cubicBezTo>
                    <a:pt x="9996" y="11344"/>
                    <a:pt x="12868" y="8456"/>
                    <a:pt x="12868" y="4910"/>
                  </a:cubicBezTo>
                  <a:cubicBezTo>
                    <a:pt x="12868" y="2937"/>
                    <a:pt x="11985" y="1172"/>
                    <a:pt x="105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91275" y="889250"/>
              <a:ext cx="201775" cy="185625"/>
            </a:xfrm>
            <a:custGeom>
              <a:avLst/>
              <a:gdLst/>
              <a:ahLst/>
              <a:cxnLst/>
              <a:rect l="l" t="t" r="r" b="b"/>
              <a:pathLst>
                <a:path w="8071" h="7425" extrusionOk="0">
                  <a:moveTo>
                    <a:pt x="1557" y="365"/>
                  </a:moveTo>
                  <a:cubicBezTo>
                    <a:pt x="1797" y="365"/>
                    <a:pt x="1910" y="429"/>
                    <a:pt x="1958" y="462"/>
                  </a:cubicBezTo>
                  <a:cubicBezTo>
                    <a:pt x="2054" y="638"/>
                    <a:pt x="2455" y="1601"/>
                    <a:pt x="2599" y="1954"/>
                  </a:cubicBezTo>
                  <a:cubicBezTo>
                    <a:pt x="2599" y="1954"/>
                    <a:pt x="2648" y="2082"/>
                    <a:pt x="2551" y="2210"/>
                  </a:cubicBezTo>
                  <a:cubicBezTo>
                    <a:pt x="2439" y="2403"/>
                    <a:pt x="2134" y="2708"/>
                    <a:pt x="2134" y="2708"/>
                  </a:cubicBezTo>
                  <a:lnTo>
                    <a:pt x="2118" y="2724"/>
                  </a:lnTo>
                  <a:cubicBezTo>
                    <a:pt x="2022" y="2852"/>
                    <a:pt x="1893" y="3157"/>
                    <a:pt x="2118" y="3430"/>
                  </a:cubicBezTo>
                  <a:cubicBezTo>
                    <a:pt x="2166" y="3478"/>
                    <a:pt x="2182" y="3510"/>
                    <a:pt x="2214" y="3574"/>
                  </a:cubicBezTo>
                  <a:cubicBezTo>
                    <a:pt x="2407" y="3831"/>
                    <a:pt x="2664" y="4216"/>
                    <a:pt x="3145" y="4681"/>
                  </a:cubicBezTo>
                  <a:cubicBezTo>
                    <a:pt x="3722" y="5259"/>
                    <a:pt x="4781" y="5660"/>
                    <a:pt x="4845" y="5676"/>
                  </a:cubicBezTo>
                  <a:cubicBezTo>
                    <a:pt x="4862" y="5676"/>
                    <a:pt x="4862" y="5676"/>
                    <a:pt x="4894" y="5692"/>
                  </a:cubicBezTo>
                  <a:cubicBezTo>
                    <a:pt x="4898" y="5692"/>
                    <a:pt x="4921" y="5694"/>
                    <a:pt x="4955" y="5694"/>
                  </a:cubicBezTo>
                  <a:cubicBezTo>
                    <a:pt x="5041" y="5694"/>
                    <a:pt x="5196" y="5678"/>
                    <a:pt x="5311" y="5563"/>
                  </a:cubicBezTo>
                  <a:cubicBezTo>
                    <a:pt x="5407" y="5451"/>
                    <a:pt x="5856" y="4890"/>
                    <a:pt x="5952" y="4777"/>
                  </a:cubicBezTo>
                  <a:cubicBezTo>
                    <a:pt x="5965" y="4764"/>
                    <a:pt x="6020" y="4720"/>
                    <a:pt x="6099" y="4720"/>
                  </a:cubicBezTo>
                  <a:cubicBezTo>
                    <a:pt x="6118" y="4720"/>
                    <a:pt x="6139" y="4723"/>
                    <a:pt x="6161" y="4729"/>
                  </a:cubicBezTo>
                  <a:cubicBezTo>
                    <a:pt x="6450" y="4857"/>
                    <a:pt x="7653" y="5451"/>
                    <a:pt x="7669" y="5483"/>
                  </a:cubicBezTo>
                  <a:cubicBezTo>
                    <a:pt x="7669" y="5483"/>
                    <a:pt x="7685" y="5499"/>
                    <a:pt x="7685" y="5563"/>
                  </a:cubicBezTo>
                  <a:cubicBezTo>
                    <a:pt x="7685" y="5772"/>
                    <a:pt x="7589" y="6221"/>
                    <a:pt x="7493" y="6333"/>
                  </a:cubicBezTo>
                  <a:lnTo>
                    <a:pt x="7477" y="6366"/>
                  </a:lnTo>
                  <a:cubicBezTo>
                    <a:pt x="7284" y="6542"/>
                    <a:pt x="6835" y="7007"/>
                    <a:pt x="6145" y="7007"/>
                  </a:cubicBezTo>
                  <a:cubicBezTo>
                    <a:pt x="5471" y="7007"/>
                    <a:pt x="3626" y="6398"/>
                    <a:pt x="2664" y="5435"/>
                  </a:cubicBezTo>
                  <a:cubicBezTo>
                    <a:pt x="1781" y="4553"/>
                    <a:pt x="835" y="3510"/>
                    <a:pt x="642" y="2611"/>
                  </a:cubicBezTo>
                  <a:cubicBezTo>
                    <a:pt x="369" y="1681"/>
                    <a:pt x="434" y="1360"/>
                    <a:pt x="642" y="1071"/>
                  </a:cubicBezTo>
                  <a:cubicBezTo>
                    <a:pt x="819" y="750"/>
                    <a:pt x="1123" y="397"/>
                    <a:pt x="1252" y="381"/>
                  </a:cubicBezTo>
                  <a:cubicBezTo>
                    <a:pt x="1380" y="365"/>
                    <a:pt x="1476" y="365"/>
                    <a:pt x="1557" y="365"/>
                  </a:cubicBezTo>
                  <a:close/>
                  <a:moveTo>
                    <a:pt x="1593" y="1"/>
                  </a:moveTo>
                  <a:cubicBezTo>
                    <a:pt x="1480" y="1"/>
                    <a:pt x="1356" y="10"/>
                    <a:pt x="1220" y="28"/>
                  </a:cubicBezTo>
                  <a:cubicBezTo>
                    <a:pt x="803" y="77"/>
                    <a:pt x="401" y="750"/>
                    <a:pt x="305" y="879"/>
                  </a:cubicBezTo>
                  <a:cubicBezTo>
                    <a:pt x="16" y="1328"/>
                    <a:pt x="0" y="1793"/>
                    <a:pt x="209" y="2756"/>
                  </a:cubicBezTo>
                  <a:cubicBezTo>
                    <a:pt x="417" y="3718"/>
                    <a:pt x="1396" y="4793"/>
                    <a:pt x="2343" y="5740"/>
                  </a:cubicBezTo>
                  <a:cubicBezTo>
                    <a:pt x="3353" y="6767"/>
                    <a:pt x="5263" y="7424"/>
                    <a:pt x="6129" y="7424"/>
                  </a:cubicBezTo>
                  <a:cubicBezTo>
                    <a:pt x="6979" y="7424"/>
                    <a:pt x="7541" y="6863"/>
                    <a:pt x="7733" y="6654"/>
                  </a:cubicBezTo>
                  <a:lnTo>
                    <a:pt x="7749" y="6638"/>
                  </a:lnTo>
                  <a:cubicBezTo>
                    <a:pt x="7990" y="6398"/>
                    <a:pt x="8070" y="5772"/>
                    <a:pt x="8070" y="5579"/>
                  </a:cubicBezTo>
                  <a:cubicBezTo>
                    <a:pt x="8070" y="5323"/>
                    <a:pt x="7910" y="5178"/>
                    <a:pt x="7813" y="5130"/>
                  </a:cubicBezTo>
                  <a:cubicBezTo>
                    <a:pt x="7717" y="5082"/>
                    <a:pt x="6594" y="4537"/>
                    <a:pt x="6305" y="4392"/>
                  </a:cubicBezTo>
                  <a:cubicBezTo>
                    <a:pt x="6217" y="4350"/>
                    <a:pt x="6134" y="4333"/>
                    <a:pt x="6059" y="4333"/>
                  </a:cubicBezTo>
                  <a:cubicBezTo>
                    <a:pt x="5846" y="4333"/>
                    <a:pt x="5691" y="4466"/>
                    <a:pt x="5632" y="4537"/>
                  </a:cubicBezTo>
                  <a:cubicBezTo>
                    <a:pt x="5423" y="4793"/>
                    <a:pt x="5086" y="5210"/>
                    <a:pt x="5022" y="5275"/>
                  </a:cubicBezTo>
                  <a:cubicBezTo>
                    <a:pt x="5006" y="5291"/>
                    <a:pt x="4990" y="5291"/>
                    <a:pt x="4958" y="5291"/>
                  </a:cubicBezTo>
                  <a:cubicBezTo>
                    <a:pt x="4813" y="5243"/>
                    <a:pt x="3899" y="4874"/>
                    <a:pt x="3450" y="4392"/>
                  </a:cubicBezTo>
                  <a:cubicBezTo>
                    <a:pt x="3000" y="3959"/>
                    <a:pt x="2744" y="3574"/>
                    <a:pt x="2551" y="3333"/>
                  </a:cubicBezTo>
                  <a:cubicBezTo>
                    <a:pt x="2519" y="3269"/>
                    <a:pt x="2471" y="3237"/>
                    <a:pt x="2455" y="3189"/>
                  </a:cubicBezTo>
                  <a:cubicBezTo>
                    <a:pt x="2407" y="3093"/>
                    <a:pt x="2439" y="3012"/>
                    <a:pt x="2455" y="2996"/>
                  </a:cubicBezTo>
                  <a:cubicBezTo>
                    <a:pt x="2519" y="2932"/>
                    <a:pt x="2808" y="2643"/>
                    <a:pt x="2920" y="2451"/>
                  </a:cubicBezTo>
                  <a:cubicBezTo>
                    <a:pt x="3081" y="2210"/>
                    <a:pt x="3033" y="1954"/>
                    <a:pt x="2984" y="1825"/>
                  </a:cubicBezTo>
                  <a:cubicBezTo>
                    <a:pt x="2952" y="1761"/>
                    <a:pt x="2439" y="526"/>
                    <a:pt x="2311" y="301"/>
                  </a:cubicBezTo>
                  <a:cubicBezTo>
                    <a:pt x="2212" y="103"/>
                    <a:pt x="1970" y="1"/>
                    <a:pt x="159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556425" y="4536625"/>
              <a:ext cx="32125" cy="32100"/>
            </a:xfrm>
            <a:custGeom>
              <a:avLst/>
              <a:gdLst/>
              <a:ahLst/>
              <a:cxnLst/>
              <a:rect l="l" t="t" r="r" b="b"/>
              <a:pathLst>
                <a:path w="1285" h="1284" extrusionOk="0">
                  <a:moveTo>
                    <a:pt x="642" y="0"/>
                  </a:moveTo>
                  <a:cubicBezTo>
                    <a:pt x="273" y="0"/>
                    <a:pt x="1" y="289"/>
                    <a:pt x="1" y="642"/>
                  </a:cubicBezTo>
                  <a:cubicBezTo>
                    <a:pt x="1" y="1011"/>
                    <a:pt x="273" y="1284"/>
                    <a:pt x="642" y="1284"/>
                  </a:cubicBezTo>
                  <a:cubicBezTo>
                    <a:pt x="995" y="1284"/>
                    <a:pt x="1284" y="1011"/>
                    <a:pt x="1284" y="642"/>
                  </a:cubicBezTo>
                  <a:cubicBezTo>
                    <a:pt x="1268" y="305"/>
                    <a:pt x="995" y="0"/>
                    <a:pt x="64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416850" y="4560275"/>
              <a:ext cx="149625" cy="149250"/>
            </a:xfrm>
            <a:custGeom>
              <a:avLst/>
              <a:gdLst/>
              <a:ahLst/>
              <a:cxnLst/>
              <a:rect l="l" t="t" r="r" b="b"/>
              <a:pathLst>
                <a:path w="5985" h="5970" extrusionOk="0">
                  <a:moveTo>
                    <a:pt x="2985" y="402"/>
                  </a:moveTo>
                  <a:cubicBezTo>
                    <a:pt x="4412" y="402"/>
                    <a:pt x="5584" y="1557"/>
                    <a:pt x="5584" y="2985"/>
                  </a:cubicBezTo>
                  <a:cubicBezTo>
                    <a:pt x="5584" y="4413"/>
                    <a:pt x="4412" y="5568"/>
                    <a:pt x="2985" y="5568"/>
                  </a:cubicBezTo>
                  <a:cubicBezTo>
                    <a:pt x="1573" y="5568"/>
                    <a:pt x="402" y="4413"/>
                    <a:pt x="402" y="2985"/>
                  </a:cubicBezTo>
                  <a:cubicBezTo>
                    <a:pt x="402" y="1557"/>
                    <a:pt x="1557" y="402"/>
                    <a:pt x="2985" y="402"/>
                  </a:cubicBezTo>
                  <a:close/>
                  <a:moveTo>
                    <a:pt x="2985" y="1"/>
                  </a:moveTo>
                  <a:cubicBezTo>
                    <a:pt x="1348" y="1"/>
                    <a:pt x="0" y="1349"/>
                    <a:pt x="0" y="2985"/>
                  </a:cubicBezTo>
                  <a:cubicBezTo>
                    <a:pt x="0" y="4638"/>
                    <a:pt x="1348" y="5969"/>
                    <a:pt x="2985" y="5969"/>
                  </a:cubicBezTo>
                  <a:cubicBezTo>
                    <a:pt x="4637" y="5969"/>
                    <a:pt x="5985" y="4621"/>
                    <a:pt x="5985" y="2985"/>
                  </a:cubicBezTo>
                  <a:cubicBezTo>
                    <a:pt x="5985" y="1349"/>
                    <a:pt x="4637" y="1"/>
                    <a:pt x="298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44250" y="4494100"/>
              <a:ext cx="294425" cy="281200"/>
            </a:xfrm>
            <a:custGeom>
              <a:avLst/>
              <a:gdLst/>
              <a:ahLst/>
              <a:cxnLst/>
              <a:rect l="l" t="t" r="r" b="b"/>
              <a:pathLst>
                <a:path w="11777" h="11248" extrusionOk="0">
                  <a:moveTo>
                    <a:pt x="7509" y="402"/>
                  </a:moveTo>
                  <a:cubicBezTo>
                    <a:pt x="9643" y="402"/>
                    <a:pt x="11359" y="2119"/>
                    <a:pt x="11359" y="4252"/>
                  </a:cubicBezTo>
                  <a:lnTo>
                    <a:pt x="11359" y="6996"/>
                  </a:lnTo>
                  <a:cubicBezTo>
                    <a:pt x="11359" y="9129"/>
                    <a:pt x="9643" y="10846"/>
                    <a:pt x="7509" y="10846"/>
                  </a:cubicBezTo>
                  <a:lnTo>
                    <a:pt x="4252" y="10846"/>
                  </a:lnTo>
                  <a:cubicBezTo>
                    <a:pt x="2118" y="10846"/>
                    <a:pt x="402" y="9129"/>
                    <a:pt x="402" y="6996"/>
                  </a:cubicBezTo>
                  <a:lnTo>
                    <a:pt x="402" y="4252"/>
                  </a:lnTo>
                  <a:cubicBezTo>
                    <a:pt x="402" y="2119"/>
                    <a:pt x="2118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910" y="1"/>
                    <a:pt x="1" y="1910"/>
                    <a:pt x="1" y="4252"/>
                  </a:cubicBezTo>
                  <a:lnTo>
                    <a:pt x="1" y="6996"/>
                  </a:lnTo>
                  <a:cubicBezTo>
                    <a:pt x="1" y="9338"/>
                    <a:pt x="1910" y="11247"/>
                    <a:pt x="4252" y="11247"/>
                  </a:cubicBezTo>
                  <a:lnTo>
                    <a:pt x="7525" y="11247"/>
                  </a:lnTo>
                  <a:cubicBezTo>
                    <a:pt x="9867" y="11247"/>
                    <a:pt x="11776" y="9338"/>
                    <a:pt x="11776" y="6996"/>
                  </a:cubicBezTo>
                  <a:lnTo>
                    <a:pt x="11776" y="4252"/>
                  </a:lnTo>
                  <a:cubicBezTo>
                    <a:pt x="11760" y="1910"/>
                    <a:pt x="9867" y="1"/>
                    <a:pt x="752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71925" y="928450"/>
              <a:ext cx="415950" cy="383875"/>
            </a:xfrm>
            <a:custGeom>
              <a:avLst/>
              <a:gdLst/>
              <a:ahLst/>
              <a:cxnLst/>
              <a:rect l="l" t="t" r="r" b="b"/>
              <a:pathLst>
                <a:path w="16638" h="15355" extrusionOk="0">
                  <a:moveTo>
                    <a:pt x="11022" y="434"/>
                  </a:moveTo>
                  <a:cubicBezTo>
                    <a:pt x="13926" y="434"/>
                    <a:pt x="16285" y="2776"/>
                    <a:pt x="16285" y="5696"/>
                  </a:cubicBezTo>
                  <a:cubicBezTo>
                    <a:pt x="16237" y="8536"/>
                    <a:pt x="13862" y="10894"/>
                    <a:pt x="10990" y="10894"/>
                  </a:cubicBezTo>
                  <a:cubicBezTo>
                    <a:pt x="10429" y="10894"/>
                    <a:pt x="9835" y="10782"/>
                    <a:pt x="9322" y="10605"/>
                  </a:cubicBezTo>
                  <a:cubicBezTo>
                    <a:pt x="9306" y="10605"/>
                    <a:pt x="9274" y="10589"/>
                    <a:pt x="9258" y="10589"/>
                  </a:cubicBezTo>
                  <a:cubicBezTo>
                    <a:pt x="9177" y="10573"/>
                    <a:pt x="9097" y="10525"/>
                    <a:pt x="9033" y="10509"/>
                  </a:cubicBezTo>
                  <a:cubicBezTo>
                    <a:pt x="9001" y="10493"/>
                    <a:pt x="8953" y="10461"/>
                    <a:pt x="8937" y="10461"/>
                  </a:cubicBezTo>
                  <a:cubicBezTo>
                    <a:pt x="8873" y="10445"/>
                    <a:pt x="8824" y="10413"/>
                    <a:pt x="8760" y="10381"/>
                  </a:cubicBezTo>
                  <a:cubicBezTo>
                    <a:pt x="8712" y="10365"/>
                    <a:pt x="8696" y="10349"/>
                    <a:pt x="8664" y="10349"/>
                  </a:cubicBezTo>
                  <a:cubicBezTo>
                    <a:pt x="8584" y="10300"/>
                    <a:pt x="8472" y="10268"/>
                    <a:pt x="8391" y="10204"/>
                  </a:cubicBezTo>
                  <a:cubicBezTo>
                    <a:pt x="8375" y="10188"/>
                    <a:pt x="8359" y="10188"/>
                    <a:pt x="8311" y="10188"/>
                  </a:cubicBezTo>
                  <a:lnTo>
                    <a:pt x="8279" y="10188"/>
                  </a:lnTo>
                  <a:cubicBezTo>
                    <a:pt x="8263" y="10188"/>
                    <a:pt x="8231" y="10188"/>
                    <a:pt x="8215" y="10204"/>
                  </a:cubicBezTo>
                  <a:lnTo>
                    <a:pt x="6434" y="10830"/>
                  </a:lnTo>
                  <a:lnTo>
                    <a:pt x="6787" y="8921"/>
                  </a:lnTo>
                  <a:cubicBezTo>
                    <a:pt x="6819" y="8857"/>
                    <a:pt x="6787" y="8792"/>
                    <a:pt x="6755" y="8760"/>
                  </a:cubicBezTo>
                  <a:cubicBezTo>
                    <a:pt x="6675" y="8664"/>
                    <a:pt x="6610" y="8552"/>
                    <a:pt x="6530" y="8439"/>
                  </a:cubicBezTo>
                  <a:cubicBezTo>
                    <a:pt x="6514" y="8391"/>
                    <a:pt x="6466" y="8343"/>
                    <a:pt x="6450" y="8295"/>
                  </a:cubicBezTo>
                  <a:cubicBezTo>
                    <a:pt x="6418" y="8231"/>
                    <a:pt x="6370" y="8183"/>
                    <a:pt x="6354" y="8119"/>
                  </a:cubicBezTo>
                  <a:cubicBezTo>
                    <a:pt x="6306" y="8054"/>
                    <a:pt x="6290" y="7990"/>
                    <a:pt x="6258" y="7942"/>
                  </a:cubicBezTo>
                  <a:cubicBezTo>
                    <a:pt x="6225" y="7894"/>
                    <a:pt x="6209" y="7830"/>
                    <a:pt x="6193" y="7798"/>
                  </a:cubicBezTo>
                  <a:cubicBezTo>
                    <a:pt x="6145" y="7717"/>
                    <a:pt x="6129" y="7653"/>
                    <a:pt x="6113" y="7573"/>
                  </a:cubicBezTo>
                  <a:cubicBezTo>
                    <a:pt x="6097" y="7541"/>
                    <a:pt x="6097" y="7493"/>
                    <a:pt x="6065" y="7461"/>
                  </a:cubicBezTo>
                  <a:cubicBezTo>
                    <a:pt x="6049" y="7381"/>
                    <a:pt x="6017" y="7300"/>
                    <a:pt x="5985" y="7220"/>
                  </a:cubicBezTo>
                  <a:cubicBezTo>
                    <a:pt x="5985" y="7188"/>
                    <a:pt x="5969" y="7156"/>
                    <a:pt x="5969" y="7140"/>
                  </a:cubicBezTo>
                  <a:cubicBezTo>
                    <a:pt x="5872" y="6819"/>
                    <a:pt x="5808" y="6498"/>
                    <a:pt x="5792" y="6177"/>
                  </a:cubicBezTo>
                  <a:cubicBezTo>
                    <a:pt x="5776" y="6017"/>
                    <a:pt x="5776" y="5856"/>
                    <a:pt x="5776" y="5696"/>
                  </a:cubicBezTo>
                  <a:cubicBezTo>
                    <a:pt x="5776" y="2808"/>
                    <a:pt x="8119" y="434"/>
                    <a:pt x="11022" y="434"/>
                  </a:cubicBezTo>
                  <a:close/>
                  <a:moveTo>
                    <a:pt x="4733" y="6274"/>
                  </a:moveTo>
                  <a:cubicBezTo>
                    <a:pt x="4942" y="6274"/>
                    <a:pt x="5151" y="6290"/>
                    <a:pt x="5375" y="6306"/>
                  </a:cubicBezTo>
                  <a:lnTo>
                    <a:pt x="5375" y="6370"/>
                  </a:lnTo>
                  <a:cubicBezTo>
                    <a:pt x="5391" y="6450"/>
                    <a:pt x="5391" y="6546"/>
                    <a:pt x="5407" y="6627"/>
                  </a:cubicBezTo>
                  <a:cubicBezTo>
                    <a:pt x="5407" y="6675"/>
                    <a:pt x="5423" y="6707"/>
                    <a:pt x="5423" y="6755"/>
                  </a:cubicBezTo>
                  <a:cubicBezTo>
                    <a:pt x="5487" y="7028"/>
                    <a:pt x="5568" y="7316"/>
                    <a:pt x="5664" y="7589"/>
                  </a:cubicBezTo>
                  <a:cubicBezTo>
                    <a:pt x="5696" y="7637"/>
                    <a:pt x="5696" y="7653"/>
                    <a:pt x="5712" y="7701"/>
                  </a:cubicBezTo>
                  <a:cubicBezTo>
                    <a:pt x="5728" y="7782"/>
                    <a:pt x="5776" y="7830"/>
                    <a:pt x="5792" y="7910"/>
                  </a:cubicBezTo>
                  <a:cubicBezTo>
                    <a:pt x="5808" y="7974"/>
                    <a:pt x="5824" y="8022"/>
                    <a:pt x="5856" y="8070"/>
                  </a:cubicBezTo>
                  <a:cubicBezTo>
                    <a:pt x="5872" y="8135"/>
                    <a:pt x="5905" y="8199"/>
                    <a:pt x="5937" y="8263"/>
                  </a:cubicBezTo>
                  <a:cubicBezTo>
                    <a:pt x="5969" y="8311"/>
                    <a:pt x="6017" y="8391"/>
                    <a:pt x="6033" y="8455"/>
                  </a:cubicBezTo>
                  <a:cubicBezTo>
                    <a:pt x="6049" y="8504"/>
                    <a:pt x="6097" y="8552"/>
                    <a:pt x="6113" y="8600"/>
                  </a:cubicBezTo>
                  <a:cubicBezTo>
                    <a:pt x="6177" y="8712"/>
                    <a:pt x="6258" y="8824"/>
                    <a:pt x="6338" y="8921"/>
                  </a:cubicBezTo>
                  <a:lnTo>
                    <a:pt x="6033" y="10477"/>
                  </a:lnTo>
                  <a:cubicBezTo>
                    <a:pt x="5985" y="10429"/>
                    <a:pt x="5905" y="10365"/>
                    <a:pt x="5824" y="10365"/>
                  </a:cubicBezTo>
                  <a:cubicBezTo>
                    <a:pt x="5696" y="10365"/>
                    <a:pt x="5568" y="10477"/>
                    <a:pt x="5568" y="10621"/>
                  </a:cubicBezTo>
                  <a:cubicBezTo>
                    <a:pt x="5568" y="10766"/>
                    <a:pt x="5696" y="10878"/>
                    <a:pt x="5824" y="10878"/>
                  </a:cubicBezTo>
                  <a:cubicBezTo>
                    <a:pt x="5889" y="10878"/>
                    <a:pt x="5937" y="10862"/>
                    <a:pt x="5969" y="10846"/>
                  </a:cubicBezTo>
                  <a:lnTo>
                    <a:pt x="5969" y="10846"/>
                  </a:lnTo>
                  <a:lnTo>
                    <a:pt x="5937" y="11087"/>
                  </a:lnTo>
                  <a:cubicBezTo>
                    <a:pt x="5905" y="11167"/>
                    <a:pt x="5953" y="11231"/>
                    <a:pt x="5985" y="11263"/>
                  </a:cubicBezTo>
                  <a:cubicBezTo>
                    <a:pt x="6017" y="11279"/>
                    <a:pt x="6033" y="11279"/>
                    <a:pt x="6049" y="11311"/>
                  </a:cubicBezTo>
                  <a:lnTo>
                    <a:pt x="6129" y="11311"/>
                  </a:lnTo>
                  <a:cubicBezTo>
                    <a:pt x="6145" y="11311"/>
                    <a:pt x="6177" y="11311"/>
                    <a:pt x="6193" y="11295"/>
                  </a:cubicBezTo>
                  <a:lnTo>
                    <a:pt x="8231" y="10589"/>
                  </a:lnTo>
                  <a:lnTo>
                    <a:pt x="8600" y="10766"/>
                  </a:lnTo>
                  <a:cubicBezTo>
                    <a:pt x="8632" y="10782"/>
                    <a:pt x="8648" y="10782"/>
                    <a:pt x="8696" y="10814"/>
                  </a:cubicBezTo>
                  <a:cubicBezTo>
                    <a:pt x="8792" y="10846"/>
                    <a:pt x="8873" y="10894"/>
                    <a:pt x="8985" y="10926"/>
                  </a:cubicBezTo>
                  <a:cubicBezTo>
                    <a:pt x="9001" y="10926"/>
                    <a:pt x="9017" y="10942"/>
                    <a:pt x="9033" y="10942"/>
                  </a:cubicBezTo>
                  <a:cubicBezTo>
                    <a:pt x="8985" y="11744"/>
                    <a:pt x="8696" y="12514"/>
                    <a:pt x="8231" y="13156"/>
                  </a:cubicBezTo>
                  <a:cubicBezTo>
                    <a:pt x="8199" y="13188"/>
                    <a:pt x="8199" y="13252"/>
                    <a:pt x="8199" y="13317"/>
                  </a:cubicBezTo>
                  <a:lnTo>
                    <a:pt x="8504" y="14841"/>
                  </a:lnTo>
                  <a:lnTo>
                    <a:pt x="7044" y="14343"/>
                  </a:lnTo>
                  <a:cubicBezTo>
                    <a:pt x="7022" y="14329"/>
                    <a:pt x="6997" y="14321"/>
                    <a:pt x="6973" y="14321"/>
                  </a:cubicBezTo>
                  <a:cubicBezTo>
                    <a:pt x="6944" y="14321"/>
                    <a:pt x="6917" y="14333"/>
                    <a:pt x="6899" y="14359"/>
                  </a:cubicBezTo>
                  <a:cubicBezTo>
                    <a:pt x="6225" y="14744"/>
                    <a:pt x="5487" y="14937"/>
                    <a:pt x="4733" y="14937"/>
                  </a:cubicBezTo>
                  <a:cubicBezTo>
                    <a:pt x="2343" y="14937"/>
                    <a:pt x="402" y="12996"/>
                    <a:pt x="402" y="10605"/>
                  </a:cubicBezTo>
                  <a:cubicBezTo>
                    <a:pt x="402" y="8215"/>
                    <a:pt x="2343" y="6274"/>
                    <a:pt x="4733" y="6274"/>
                  </a:cubicBezTo>
                  <a:close/>
                  <a:moveTo>
                    <a:pt x="10990" y="1"/>
                  </a:moveTo>
                  <a:cubicBezTo>
                    <a:pt x="7846" y="1"/>
                    <a:pt x="5327" y="2519"/>
                    <a:pt x="5327" y="5648"/>
                  </a:cubicBezTo>
                  <a:cubicBezTo>
                    <a:pt x="5327" y="5728"/>
                    <a:pt x="5327" y="5840"/>
                    <a:pt x="5343" y="5921"/>
                  </a:cubicBezTo>
                  <a:cubicBezTo>
                    <a:pt x="5151" y="5889"/>
                    <a:pt x="4942" y="5872"/>
                    <a:pt x="4733" y="5872"/>
                  </a:cubicBezTo>
                  <a:cubicBezTo>
                    <a:pt x="2118" y="5872"/>
                    <a:pt x="1" y="8006"/>
                    <a:pt x="1" y="10605"/>
                  </a:cubicBezTo>
                  <a:cubicBezTo>
                    <a:pt x="1" y="13220"/>
                    <a:pt x="2118" y="15338"/>
                    <a:pt x="4733" y="15338"/>
                  </a:cubicBezTo>
                  <a:cubicBezTo>
                    <a:pt x="5536" y="15338"/>
                    <a:pt x="6306" y="15146"/>
                    <a:pt x="7012" y="14761"/>
                  </a:cubicBezTo>
                  <a:lnTo>
                    <a:pt x="8696" y="15338"/>
                  </a:lnTo>
                  <a:cubicBezTo>
                    <a:pt x="8712" y="15338"/>
                    <a:pt x="8744" y="15354"/>
                    <a:pt x="8760" y="15354"/>
                  </a:cubicBezTo>
                  <a:cubicBezTo>
                    <a:pt x="8792" y="15354"/>
                    <a:pt x="8857" y="15338"/>
                    <a:pt x="8905" y="15322"/>
                  </a:cubicBezTo>
                  <a:cubicBezTo>
                    <a:pt x="8953" y="15274"/>
                    <a:pt x="8985" y="15194"/>
                    <a:pt x="8953" y="15146"/>
                  </a:cubicBezTo>
                  <a:lnTo>
                    <a:pt x="8616" y="13349"/>
                  </a:lnTo>
                  <a:cubicBezTo>
                    <a:pt x="9081" y="12691"/>
                    <a:pt x="9354" y="11921"/>
                    <a:pt x="9434" y="11103"/>
                  </a:cubicBezTo>
                  <a:cubicBezTo>
                    <a:pt x="9948" y="11247"/>
                    <a:pt x="10461" y="11327"/>
                    <a:pt x="10990" y="11327"/>
                  </a:cubicBezTo>
                  <a:cubicBezTo>
                    <a:pt x="14087" y="11295"/>
                    <a:pt x="16638" y="8760"/>
                    <a:pt x="16638" y="5648"/>
                  </a:cubicBezTo>
                  <a:cubicBezTo>
                    <a:pt x="16638" y="2551"/>
                    <a:pt x="14119" y="1"/>
                    <a:pt x="109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575275" y="11033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1"/>
                  </a:moveTo>
                  <a:cubicBezTo>
                    <a:pt x="81" y="1"/>
                    <a:pt x="1" y="81"/>
                    <a:pt x="1" y="209"/>
                  </a:cubicBezTo>
                  <a:cubicBezTo>
                    <a:pt x="1" y="321"/>
                    <a:pt x="81" y="402"/>
                    <a:pt x="209" y="402"/>
                  </a:cubicBezTo>
                  <a:lnTo>
                    <a:pt x="5504" y="402"/>
                  </a:lnTo>
                  <a:cubicBezTo>
                    <a:pt x="5616" y="402"/>
                    <a:pt x="5696" y="321"/>
                    <a:pt x="5696" y="209"/>
                  </a:cubicBezTo>
                  <a:cubicBezTo>
                    <a:pt x="5696" y="81"/>
                    <a:pt x="5616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575275" y="10648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0"/>
                  </a:moveTo>
                  <a:cubicBezTo>
                    <a:pt x="81" y="0"/>
                    <a:pt x="1" y="81"/>
                    <a:pt x="1" y="193"/>
                  </a:cubicBezTo>
                  <a:cubicBezTo>
                    <a:pt x="1" y="321"/>
                    <a:pt x="81" y="401"/>
                    <a:pt x="209" y="401"/>
                  </a:cubicBezTo>
                  <a:lnTo>
                    <a:pt x="5504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1"/>
                    <a:pt x="5616" y="0"/>
                    <a:pt x="550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575275" y="1025525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209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209" y="401"/>
                  </a:cubicBezTo>
                  <a:lnTo>
                    <a:pt x="5504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16" y="0"/>
                    <a:pt x="550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452150" y="1187150"/>
              <a:ext cx="13250" cy="12850"/>
            </a:xfrm>
            <a:custGeom>
              <a:avLst/>
              <a:gdLst/>
              <a:ahLst/>
              <a:cxnLst/>
              <a:rect l="l" t="t" r="r" b="b"/>
              <a:pathLst>
                <a:path w="530" h="514" extrusionOk="0">
                  <a:moveTo>
                    <a:pt x="257" y="1"/>
                  </a:moveTo>
                  <a:cubicBezTo>
                    <a:pt x="113" y="1"/>
                    <a:pt x="0" y="113"/>
                    <a:pt x="0" y="257"/>
                  </a:cubicBezTo>
                  <a:cubicBezTo>
                    <a:pt x="0" y="402"/>
                    <a:pt x="113" y="514"/>
                    <a:pt x="257" y="514"/>
                  </a:cubicBezTo>
                  <a:cubicBezTo>
                    <a:pt x="401" y="514"/>
                    <a:pt x="514" y="402"/>
                    <a:pt x="514" y="257"/>
                  </a:cubicBezTo>
                  <a:cubicBezTo>
                    <a:pt x="530" y="113"/>
                    <a:pt x="417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483425" y="1187150"/>
              <a:ext cx="13275" cy="12850"/>
            </a:xfrm>
            <a:custGeom>
              <a:avLst/>
              <a:gdLst/>
              <a:ahLst/>
              <a:cxnLst/>
              <a:rect l="l" t="t" r="r" b="b"/>
              <a:pathLst>
                <a:path w="531" h="514" extrusionOk="0">
                  <a:moveTo>
                    <a:pt x="273" y="1"/>
                  </a:moveTo>
                  <a:cubicBezTo>
                    <a:pt x="129" y="1"/>
                    <a:pt x="1" y="113"/>
                    <a:pt x="1" y="257"/>
                  </a:cubicBezTo>
                  <a:cubicBezTo>
                    <a:pt x="1" y="402"/>
                    <a:pt x="129" y="514"/>
                    <a:pt x="273" y="514"/>
                  </a:cubicBezTo>
                  <a:cubicBezTo>
                    <a:pt x="402" y="514"/>
                    <a:pt x="530" y="402"/>
                    <a:pt x="530" y="257"/>
                  </a:cubicBezTo>
                  <a:cubicBezTo>
                    <a:pt x="530" y="113"/>
                    <a:pt x="402" y="1"/>
                    <a:pt x="27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792225" y="4289950"/>
              <a:ext cx="238675" cy="146825"/>
            </a:xfrm>
            <a:custGeom>
              <a:avLst/>
              <a:gdLst/>
              <a:ahLst/>
              <a:cxnLst/>
              <a:rect l="l" t="t" r="r" b="b"/>
              <a:pathLst>
                <a:path w="9547" h="5873" extrusionOk="0">
                  <a:moveTo>
                    <a:pt x="5536" y="402"/>
                  </a:moveTo>
                  <a:cubicBezTo>
                    <a:pt x="6707" y="402"/>
                    <a:pt x="7653" y="1364"/>
                    <a:pt x="7653" y="2536"/>
                  </a:cubicBezTo>
                  <a:cubicBezTo>
                    <a:pt x="7653" y="2632"/>
                    <a:pt x="7734" y="2728"/>
                    <a:pt x="7862" y="2728"/>
                  </a:cubicBezTo>
                  <a:cubicBezTo>
                    <a:pt x="8584" y="2776"/>
                    <a:pt x="9162" y="3354"/>
                    <a:pt x="9162" y="4092"/>
                  </a:cubicBezTo>
                  <a:cubicBezTo>
                    <a:pt x="9146" y="4862"/>
                    <a:pt x="8536" y="5455"/>
                    <a:pt x="7782" y="5455"/>
                  </a:cubicBezTo>
                  <a:lnTo>
                    <a:pt x="1782" y="5455"/>
                  </a:lnTo>
                  <a:cubicBezTo>
                    <a:pt x="1044" y="5455"/>
                    <a:pt x="418" y="4862"/>
                    <a:pt x="418" y="4092"/>
                  </a:cubicBezTo>
                  <a:cubicBezTo>
                    <a:pt x="418" y="3418"/>
                    <a:pt x="915" y="2824"/>
                    <a:pt x="1605" y="2744"/>
                  </a:cubicBezTo>
                  <a:cubicBezTo>
                    <a:pt x="1701" y="2728"/>
                    <a:pt x="1782" y="2632"/>
                    <a:pt x="1782" y="2536"/>
                  </a:cubicBezTo>
                  <a:cubicBezTo>
                    <a:pt x="1782" y="1974"/>
                    <a:pt x="2215" y="1525"/>
                    <a:pt x="2776" y="1525"/>
                  </a:cubicBezTo>
                  <a:cubicBezTo>
                    <a:pt x="2969" y="1525"/>
                    <a:pt x="3161" y="1589"/>
                    <a:pt x="3322" y="1685"/>
                  </a:cubicBezTo>
                  <a:cubicBezTo>
                    <a:pt x="3348" y="1712"/>
                    <a:pt x="3375" y="1724"/>
                    <a:pt x="3404" y="1724"/>
                  </a:cubicBezTo>
                  <a:cubicBezTo>
                    <a:pt x="3428" y="1724"/>
                    <a:pt x="3453" y="1716"/>
                    <a:pt x="3482" y="1701"/>
                  </a:cubicBezTo>
                  <a:cubicBezTo>
                    <a:pt x="3546" y="1685"/>
                    <a:pt x="3578" y="1653"/>
                    <a:pt x="3611" y="1605"/>
                  </a:cubicBezTo>
                  <a:cubicBezTo>
                    <a:pt x="3963" y="867"/>
                    <a:pt x="4701" y="402"/>
                    <a:pt x="5536" y="402"/>
                  </a:cubicBezTo>
                  <a:close/>
                  <a:moveTo>
                    <a:pt x="5504" y="1"/>
                  </a:moveTo>
                  <a:cubicBezTo>
                    <a:pt x="4605" y="1"/>
                    <a:pt x="3787" y="482"/>
                    <a:pt x="3322" y="1252"/>
                  </a:cubicBezTo>
                  <a:cubicBezTo>
                    <a:pt x="3145" y="1172"/>
                    <a:pt x="2969" y="1124"/>
                    <a:pt x="2760" y="1124"/>
                  </a:cubicBezTo>
                  <a:cubicBezTo>
                    <a:pt x="2038" y="1124"/>
                    <a:pt x="1445" y="1669"/>
                    <a:pt x="1364" y="2391"/>
                  </a:cubicBezTo>
                  <a:cubicBezTo>
                    <a:pt x="578" y="2568"/>
                    <a:pt x="1" y="3290"/>
                    <a:pt x="1" y="4108"/>
                  </a:cubicBezTo>
                  <a:cubicBezTo>
                    <a:pt x="1" y="5102"/>
                    <a:pt x="771" y="5873"/>
                    <a:pt x="1766" y="5873"/>
                  </a:cubicBezTo>
                  <a:lnTo>
                    <a:pt x="7750" y="5873"/>
                  </a:lnTo>
                  <a:cubicBezTo>
                    <a:pt x="8744" y="5873"/>
                    <a:pt x="9515" y="5102"/>
                    <a:pt x="9515" y="4108"/>
                  </a:cubicBezTo>
                  <a:cubicBezTo>
                    <a:pt x="9547" y="3209"/>
                    <a:pt x="8889" y="2471"/>
                    <a:pt x="8039" y="2343"/>
                  </a:cubicBezTo>
                  <a:cubicBezTo>
                    <a:pt x="7942" y="1043"/>
                    <a:pt x="6851" y="1"/>
                    <a:pt x="550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029975" y="4119900"/>
              <a:ext cx="141225" cy="141600"/>
            </a:xfrm>
            <a:custGeom>
              <a:avLst/>
              <a:gdLst/>
              <a:ahLst/>
              <a:cxnLst/>
              <a:rect l="l" t="t" r="r" b="b"/>
              <a:pathLst>
                <a:path w="5649" h="5664" extrusionOk="0">
                  <a:moveTo>
                    <a:pt x="2824" y="401"/>
                  </a:moveTo>
                  <a:cubicBezTo>
                    <a:pt x="4172" y="401"/>
                    <a:pt x="5247" y="1492"/>
                    <a:pt x="5247" y="2840"/>
                  </a:cubicBezTo>
                  <a:cubicBezTo>
                    <a:pt x="5247" y="4172"/>
                    <a:pt x="4172" y="5262"/>
                    <a:pt x="2824" y="5262"/>
                  </a:cubicBezTo>
                  <a:cubicBezTo>
                    <a:pt x="1477" y="5262"/>
                    <a:pt x="402" y="4172"/>
                    <a:pt x="402" y="2840"/>
                  </a:cubicBezTo>
                  <a:cubicBezTo>
                    <a:pt x="402" y="1492"/>
                    <a:pt x="1477" y="401"/>
                    <a:pt x="2824" y="401"/>
                  </a:cubicBezTo>
                  <a:close/>
                  <a:moveTo>
                    <a:pt x="2824" y="0"/>
                  </a:moveTo>
                  <a:cubicBezTo>
                    <a:pt x="1252" y="0"/>
                    <a:pt x="1" y="1268"/>
                    <a:pt x="1" y="2840"/>
                  </a:cubicBezTo>
                  <a:cubicBezTo>
                    <a:pt x="1" y="4396"/>
                    <a:pt x="1252" y="5664"/>
                    <a:pt x="2824" y="5664"/>
                  </a:cubicBezTo>
                  <a:cubicBezTo>
                    <a:pt x="4397" y="5664"/>
                    <a:pt x="5648" y="4396"/>
                    <a:pt x="5648" y="2840"/>
                  </a:cubicBezTo>
                  <a:cubicBezTo>
                    <a:pt x="5648" y="1268"/>
                    <a:pt x="4397" y="0"/>
                    <a:pt x="282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955375" y="4287950"/>
              <a:ext cx="291225" cy="150425"/>
            </a:xfrm>
            <a:custGeom>
              <a:avLst/>
              <a:gdLst/>
              <a:ahLst/>
              <a:cxnLst/>
              <a:rect l="l" t="t" r="r" b="b"/>
              <a:pathLst>
                <a:path w="11649" h="6017" extrusionOk="0">
                  <a:moveTo>
                    <a:pt x="5808" y="402"/>
                  </a:moveTo>
                  <a:cubicBezTo>
                    <a:pt x="8744" y="402"/>
                    <a:pt x="11119" y="2728"/>
                    <a:pt x="11231" y="5616"/>
                  </a:cubicBezTo>
                  <a:lnTo>
                    <a:pt x="402" y="5616"/>
                  </a:lnTo>
                  <a:cubicBezTo>
                    <a:pt x="498" y="2728"/>
                    <a:pt x="2889" y="402"/>
                    <a:pt x="5808" y="402"/>
                  </a:cubicBezTo>
                  <a:close/>
                  <a:moveTo>
                    <a:pt x="5808" y="0"/>
                  </a:moveTo>
                  <a:cubicBezTo>
                    <a:pt x="2600" y="0"/>
                    <a:pt x="1" y="2616"/>
                    <a:pt x="1" y="5824"/>
                  </a:cubicBezTo>
                  <a:cubicBezTo>
                    <a:pt x="1" y="5937"/>
                    <a:pt x="81" y="6017"/>
                    <a:pt x="193" y="6017"/>
                  </a:cubicBezTo>
                  <a:lnTo>
                    <a:pt x="11440" y="6017"/>
                  </a:lnTo>
                  <a:cubicBezTo>
                    <a:pt x="11568" y="6017"/>
                    <a:pt x="11648" y="5937"/>
                    <a:pt x="11648" y="5824"/>
                  </a:cubicBezTo>
                  <a:cubicBezTo>
                    <a:pt x="11632" y="2616"/>
                    <a:pt x="9017" y="0"/>
                    <a:pt x="580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5269350" y="4533825"/>
              <a:ext cx="69000" cy="158850"/>
            </a:xfrm>
            <a:custGeom>
              <a:avLst/>
              <a:gdLst/>
              <a:ahLst/>
              <a:cxnLst/>
              <a:rect l="l" t="t" r="r" b="b"/>
              <a:pathLst>
                <a:path w="2760" h="6354" extrusionOk="0">
                  <a:moveTo>
                    <a:pt x="2359" y="401"/>
                  </a:moveTo>
                  <a:lnTo>
                    <a:pt x="2359" y="5952"/>
                  </a:lnTo>
                  <a:lnTo>
                    <a:pt x="401" y="5952"/>
                  </a:lnTo>
                  <a:lnTo>
                    <a:pt x="401" y="401"/>
                  </a:lnTo>
                  <a:close/>
                  <a:moveTo>
                    <a:pt x="401" y="0"/>
                  </a:moveTo>
                  <a:cubicBezTo>
                    <a:pt x="177" y="0"/>
                    <a:pt x="0" y="177"/>
                    <a:pt x="0" y="401"/>
                  </a:cubicBezTo>
                  <a:lnTo>
                    <a:pt x="0" y="5952"/>
                  </a:lnTo>
                  <a:cubicBezTo>
                    <a:pt x="0" y="6177"/>
                    <a:pt x="177" y="6353"/>
                    <a:pt x="401" y="6353"/>
                  </a:cubicBezTo>
                  <a:lnTo>
                    <a:pt x="2359" y="6353"/>
                  </a:lnTo>
                  <a:cubicBezTo>
                    <a:pt x="2583" y="6353"/>
                    <a:pt x="2760" y="6177"/>
                    <a:pt x="2760" y="5952"/>
                  </a:cubicBezTo>
                  <a:lnTo>
                    <a:pt x="2760" y="401"/>
                  </a:lnTo>
                  <a:cubicBezTo>
                    <a:pt x="2760" y="177"/>
                    <a:pt x="2583" y="0"/>
                    <a:pt x="235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5369600" y="4484075"/>
              <a:ext cx="69025" cy="208600"/>
            </a:xfrm>
            <a:custGeom>
              <a:avLst/>
              <a:gdLst/>
              <a:ahLst/>
              <a:cxnLst/>
              <a:rect l="l" t="t" r="r" b="b"/>
              <a:pathLst>
                <a:path w="2761" h="8344" extrusionOk="0">
                  <a:moveTo>
                    <a:pt x="2343" y="402"/>
                  </a:moveTo>
                  <a:lnTo>
                    <a:pt x="2343" y="7942"/>
                  </a:lnTo>
                  <a:lnTo>
                    <a:pt x="386" y="7942"/>
                  </a:lnTo>
                  <a:lnTo>
                    <a:pt x="386" y="402"/>
                  </a:lnTo>
                  <a:close/>
                  <a:moveTo>
                    <a:pt x="402" y="1"/>
                  </a:moveTo>
                  <a:cubicBezTo>
                    <a:pt x="177" y="1"/>
                    <a:pt x="1" y="177"/>
                    <a:pt x="1" y="402"/>
                  </a:cubicBezTo>
                  <a:lnTo>
                    <a:pt x="1" y="7942"/>
                  </a:lnTo>
                  <a:cubicBezTo>
                    <a:pt x="1" y="8167"/>
                    <a:pt x="177" y="8343"/>
                    <a:pt x="402" y="8343"/>
                  </a:cubicBezTo>
                  <a:lnTo>
                    <a:pt x="2359" y="8343"/>
                  </a:lnTo>
                  <a:cubicBezTo>
                    <a:pt x="2584" y="8343"/>
                    <a:pt x="2760" y="8167"/>
                    <a:pt x="2760" y="7942"/>
                  </a:cubicBezTo>
                  <a:lnTo>
                    <a:pt x="2760" y="402"/>
                  </a:lnTo>
                  <a:cubicBezTo>
                    <a:pt x="2760" y="177"/>
                    <a:pt x="2584" y="1"/>
                    <a:pt x="235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5469475" y="4434350"/>
              <a:ext cx="69025" cy="258325"/>
            </a:xfrm>
            <a:custGeom>
              <a:avLst/>
              <a:gdLst/>
              <a:ahLst/>
              <a:cxnLst/>
              <a:rect l="l" t="t" r="r" b="b"/>
              <a:pathLst>
                <a:path w="2761" h="10333" extrusionOk="0">
                  <a:moveTo>
                    <a:pt x="2359" y="401"/>
                  </a:moveTo>
                  <a:lnTo>
                    <a:pt x="2359" y="9931"/>
                  </a:lnTo>
                  <a:lnTo>
                    <a:pt x="402" y="9931"/>
                  </a:lnTo>
                  <a:lnTo>
                    <a:pt x="402" y="401"/>
                  </a:lnTo>
                  <a:close/>
                  <a:moveTo>
                    <a:pt x="402" y="0"/>
                  </a:moveTo>
                  <a:cubicBezTo>
                    <a:pt x="177" y="0"/>
                    <a:pt x="1" y="177"/>
                    <a:pt x="1" y="401"/>
                  </a:cubicBezTo>
                  <a:lnTo>
                    <a:pt x="1" y="9931"/>
                  </a:lnTo>
                  <a:cubicBezTo>
                    <a:pt x="1" y="10156"/>
                    <a:pt x="177" y="10332"/>
                    <a:pt x="402" y="10332"/>
                  </a:cubicBezTo>
                  <a:lnTo>
                    <a:pt x="2359" y="10332"/>
                  </a:lnTo>
                  <a:cubicBezTo>
                    <a:pt x="2584" y="10332"/>
                    <a:pt x="2760" y="10156"/>
                    <a:pt x="2760" y="9931"/>
                  </a:cubicBezTo>
                  <a:lnTo>
                    <a:pt x="2760" y="401"/>
                  </a:lnTo>
                  <a:cubicBezTo>
                    <a:pt x="2760" y="177"/>
                    <a:pt x="2584" y="0"/>
                    <a:pt x="235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568950" y="4384600"/>
              <a:ext cx="69425" cy="308075"/>
            </a:xfrm>
            <a:custGeom>
              <a:avLst/>
              <a:gdLst/>
              <a:ahLst/>
              <a:cxnLst/>
              <a:rect l="l" t="t" r="r" b="b"/>
              <a:pathLst>
                <a:path w="2777" h="12323" extrusionOk="0">
                  <a:moveTo>
                    <a:pt x="2375" y="402"/>
                  </a:moveTo>
                  <a:lnTo>
                    <a:pt x="2375" y="11921"/>
                  </a:lnTo>
                  <a:lnTo>
                    <a:pt x="402" y="11921"/>
                  </a:lnTo>
                  <a:lnTo>
                    <a:pt x="402" y="402"/>
                  </a:lnTo>
                  <a:close/>
                  <a:moveTo>
                    <a:pt x="402" y="1"/>
                  </a:moveTo>
                  <a:cubicBezTo>
                    <a:pt x="193" y="1"/>
                    <a:pt x="1" y="193"/>
                    <a:pt x="1" y="402"/>
                  </a:cubicBezTo>
                  <a:lnTo>
                    <a:pt x="1" y="11921"/>
                  </a:lnTo>
                  <a:cubicBezTo>
                    <a:pt x="1" y="12146"/>
                    <a:pt x="193" y="12322"/>
                    <a:pt x="402" y="12322"/>
                  </a:cubicBezTo>
                  <a:lnTo>
                    <a:pt x="2375" y="12322"/>
                  </a:lnTo>
                  <a:cubicBezTo>
                    <a:pt x="2584" y="12322"/>
                    <a:pt x="2776" y="12146"/>
                    <a:pt x="2776" y="11921"/>
                  </a:cubicBezTo>
                  <a:lnTo>
                    <a:pt x="2776" y="402"/>
                  </a:lnTo>
                  <a:cubicBezTo>
                    <a:pt x="2776" y="193"/>
                    <a:pt x="2600" y="1"/>
                    <a:pt x="237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269350" y="4218550"/>
              <a:ext cx="369025" cy="176100"/>
            </a:xfrm>
            <a:custGeom>
              <a:avLst/>
              <a:gdLst/>
              <a:ahLst/>
              <a:cxnLst/>
              <a:rect l="l" t="t" r="r" b="b"/>
              <a:pathLst>
                <a:path w="14761" h="7044" extrusionOk="0">
                  <a:moveTo>
                    <a:pt x="12209" y="1"/>
                  </a:moveTo>
                  <a:cubicBezTo>
                    <a:pt x="12097" y="1"/>
                    <a:pt x="12017" y="81"/>
                    <a:pt x="12017" y="209"/>
                  </a:cubicBezTo>
                  <a:cubicBezTo>
                    <a:pt x="12017" y="322"/>
                    <a:pt x="12097" y="402"/>
                    <a:pt x="12209" y="402"/>
                  </a:cubicBezTo>
                  <a:lnTo>
                    <a:pt x="14038" y="402"/>
                  </a:lnTo>
                  <a:cubicBezTo>
                    <a:pt x="6610" y="6563"/>
                    <a:pt x="497" y="6643"/>
                    <a:pt x="193" y="6643"/>
                  </a:cubicBezTo>
                  <a:cubicBezTo>
                    <a:pt x="96" y="6643"/>
                    <a:pt x="0" y="6723"/>
                    <a:pt x="0" y="6851"/>
                  </a:cubicBezTo>
                  <a:cubicBezTo>
                    <a:pt x="0" y="6964"/>
                    <a:pt x="80" y="7044"/>
                    <a:pt x="193" y="7044"/>
                  </a:cubicBezTo>
                  <a:lnTo>
                    <a:pt x="225" y="7044"/>
                  </a:lnTo>
                  <a:cubicBezTo>
                    <a:pt x="562" y="7044"/>
                    <a:pt x="6754" y="6948"/>
                    <a:pt x="14231" y="739"/>
                  </a:cubicBezTo>
                  <a:lnTo>
                    <a:pt x="14231" y="739"/>
                  </a:lnTo>
                  <a:lnTo>
                    <a:pt x="13797" y="2696"/>
                  </a:lnTo>
                  <a:cubicBezTo>
                    <a:pt x="13781" y="2792"/>
                    <a:pt x="13830" y="2921"/>
                    <a:pt x="13958" y="2937"/>
                  </a:cubicBezTo>
                  <a:lnTo>
                    <a:pt x="13990" y="2937"/>
                  </a:lnTo>
                  <a:cubicBezTo>
                    <a:pt x="14102" y="2937"/>
                    <a:pt x="14183" y="2873"/>
                    <a:pt x="14199" y="2776"/>
                  </a:cubicBezTo>
                  <a:lnTo>
                    <a:pt x="14760" y="226"/>
                  </a:lnTo>
                  <a:lnTo>
                    <a:pt x="14760" y="209"/>
                  </a:lnTo>
                  <a:lnTo>
                    <a:pt x="14760" y="145"/>
                  </a:lnTo>
                  <a:lnTo>
                    <a:pt x="14760" y="129"/>
                  </a:lnTo>
                  <a:lnTo>
                    <a:pt x="14760" y="113"/>
                  </a:lnTo>
                  <a:cubicBezTo>
                    <a:pt x="14760" y="113"/>
                    <a:pt x="14760" y="81"/>
                    <a:pt x="14744" y="81"/>
                  </a:cubicBezTo>
                  <a:cubicBezTo>
                    <a:pt x="14744" y="81"/>
                    <a:pt x="14744" y="65"/>
                    <a:pt x="14712" y="65"/>
                  </a:cubicBezTo>
                  <a:cubicBezTo>
                    <a:pt x="14696" y="49"/>
                    <a:pt x="14696" y="33"/>
                    <a:pt x="14680" y="33"/>
                  </a:cubicBezTo>
                  <a:cubicBezTo>
                    <a:pt x="14664" y="1"/>
                    <a:pt x="14632" y="1"/>
                    <a:pt x="1461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469875" y="4801850"/>
              <a:ext cx="101100" cy="46850"/>
            </a:xfrm>
            <a:custGeom>
              <a:avLst/>
              <a:gdLst/>
              <a:ahLst/>
              <a:cxnLst/>
              <a:rect l="l" t="t" r="r" b="b"/>
              <a:pathLst>
                <a:path w="4044" h="1874" extrusionOk="0">
                  <a:moveTo>
                    <a:pt x="1945" y="0"/>
                  </a:moveTo>
                  <a:cubicBezTo>
                    <a:pt x="1900" y="0"/>
                    <a:pt x="1859" y="21"/>
                    <a:pt x="1830" y="60"/>
                  </a:cubicBezTo>
                  <a:lnTo>
                    <a:pt x="1" y="1841"/>
                  </a:lnTo>
                  <a:lnTo>
                    <a:pt x="578" y="1841"/>
                  </a:lnTo>
                  <a:lnTo>
                    <a:pt x="1782" y="686"/>
                  </a:lnTo>
                  <a:lnTo>
                    <a:pt x="1782" y="1793"/>
                  </a:lnTo>
                  <a:cubicBezTo>
                    <a:pt x="1782" y="1809"/>
                    <a:pt x="1782" y="1841"/>
                    <a:pt x="1798" y="1873"/>
                  </a:cubicBezTo>
                  <a:lnTo>
                    <a:pt x="4044" y="1873"/>
                  </a:lnTo>
                  <a:cubicBezTo>
                    <a:pt x="3450" y="1713"/>
                    <a:pt x="2841" y="1600"/>
                    <a:pt x="2199" y="1584"/>
                  </a:cubicBezTo>
                  <a:lnTo>
                    <a:pt x="2199" y="205"/>
                  </a:lnTo>
                  <a:lnTo>
                    <a:pt x="2167" y="205"/>
                  </a:lnTo>
                  <a:cubicBezTo>
                    <a:pt x="2167" y="124"/>
                    <a:pt x="2119" y="44"/>
                    <a:pt x="2038" y="28"/>
                  </a:cubicBezTo>
                  <a:cubicBezTo>
                    <a:pt x="2007" y="9"/>
                    <a:pt x="1975" y="0"/>
                    <a:pt x="194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820925" y="46633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00" y="1235"/>
                  </a:moveTo>
                  <a:cubicBezTo>
                    <a:pt x="2856" y="1877"/>
                    <a:pt x="3370" y="2375"/>
                    <a:pt x="3995" y="2631"/>
                  </a:cubicBezTo>
                  <a:cubicBezTo>
                    <a:pt x="3370" y="2872"/>
                    <a:pt x="2872" y="3401"/>
                    <a:pt x="2600" y="4043"/>
                  </a:cubicBezTo>
                  <a:cubicBezTo>
                    <a:pt x="2327" y="3401"/>
                    <a:pt x="1813" y="2888"/>
                    <a:pt x="1188" y="2631"/>
                  </a:cubicBezTo>
                  <a:cubicBezTo>
                    <a:pt x="1829" y="2375"/>
                    <a:pt x="2327" y="1845"/>
                    <a:pt x="2600" y="1235"/>
                  </a:cubicBezTo>
                  <a:close/>
                  <a:moveTo>
                    <a:pt x="2616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412" y="2407"/>
                    <a:pt x="209" y="2407"/>
                  </a:cubicBezTo>
                  <a:cubicBezTo>
                    <a:pt x="81" y="2407"/>
                    <a:pt x="1" y="2487"/>
                    <a:pt x="1" y="2615"/>
                  </a:cubicBezTo>
                  <a:cubicBezTo>
                    <a:pt x="1" y="2727"/>
                    <a:pt x="81" y="2808"/>
                    <a:pt x="209" y="2808"/>
                  </a:cubicBezTo>
                  <a:cubicBezTo>
                    <a:pt x="1428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16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802"/>
                    <a:pt x="3819" y="2808"/>
                    <a:pt x="5022" y="2808"/>
                  </a:cubicBezTo>
                  <a:cubicBezTo>
                    <a:pt x="5134" y="2808"/>
                    <a:pt x="5215" y="2727"/>
                    <a:pt x="5215" y="2615"/>
                  </a:cubicBezTo>
                  <a:cubicBezTo>
                    <a:pt x="5215" y="2487"/>
                    <a:pt x="5118" y="2407"/>
                    <a:pt x="5022" y="2407"/>
                  </a:cubicBezTo>
                  <a:cubicBezTo>
                    <a:pt x="3803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466850" y="457232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4" y="1220"/>
                  </a:moveTo>
                  <a:cubicBezTo>
                    <a:pt x="2857" y="1861"/>
                    <a:pt x="3370" y="2359"/>
                    <a:pt x="3996" y="2631"/>
                  </a:cubicBezTo>
                  <a:cubicBezTo>
                    <a:pt x="3370" y="2888"/>
                    <a:pt x="2857" y="3385"/>
                    <a:pt x="2584" y="4027"/>
                  </a:cubicBezTo>
                  <a:cubicBezTo>
                    <a:pt x="2327" y="3385"/>
                    <a:pt x="1814" y="2888"/>
                    <a:pt x="1188" y="2631"/>
                  </a:cubicBezTo>
                  <a:cubicBezTo>
                    <a:pt x="1830" y="2359"/>
                    <a:pt x="2327" y="1845"/>
                    <a:pt x="2584" y="1220"/>
                  </a:cubicBezTo>
                  <a:close/>
                  <a:moveTo>
                    <a:pt x="2616" y="0"/>
                  </a:moveTo>
                  <a:cubicBezTo>
                    <a:pt x="2488" y="0"/>
                    <a:pt x="2407" y="80"/>
                    <a:pt x="2407" y="193"/>
                  </a:cubicBezTo>
                  <a:cubicBezTo>
                    <a:pt x="2407" y="1428"/>
                    <a:pt x="1413" y="2407"/>
                    <a:pt x="209" y="2407"/>
                  </a:cubicBezTo>
                  <a:cubicBezTo>
                    <a:pt x="81" y="2407"/>
                    <a:pt x="1" y="2487"/>
                    <a:pt x="1" y="2599"/>
                  </a:cubicBezTo>
                  <a:cubicBezTo>
                    <a:pt x="1" y="2728"/>
                    <a:pt x="81" y="2808"/>
                    <a:pt x="209" y="2808"/>
                  </a:cubicBezTo>
                  <a:cubicBezTo>
                    <a:pt x="1429" y="2808"/>
                    <a:pt x="2407" y="3803"/>
                    <a:pt x="2407" y="5006"/>
                  </a:cubicBezTo>
                  <a:cubicBezTo>
                    <a:pt x="2407" y="5134"/>
                    <a:pt x="2488" y="5214"/>
                    <a:pt x="2616" y="5214"/>
                  </a:cubicBezTo>
                  <a:cubicBezTo>
                    <a:pt x="2728" y="5214"/>
                    <a:pt x="2808" y="5134"/>
                    <a:pt x="2808" y="5006"/>
                  </a:cubicBezTo>
                  <a:cubicBezTo>
                    <a:pt x="2808" y="3787"/>
                    <a:pt x="3819" y="2808"/>
                    <a:pt x="5022" y="2808"/>
                  </a:cubicBezTo>
                  <a:cubicBezTo>
                    <a:pt x="5135" y="2808"/>
                    <a:pt x="5215" y="2728"/>
                    <a:pt x="5215" y="2599"/>
                  </a:cubicBezTo>
                  <a:cubicBezTo>
                    <a:pt x="5215" y="2487"/>
                    <a:pt x="5119" y="2407"/>
                    <a:pt x="5022" y="2407"/>
                  </a:cubicBezTo>
                  <a:cubicBezTo>
                    <a:pt x="3787" y="2407"/>
                    <a:pt x="2808" y="1396"/>
                    <a:pt x="2808" y="193"/>
                  </a:cubicBezTo>
                  <a:cubicBezTo>
                    <a:pt x="2808" y="80"/>
                    <a:pt x="2728" y="0"/>
                    <a:pt x="261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853600" y="4647325"/>
              <a:ext cx="318875" cy="200575"/>
            </a:xfrm>
            <a:custGeom>
              <a:avLst/>
              <a:gdLst/>
              <a:ahLst/>
              <a:cxnLst/>
              <a:rect l="l" t="t" r="r" b="b"/>
              <a:pathLst>
                <a:path w="12755" h="8023" extrusionOk="0">
                  <a:moveTo>
                    <a:pt x="6386" y="0"/>
                  </a:moveTo>
                  <a:cubicBezTo>
                    <a:pt x="6257" y="0"/>
                    <a:pt x="6177" y="81"/>
                    <a:pt x="6177" y="209"/>
                  </a:cubicBezTo>
                  <a:cubicBezTo>
                    <a:pt x="6177" y="3498"/>
                    <a:pt x="3498" y="6177"/>
                    <a:pt x="209" y="6177"/>
                  </a:cubicBezTo>
                  <a:cubicBezTo>
                    <a:pt x="81" y="6177"/>
                    <a:pt x="0" y="6257"/>
                    <a:pt x="0" y="6386"/>
                  </a:cubicBezTo>
                  <a:cubicBezTo>
                    <a:pt x="0" y="6498"/>
                    <a:pt x="81" y="6578"/>
                    <a:pt x="209" y="6578"/>
                  </a:cubicBezTo>
                  <a:cubicBezTo>
                    <a:pt x="1685" y="6578"/>
                    <a:pt x="3049" y="7124"/>
                    <a:pt x="4091" y="8022"/>
                  </a:cubicBezTo>
                  <a:lnTo>
                    <a:pt x="4701" y="8022"/>
                  </a:lnTo>
                  <a:cubicBezTo>
                    <a:pt x="3915" y="7252"/>
                    <a:pt x="2920" y="6658"/>
                    <a:pt x="1813" y="6386"/>
                  </a:cubicBezTo>
                  <a:cubicBezTo>
                    <a:pt x="4059" y="5808"/>
                    <a:pt x="5824" y="4043"/>
                    <a:pt x="6386" y="1813"/>
                  </a:cubicBezTo>
                  <a:cubicBezTo>
                    <a:pt x="6963" y="4059"/>
                    <a:pt x="8728" y="5824"/>
                    <a:pt x="10958" y="6386"/>
                  </a:cubicBezTo>
                  <a:cubicBezTo>
                    <a:pt x="9851" y="6658"/>
                    <a:pt x="8840" y="7252"/>
                    <a:pt x="8070" y="8022"/>
                  </a:cubicBezTo>
                  <a:lnTo>
                    <a:pt x="8664" y="8022"/>
                  </a:lnTo>
                  <a:cubicBezTo>
                    <a:pt x="9707" y="7124"/>
                    <a:pt x="11070" y="6578"/>
                    <a:pt x="12562" y="6578"/>
                  </a:cubicBezTo>
                  <a:cubicBezTo>
                    <a:pt x="12675" y="6578"/>
                    <a:pt x="12755" y="6482"/>
                    <a:pt x="12755" y="6386"/>
                  </a:cubicBezTo>
                  <a:cubicBezTo>
                    <a:pt x="12755" y="6257"/>
                    <a:pt x="12675" y="6177"/>
                    <a:pt x="12562" y="6177"/>
                  </a:cubicBezTo>
                  <a:cubicBezTo>
                    <a:pt x="9274" y="6177"/>
                    <a:pt x="6578" y="3498"/>
                    <a:pt x="6578" y="209"/>
                  </a:cubicBezTo>
                  <a:cubicBezTo>
                    <a:pt x="6578" y="81"/>
                    <a:pt x="6498" y="0"/>
                    <a:pt x="638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093850" y="439985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89"/>
                    <a:pt x="1589" y="1926"/>
                    <a:pt x="1172" y="1926"/>
                  </a:cubicBezTo>
                  <a:cubicBezTo>
                    <a:pt x="738" y="1926"/>
                    <a:pt x="401" y="1589"/>
                    <a:pt x="401" y="1156"/>
                  </a:cubicBezTo>
                  <a:cubicBezTo>
                    <a:pt x="401" y="739"/>
                    <a:pt x="738" y="402"/>
                    <a:pt x="1172" y="402"/>
                  </a:cubicBezTo>
                  <a:close/>
                  <a:moveTo>
                    <a:pt x="1172" y="1"/>
                  </a:moveTo>
                  <a:cubicBezTo>
                    <a:pt x="514" y="1"/>
                    <a:pt x="0" y="514"/>
                    <a:pt x="0" y="1156"/>
                  </a:cubicBezTo>
                  <a:cubicBezTo>
                    <a:pt x="0" y="1797"/>
                    <a:pt x="530" y="2327"/>
                    <a:pt x="1172" y="2327"/>
                  </a:cubicBezTo>
                  <a:cubicBezTo>
                    <a:pt x="1797" y="2327"/>
                    <a:pt x="2327" y="1797"/>
                    <a:pt x="2327" y="1156"/>
                  </a:cubicBezTo>
                  <a:cubicBezTo>
                    <a:pt x="2327" y="514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064775" y="4439550"/>
              <a:ext cx="58200" cy="58200"/>
            </a:xfrm>
            <a:custGeom>
              <a:avLst/>
              <a:gdLst/>
              <a:ahLst/>
              <a:cxnLst/>
              <a:rect l="l" t="t" r="r" b="b"/>
              <a:pathLst>
                <a:path w="2328" h="2328" extrusionOk="0">
                  <a:moveTo>
                    <a:pt x="1156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73"/>
                    <a:pt x="1589" y="1926"/>
                    <a:pt x="1156" y="1926"/>
                  </a:cubicBezTo>
                  <a:cubicBezTo>
                    <a:pt x="739" y="1926"/>
                    <a:pt x="402" y="1573"/>
                    <a:pt x="402" y="1156"/>
                  </a:cubicBezTo>
                  <a:cubicBezTo>
                    <a:pt x="402" y="739"/>
                    <a:pt x="739" y="402"/>
                    <a:pt x="1156" y="402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51375" y="4692650"/>
              <a:ext cx="46550" cy="83050"/>
            </a:xfrm>
            <a:custGeom>
              <a:avLst/>
              <a:gdLst/>
              <a:ahLst/>
              <a:cxnLst/>
              <a:rect l="l" t="t" r="r" b="b"/>
              <a:pathLst>
                <a:path w="1862" h="3322" extrusionOk="0">
                  <a:moveTo>
                    <a:pt x="899" y="658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8" y="1396"/>
                    <a:pt x="642" y="1348"/>
                    <a:pt x="578" y="1284"/>
                  </a:cubicBezTo>
                  <a:cubicBezTo>
                    <a:pt x="498" y="1220"/>
                    <a:pt x="482" y="1139"/>
                    <a:pt x="482" y="1027"/>
                  </a:cubicBezTo>
                  <a:cubicBezTo>
                    <a:pt x="482" y="899"/>
                    <a:pt x="514" y="818"/>
                    <a:pt x="594" y="754"/>
                  </a:cubicBezTo>
                  <a:cubicBezTo>
                    <a:pt x="674" y="706"/>
                    <a:pt x="770" y="658"/>
                    <a:pt x="899" y="658"/>
                  </a:cubicBezTo>
                  <a:close/>
                  <a:moveTo>
                    <a:pt x="1011" y="1861"/>
                  </a:moveTo>
                  <a:cubicBezTo>
                    <a:pt x="1155" y="1909"/>
                    <a:pt x="1252" y="1958"/>
                    <a:pt x="1332" y="2022"/>
                  </a:cubicBezTo>
                  <a:cubicBezTo>
                    <a:pt x="1412" y="2086"/>
                    <a:pt x="1460" y="2182"/>
                    <a:pt x="1460" y="2278"/>
                  </a:cubicBezTo>
                  <a:cubicBezTo>
                    <a:pt x="1444" y="2407"/>
                    <a:pt x="1412" y="2503"/>
                    <a:pt x="1332" y="2567"/>
                  </a:cubicBezTo>
                  <a:cubicBezTo>
                    <a:pt x="1252" y="2647"/>
                    <a:pt x="1155" y="2663"/>
                    <a:pt x="1011" y="2663"/>
                  </a:cubicBezTo>
                  <a:lnTo>
                    <a:pt x="1011" y="1861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37"/>
                    <a:pt x="417" y="401"/>
                  </a:cubicBezTo>
                  <a:cubicBezTo>
                    <a:pt x="273" y="466"/>
                    <a:pt x="177" y="546"/>
                    <a:pt x="113" y="658"/>
                  </a:cubicBezTo>
                  <a:cubicBezTo>
                    <a:pt x="32" y="754"/>
                    <a:pt x="0" y="899"/>
                    <a:pt x="0" y="1027"/>
                  </a:cubicBezTo>
                  <a:cubicBezTo>
                    <a:pt x="0" y="1204"/>
                    <a:pt x="32" y="1316"/>
                    <a:pt x="113" y="1444"/>
                  </a:cubicBezTo>
                  <a:cubicBezTo>
                    <a:pt x="193" y="1540"/>
                    <a:pt x="289" y="1621"/>
                    <a:pt x="401" y="1669"/>
                  </a:cubicBezTo>
                  <a:cubicBezTo>
                    <a:pt x="498" y="1701"/>
                    <a:pt x="658" y="1765"/>
                    <a:pt x="851" y="1829"/>
                  </a:cubicBezTo>
                  <a:lnTo>
                    <a:pt x="851" y="2663"/>
                  </a:lnTo>
                  <a:cubicBezTo>
                    <a:pt x="738" y="2647"/>
                    <a:pt x="642" y="2599"/>
                    <a:pt x="578" y="2519"/>
                  </a:cubicBezTo>
                  <a:cubicBezTo>
                    <a:pt x="514" y="2439"/>
                    <a:pt x="450" y="2359"/>
                    <a:pt x="450" y="2262"/>
                  </a:cubicBezTo>
                  <a:lnTo>
                    <a:pt x="0" y="2262"/>
                  </a:lnTo>
                  <a:cubicBezTo>
                    <a:pt x="16" y="2471"/>
                    <a:pt x="97" y="2647"/>
                    <a:pt x="257" y="2792"/>
                  </a:cubicBezTo>
                  <a:cubicBezTo>
                    <a:pt x="417" y="2920"/>
                    <a:pt x="610" y="3000"/>
                    <a:pt x="851" y="3032"/>
                  </a:cubicBezTo>
                  <a:lnTo>
                    <a:pt x="851" y="3321"/>
                  </a:lnTo>
                  <a:lnTo>
                    <a:pt x="979" y="3321"/>
                  </a:lnTo>
                  <a:lnTo>
                    <a:pt x="979" y="3032"/>
                  </a:lnTo>
                  <a:cubicBezTo>
                    <a:pt x="1171" y="3032"/>
                    <a:pt x="1332" y="2984"/>
                    <a:pt x="1460" y="2920"/>
                  </a:cubicBezTo>
                  <a:cubicBezTo>
                    <a:pt x="1605" y="2872"/>
                    <a:pt x="1701" y="2760"/>
                    <a:pt x="1765" y="2663"/>
                  </a:cubicBezTo>
                  <a:cubicBezTo>
                    <a:pt x="1813" y="2551"/>
                    <a:pt x="1861" y="2423"/>
                    <a:pt x="1861" y="2311"/>
                  </a:cubicBezTo>
                  <a:cubicBezTo>
                    <a:pt x="1861" y="2150"/>
                    <a:pt x="1813" y="2006"/>
                    <a:pt x="1733" y="1909"/>
                  </a:cubicBezTo>
                  <a:cubicBezTo>
                    <a:pt x="1653" y="1797"/>
                    <a:pt x="1621" y="1701"/>
                    <a:pt x="1524" y="1669"/>
                  </a:cubicBezTo>
                  <a:cubicBezTo>
                    <a:pt x="1412" y="1621"/>
                    <a:pt x="1252" y="1556"/>
                    <a:pt x="1091" y="1508"/>
                  </a:cubicBezTo>
                  <a:lnTo>
                    <a:pt x="1011" y="1476"/>
                  </a:lnTo>
                  <a:lnTo>
                    <a:pt x="1011" y="658"/>
                  </a:lnTo>
                  <a:cubicBezTo>
                    <a:pt x="1123" y="674"/>
                    <a:pt x="1220" y="722"/>
                    <a:pt x="1284" y="786"/>
                  </a:cubicBezTo>
                  <a:cubicBezTo>
                    <a:pt x="1332" y="835"/>
                    <a:pt x="1380" y="915"/>
                    <a:pt x="1396" y="1027"/>
                  </a:cubicBezTo>
                  <a:lnTo>
                    <a:pt x="1861" y="1027"/>
                  </a:lnTo>
                  <a:cubicBezTo>
                    <a:pt x="1845" y="818"/>
                    <a:pt x="1765" y="658"/>
                    <a:pt x="1605" y="546"/>
                  </a:cubicBezTo>
                  <a:cubicBezTo>
                    <a:pt x="1460" y="417"/>
                    <a:pt x="1252" y="337"/>
                    <a:pt x="1011" y="321"/>
                  </a:cubicBezTo>
                  <a:lnTo>
                    <a:pt x="1011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904050" y="4663375"/>
              <a:ext cx="143600" cy="143600"/>
            </a:xfrm>
            <a:custGeom>
              <a:avLst/>
              <a:gdLst/>
              <a:ahLst/>
              <a:cxnLst/>
              <a:rect l="l" t="t" r="r" b="b"/>
              <a:pathLst>
                <a:path w="5744" h="5744" extrusionOk="0">
                  <a:moveTo>
                    <a:pt x="2872" y="401"/>
                  </a:moveTo>
                  <a:cubicBezTo>
                    <a:pt x="4236" y="401"/>
                    <a:pt x="5343" y="1508"/>
                    <a:pt x="5343" y="2872"/>
                  </a:cubicBezTo>
                  <a:cubicBezTo>
                    <a:pt x="5343" y="4236"/>
                    <a:pt x="4236" y="5343"/>
                    <a:pt x="2872" y="5343"/>
                  </a:cubicBezTo>
                  <a:cubicBezTo>
                    <a:pt x="1508" y="5343"/>
                    <a:pt x="401" y="4236"/>
                    <a:pt x="401" y="2872"/>
                  </a:cubicBezTo>
                  <a:cubicBezTo>
                    <a:pt x="401" y="1508"/>
                    <a:pt x="1508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60"/>
                    <a:pt x="1284" y="5744"/>
                    <a:pt x="2872" y="5744"/>
                  </a:cubicBezTo>
                  <a:cubicBezTo>
                    <a:pt x="4460" y="5744"/>
                    <a:pt x="5744" y="4460"/>
                    <a:pt x="5744" y="2872"/>
                  </a:cubicBezTo>
                  <a:cubicBezTo>
                    <a:pt x="5744" y="1284"/>
                    <a:pt x="4460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873550" y="4632475"/>
              <a:ext cx="204600" cy="204575"/>
            </a:xfrm>
            <a:custGeom>
              <a:avLst/>
              <a:gdLst/>
              <a:ahLst/>
              <a:cxnLst/>
              <a:rect l="l" t="t" r="r" b="b"/>
              <a:pathLst>
                <a:path w="8184" h="8183" extrusionOk="0">
                  <a:moveTo>
                    <a:pt x="4092" y="418"/>
                  </a:moveTo>
                  <a:cubicBezTo>
                    <a:pt x="6113" y="418"/>
                    <a:pt x="7782" y="2086"/>
                    <a:pt x="7782" y="4108"/>
                  </a:cubicBezTo>
                  <a:cubicBezTo>
                    <a:pt x="7782" y="6129"/>
                    <a:pt x="6113" y="7798"/>
                    <a:pt x="4092" y="7798"/>
                  </a:cubicBezTo>
                  <a:cubicBezTo>
                    <a:pt x="2038" y="7798"/>
                    <a:pt x="402" y="6129"/>
                    <a:pt x="402" y="4108"/>
                  </a:cubicBezTo>
                  <a:cubicBezTo>
                    <a:pt x="402" y="2070"/>
                    <a:pt x="2071" y="418"/>
                    <a:pt x="4092" y="418"/>
                  </a:cubicBezTo>
                  <a:close/>
                  <a:moveTo>
                    <a:pt x="4092" y="1"/>
                  </a:moveTo>
                  <a:cubicBezTo>
                    <a:pt x="1830" y="1"/>
                    <a:pt x="1" y="1846"/>
                    <a:pt x="1" y="4092"/>
                  </a:cubicBezTo>
                  <a:cubicBezTo>
                    <a:pt x="1" y="6338"/>
                    <a:pt x="1846" y="8183"/>
                    <a:pt x="4092" y="8183"/>
                  </a:cubicBezTo>
                  <a:cubicBezTo>
                    <a:pt x="6338" y="8183"/>
                    <a:pt x="8183" y="6338"/>
                    <a:pt x="8183" y="4092"/>
                  </a:cubicBezTo>
                  <a:cubicBezTo>
                    <a:pt x="8183" y="1846"/>
                    <a:pt x="6338" y="1"/>
                    <a:pt x="409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19150" y="4577125"/>
              <a:ext cx="513400" cy="270775"/>
            </a:xfrm>
            <a:custGeom>
              <a:avLst/>
              <a:gdLst/>
              <a:ahLst/>
              <a:cxnLst/>
              <a:rect l="l" t="t" r="r" b="b"/>
              <a:pathLst>
                <a:path w="20536" h="10831" extrusionOk="0">
                  <a:moveTo>
                    <a:pt x="3450" y="1"/>
                  </a:moveTo>
                  <a:cubicBezTo>
                    <a:pt x="1540" y="1"/>
                    <a:pt x="0" y="1557"/>
                    <a:pt x="0" y="3450"/>
                  </a:cubicBezTo>
                  <a:lnTo>
                    <a:pt x="0" y="10830"/>
                  </a:lnTo>
                  <a:lnTo>
                    <a:pt x="401" y="10830"/>
                  </a:lnTo>
                  <a:lnTo>
                    <a:pt x="401" y="3450"/>
                  </a:lnTo>
                  <a:cubicBezTo>
                    <a:pt x="401" y="1766"/>
                    <a:pt x="1765" y="402"/>
                    <a:pt x="3450" y="402"/>
                  </a:cubicBezTo>
                  <a:lnTo>
                    <a:pt x="17086" y="402"/>
                  </a:lnTo>
                  <a:cubicBezTo>
                    <a:pt x="18771" y="402"/>
                    <a:pt x="20135" y="1766"/>
                    <a:pt x="20135" y="3450"/>
                  </a:cubicBezTo>
                  <a:lnTo>
                    <a:pt x="20135" y="10830"/>
                  </a:lnTo>
                  <a:lnTo>
                    <a:pt x="20536" y="10830"/>
                  </a:lnTo>
                  <a:lnTo>
                    <a:pt x="20536" y="3450"/>
                  </a:lnTo>
                  <a:cubicBezTo>
                    <a:pt x="20536" y="1557"/>
                    <a:pt x="18964" y="1"/>
                    <a:pt x="17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366175" y="4153575"/>
              <a:ext cx="321700" cy="321300"/>
            </a:xfrm>
            <a:custGeom>
              <a:avLst/>
              <a:gdLst/>
              <a:ahLst/>
              <a:cxnLst/>
              <a:rect l="l" t="t" r="r" b="b"/>
              <a:pathLst>
                <a:path w="12868" h="12852" extrusionOk="0">
                  <a:moveTo>
                    <a:pt x="6434" y="418"/>
                  </a:moveTo>
                  <a:cubicBezTo>
                    <a:pt x="9771" y="418"/>
                    <a:pt x="12467" y="3129"/>
                    <a:pt x="12467" y="6466"/>
                  </a:cubicBezTo>
                  <a:cubicBezTo>
                    <a:pt x="12467" y="9787"/>
                    <a:pt x="9771" y="12451"/>
                    <a:pt x="6434" y="12451"/>
                  </a:cubicBezTo>
                  <a:cubicBezTo>
                    <a:pt x="5392" y="12451"/>
                    <a:pt x="4349" y="12178"/>
                    <a:pt x="3434" y="11648"/>
                  </a:cubicBezTo>
                  <a:cubicBezTo>
                    <a:pt x="3386" y="11632"/>
                    <a:pt x="3370" y="11632"/>
                    <a:pt x="3322" y="11632"/>
                  </a:cubicBezTo>
                  <a:cubicBezTo>
                    <a:pt x="3306" y="11632"/>
                    <a:pt x="3290" y="11632"/>
                    <a:pt x="3274" y="11648"/>
                  </a:cubicBezTo>
                  <a:lnTo>
                    <a:pt x="1156" y="12370"/>
                  </a:lnTo>
                  <a:lnTo>
                    <a:pt x="1605" y="10156"/>
                  </a:lnTo>
                  <a:cubicBezTo>
                    <a:pt x="1621" y="10092"/>
                    <a:pt x="1605" y="10028"/>
                    <a:pt x="1557" y="9996"/>
                  </a:cubicBezTo>
                  <a:cubicBezTo>
                    <a:pt x="803" y="8953"/>
                    <a:pt x="402" y="7718"/>
                    <a:pt x="402" y="6466"/>
                  </a:cubicBezTo>
                  <a:cubicBezTo>
                    <a:pt x="402" y="3129"/>
                    <a:pt x="3113" y="418"/>
                    <a:pt x="6434" y="418"/>
                  </a:cubicBezTo>
                  <a:close/>
                  <a:moveTo>
                    <a:pt x="6434" y="1"/>
                  </a:moveTo>
                  <a:cubicBezTo>
                    <a:pt x="2889" y="1"/>
                    <a:pt x="1" y="2889"/>
                    <a:pt x="1" y="6434"/>
                  </a:cubicBezTo>
                  <a:cubicBezTo>
                    <a:pt x="1" y="7782"/>
                    <a:pt x="402" y="9049"/>
                    <a:pt x="1172" y="10156"/>
                  </a:cubicBezTo>
                  <a:lnTo>
                    <a:pt x="707" y="12643"/>
                  </a:lnTo>
                  <a:cubicBezTo>
                    <a:pt x="675" y="12723"/>
                    <a:pt x="723" y="12771"/>
                    <a:pt x="755" y="12820"/>
                  </a:cubicBezTo>
                  <a:cubicBezTo>
                    <a:pt x="803" y="12852"/>
                    <a:pt x="835" y="12852"/>
                    <a:pt x="899" y="12852"/>
                  </a:cubicBezTo>
                  <a:cubicBezTo>
                    <a:pt x="915" y="12852"/>
                    <a:pt x="947" y="12852"/>
                    <a:pt x="964" y="12836"/>
                  </a:cubicBezTo>
                  <a:lnTo>
                    <a:pt x="3306" y="12033"/>
                  </a:lnTo>
                  <a:cubicBezTo>
                    <a:pt x="4268" y="12579"/>
                    <a:pt x="5327" y="12852"/>
                    <a:pt x="6434" y="12852"/>
                  </a:cubicBezTo>
                  <a:cubicBezTo>
                    <a:pt x="9980" y="12852"/>
                    <a:pt x="12868" y="9964"/>
                    <a:pt x="12868" y="6418"/>
                  </a:cubicBezTo>
                  <a:cubicBezTo>
                    <a:pt x="12852" y="2889"/>
                    <a:pt x="9980" y="1"/>
                    <a:pt x="643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425150" y="4221525"/>
              <a:ext cx="202575" cy="186375"/>
            </a:xfrm>
            <a:custGeom>
              <a:avLst/>
              <a:gdLst/>
              <a:ahLst/>
              <a:cxnLst/>
              <a:rect l="l" t="t" r="r" b="b"/>
              <a:pathLst>
                <a:path w="8103" h="7455" extrusionOk="0">
                  <a:moveTo>
                    <a:pt x="1557" y="395"/>
                  </a:moveTo>
                  <a:cubicBezTo>
                    <a:pt x="1797" y="395"/>
                    <a:pt x="1909" y="443"/>
                    <a:pt x="1958" y="492"/>
                  </a:cubicBezTo>
                  <a:cubicBezTo>
                    <a:pt x="2054" y="668"/>
                    <a:pt x="2455" y="1631"/>
                    <a:pt x="2599" y="1968"/>
                  </a:cubicBezTo>
                  <a:cubicBezTo>
                    <a:pt x="2599" y="1968"/>
                    <a:pt x="2631" y="2112"/>
                    <a:pt x="2551" y="2240"/>
                  </a:cubicBezTo>
                  <a:cubicBezTo>
                    <a:pt x="2423" y="2433"/>
                    <a:pt x="2134" y="2738"/>
                    <a:pt x="2134" y="2738"/>
                  </a:cubicBezTo>
                  <a:lnTo>
                    <a:pt x="2102" y="2754"/>
                  </a:lnTo>
                  <a:cubicBezTo>
                    <a:pt x="2006" y="2882"/>
                    <a:pt x="1893" y="3171"/>
                    <a:pt x="2102" y="3460"/>
                  </a:cubicBezTo>
                  <a:cubicBezTo>
                    <a:pt x="2150" y="3508"/>
                    <a:pt x="2166" y="3540"/>
                    <a:pt x="2214" y="3604"/>
                  </a:cubicBezTo>
                  <a:cubicBezTo>
                    <a:pt x="2391" y="3861"/>
                    <a:pt x="2647" y="4246"/>
                    <a:pt x="3129" y="4711"/>
                  </a:cubicBezTo>
                  <a:cubicBezTo>
                    <a:pt x="3706" y="5289"/>
                    <a:pt x="4781" y="5690"/>
                    <a:pt x="4845" y="5706"/>
                  </a:cubicBezTo>
                  <a:cubicBezTo>
                    <a:pt x="4861" y="5706"/>
                    <a:pt x="4861" y="5706"/>
                    <a:pt x="4878" y="5722"/>
                  </a:cubicBezTo>
                  <a:cubicBezTo>
                    <a:pt x="4882" y="5722"/>
                    <a:pt x="4902" y="5724"/>
                    <a:pt x="4932" y="5724"/>
                  </a:cubicBezTo>
                  <a:cubicBezTo>
                    <a:pt x="5016" y="5724"/>
                    <a:pt x="5177" y="5707"/>
                    <a:pt x="5295" y="5577"/>
                  </a:cubicBezTo>
                  <a:cubicBezTo>
                    <a:pt x="5407" y="5481"/>
                    <a:pt x="5840" y="4920"/>
                    <a:pt x="5936" y="4807"/>
                  </a:cubicBezTo>
                  <a:cubicBezTo>
                    <a:pt x="5961" y="4783"/>
                    <a:pt x="6014" y="4749"/>
                    <a:pt x="6088" y="4749"/>
                  </a:cubicBezTo>
                  <a:cubicBezTo>
                    <a:pt x="6111" y="4749"/>
                    <a:pt x="6135" y="4752"/>
                    <a:pt x="6161" y="4759"/>
                  </a:cubicBezTo>
                  <a:cubicBezTo>
                    <a:pt x="6450" y="4887"/>
                    <a:pt x="7653" y="5481"/>
                    <a:pt x="7669" y="5513"/>
                  </a:cubicBezTo>
                  <a:cubicBezTo>
                    <a:pt x="7669" y="5513"/>
                    <a:pt x="7685" y="5529"/>
                    <a:pt x="7685" y="5577"/>
                  </a:cubicBezTo>
                  <a:cubicBezTo>
                    <a:pt x="7685" y="5802"/>
                    <a:pt x="7589" y="6267"/>
                    <a:pt x="7461" y="6363"/>
                  </a:cubicBezTo>
                  <a:cubicBezTo>
                    <a:pt x="7268" y="6572"/>
                    <a:pt x="6803" y="7037"/>
                    <a:pt x="6129" y="7037"/>
                  </a:cubicBezTo>
                  <a:cubicBezTo>
                    <a:pt x="5439" y="7037"/>
                    <a:pt x="3594" y="6428"/>
                    <a:pt x="2631" y="5465"/>
                  </a:cubicBezTo>
                  <a:cubicBezTo>
                    <a:pt x="1749" y="4583"/>
                    <a:pt x="802" y="3540"/>
                    <a:pt x="610" y="2641"/>
                  </a:cubicBezTo>
                  <a:cubicBezTo>
                    <a:pt x="385" y="1695"/>
                    <a:pt x="450" y="1374"/>
                    <a:pt x="642" y="1101"/>
                  </a:cubicBezTo>
                  <a:lnTo>
                    <a:pt x="642" y="1069"/>
                  </a:lnTo>
                  <a:cubicBezTo>
                    <a:pt x="819" y="764"/>
                    <a:pt x="1107" y="411"/>
                    <a:pt x="1252" y="411"/>
                  </a:cubicBezTo>
                  <a:cubicBezTo>
                    <a:pt x="1364" y="395"/>
                    <a:pt x="1476" y="395"/>
                    <a:pt x="1557" y="395"/>
                  </a:cubicBezTo>
                  <a:close/>
                  <a:moveTo>
                    <a:pt x="1586" y="1"/>
                  </a:moveTo>
                  <a:cubicBezTo>
                    <a:pt x="1480" y="1"/>
                    <a:pt x="1363" y="9"/>
                    <a:pt x="1236" y="26"/>
                  </a:cubicBezTo>
                  <a:cubicBezTo>
                    <a:pt x="802" y="90"/>
                    <a:pt x="401" y="748"/>
                    <a:pt x="321" y="893"/>
                  </a:cubicBezTo>
                  <a:cubicBezTo>
                    <a:pt x="32" y="1342"/>
                    <a:pt x="0" y="1791"/>
                    <a:pt x="225" y="2754"/>
                  </a:cubicBezTo>
                  <a:cubicBezTo>
                    <a:pt x="450" y="3764"/>
                    <a:pt x="1396" y="4807"/>
                    <a:pt x="2375" y="5770"/>
                  </a:cubicBezTo>
                  <a:cubicBezTo>
                    <a:pt x="3402" y="6781"/>
                    <a:pt x="5295" y="7454"/>
                    <a:pt x="6161" y="7454"/>
                  </a:cubicBezTo>
                  <a:cubicBezTo>
                    <a:pt x="7011" y="7454"/>
                    <a:pt x="7573" y="6893"/>
                    <a:pt x="7765" y="6684"/>
                  </a:cubicBezTo>
                  <a:lnTo>
                    <a:pt x="7781" y="6668"/>
                  </a:lnTo>
                  <a:cubicBezTo>
                    <a:pt x="8022" y="6428"/>
                    <a:pt x="8102" y="5802"/>
                    <a:pt x="8102" y="5609"/>
                  </a:cubicBezTo>
                  <a:cubicBezTo>
                    <a:pt x="8086" y="5321"/>
                    <a:pt x="7926" y="5192"/>
                    <a:pt x="7830" y="5144"/>
                  </a:cubicBezTo>
                  <a:cubicBezTo>
                    <a:pt x="7733" y="5080"/>
                    <a:pt x="6610" y="4551"/>
                    <a:pt x="6321" y="4406"/>
                  </a:cubicBezTo>
                  <a:cubicBezTo>
                    <a:pt x="6229" y="4362"/>
                    <a:pt x="6143" y="4345"/>
                    <a:pt x="6065" y="4345"/>
                  </a:cubicBezTo>
                  <a:cubicBezTo>
                    <a:pt x="5858" y="4345"/>
                    <a:pt x="5706" y="4469"/>
                    <a:pt x="5648" y="4551"/>
                  </a:cubicBezTo>
                  <a:cubicBezTo>
                    <a:pt x="5439" y="4807"/>
                    <a:pt x="5102" y="5224"/>
                    <a:pt x="5038" y="5289"/>
                  </a:cubicBezTo>
                  <a:cubicBezTo>
                    <a:pt x="5022" y="5305"/>
                    <a:pt x="5006" y="5305"/>
                    <a:pt x="4974" y="5305"/>
                  </a:cubicBezTo>
                  <a:cubicBezTo>
                    <a:pt x="4813" y="5240"/>
                    <a:pt x="3915" y="4887"/>
                    <a:pt x="3450" y="4406"/>
                  </a:cubicBezTo>
                  <a:cubicBezTo>
                    <a:pt x="3016" y="3957"/>
                    <a:pt x="2760" y="3588"/>
                    <a:pt x="2567" y="3347"/>
                  </a:cubicBezTo>
                  <a:cubicBezTo>
                    <a:pt x="2535" y="3283"/>
                    <a:pt x="2487" y="3235"/>
                    <a:pt x="2471" y="3203"/>
                  </a:cubicBezTo>
                  <a:cubicBezTo>
                    <a:pt x="2407" y="3107"/>
                    <a:pt x="2455" y="3026"/>
                    <a:pt x="2471" y="2994"/>
                  </a:cubicBezTo>
                  <a:cubicBezTo>
                    <a:pt x="2535" y="2946"/>
                    <a:pt x="2808" y="2657"/>
                    <a:pt x="2936" y="2465"/>
                  </a:cubicBezTo>
                  <a:cubicBezTo>
                    <a:pt x="3097" y="2224"/>
                    <a:pt x="3049" y="1952"/>
                    <a:pt x="3000" y="1839"/>
                  </a:cubicBezTo>
                  <a:cubicBezTo>
                    <a:pt x="2968" y="1775"/>
                    <a:pt x="2455" y="540"/>
                    <a:pt x="2327" y="315"/>
                  </a:cubicBezTo>
                  <a:cubicBezTo>
                    <a:pt x="2226" y="113"/>
                    <a:pt x="1976" y="1"/>
                    <a:pt x="15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405800" y="4261475"/>
              <a:ext cx="416350" cy="383875"/>
            </a:xfrm>
            <a:custGeom>
              <a:avLst/>
              <a:gdLst/>
              <a:ahLst/>
              <a:cxnLst/>
              <a:rect l="l" t="t" r="r" b="b"/>
              <a:pathLst>
                <a:path w="16654" h="15355" extrusionOk="0">
                  <a:moveTo>
                    <a:pt x="10958" y="418"/>
                  </a:moveTo>
                  <a:cubicBezTo>
                    <a:pt x="13846" y="418"/>
                    <a:pt x="16204" y="2760"/>
                    <a:pt x="16204" y="5664"/>
                  </a:cubicBezTo>
                  <a:cubicBezTo>
                    <a:pt x="16253" y="8536"/>
                    <a:pt x="13910" y="10894"/>
                    <a:pt x="10990" y="10894"/>
                  </a:cubicBezTo>
                  <a:cubicBezTo>
                    <a:pt x="10429" y="10894"/>
                    <a:pt x="9867" y="10782"/>
                    <a:pt x="9338" y="10605"/>
                  </a:cubicBezTo>
                  <a:cubicBezTo>
                    <a:pt x="9306" y="10605"/>
                    <a:pt x="9290" y="10589"/>
                    <a:pt x="9258" y="10589"/>
                  </a:cubicBezTo>
                  <a:cubicBezTo>
                    <a:pt x="9177" y="10573"/>
                    <a:pt x="9113" y="10525"/>
                    <a:pt x="9033" y="10509"/>
                  </a:cubicBezTo>
                  <a:cubicBezTo>
                    <a:pt x="8985" y="10493"/>
                    <a:pt x="8969" y="10493"/>
                    <a:pt x="8937" y="10461"/>
                  </a:cubicBezTo>
                  <a:cubicBezTo>
                    <a:pt x="8873" y="10445"/>
                    <a:pt x="8808" y="10413"/>
                    <a:pt x="8728" y="10381"/>
                  </a:cubicBezTo>
                  <a:cubicBezTo>
                    <a:pt x="8696" y="10365"/>
                    <a:pt x="8664" y="10365"/>
                    <a:pt x="8632" y="10349"/>
                  </a:cubicBezTo>
                  <a:cubicBezTo>
                    <a:pt x="8536" y="10300"/>
                    <a:pt x="8455" y="10252"/>
                    <a:pt x="8343" y="10204"/>
                  </a:cubicBezTo>
                  <a:cubicBezTo>
                    <a:pt x="8327" y="10188"/>
                    <a:pt x="8311" y="10188"/>
                    <a:pt x="8263" y="10188"/>
                  </a:cubicBezTo>
                  <a:lnTo>
                    <a:pt x="8231" y="10188"/>
                  </a:lnTo>
                  <a:cubicBezTo>
                    <a:pt x="8215" y="10188"/>
                    <a:pt x="8183" y="10188"/>
                    <a:pt x="8167" y="10204"/>
                  </a:cubicBezTo>
                  <a:lnTo>
                    <a:pt x="6386" y="10830"/>
                  </a:lnTo>
                  <a:lnTo>
                    <a:pt x="6739" y="8921"/>
                  </a:lnTo>
                  <a:cubicBezTo>
                    <a:pt x="6771" y="8857"/>
                    <a:pt x="6739" y="8792"/>
                    <a:pt x="6707" y="8760"/>
                  </a:cubicBezTo>
                  <a:cubicBezTo>
                    <a:pt x="6627" y="8664"/>
                    <a:pt x="6562" y="8568"/>
                    <a:pt x="6482" y="8439"/>
                  </a:cubicBezTo>
                  <a:cubicBezTo>
                    <a:pt x="6466" y="8391"/>
                    <a:pt x="6418" y="8343"/>
                    <a:pt x="6402" y="8295"/>
                  </a:cubicBezTo>
                  <a:cubicBezTo>
                    <a:pt x="6370" y="8247"/>
                    <a:pt x="6338" y="8183"/>
                    <a:pt x="6306" y="8119"/>
                  </a:cubicBezTo>
                  <a:cubicBezTo>
                    <a:pt x="6258" y="8054"/>
                    <a:pt x="6241" y="7990"/>
                    <a:pt x="6209" y="7942"/>
                  </a:cubicBezTo>
                  <a:cubicBezTo>
                    <a:pt x="6177" y="7894"/>
                    <a:pt x="6161" y="7846"/>
                    <a:pt x="6145" y="7798"/>
                  </a:cubicBezTo>
                  <a:cubicBezTo>
                    <a:pt x="6097" y="7717"/>
                    <a:pt x="6081" y="7653"/>
                    <a:pt x="6049" y="7573"/>
                  </a:cubicBezTo>
                  <a:cubicBezTo>
                    <a:pt x="6017" y="7541"/>
                    <a:pt x="6017" y="7493"/>
                    <a:pt x="6001" y="7461"/>
                  </a:cubicBezTo>
                  <a:cubicBezTo>
                    <a:pt x="5985" y="7381"/>
                    <a:pt x="5937" y="7300"/>
                    <a:pt x="5921" y="7220"/>
                  </a:cubicBezTo>
                  <a:cubicBezTo>
                    <a:pt x="5921" y="7188"/>
                    <a:pt x="5905" y="7156"/>
                    <a:pt x="5905" y="7140"/>
                  </a:cubicBezTo>
                  <a:cubicBezTo>
                    <a:pt x="5824" y="6835"/>
                    <a:pt x="5744" y="6514"/>
                    <a:pt x="5728" y="6177"/>
                  </a:cubicBezTo>
                  <a:cubicBezTo>
                    <a:pt x="5696" y="6017"/>
                    <a:pt x="5696" y="5824"/>
                    <a:pt x="5696" y="5664"/>
                  </a:cubicBezTo>
                  <a:cubicBezTo>
                    <a:pt x="5696" y="2776"/>
                    <a:pt x="8054" y="418"/>
                    <a:pt x="10958" y="418"/>
                  </a:cubicBezTo>
                  <a:close/>
                  <a:moveTo>
                    <a:pt x="4733" y="6258"/>
                  </a:moveTo>
                  <a:cubicBezTo>
                    <a:pt x="4958" y="6258"/>
                    <a:pt x="5167" y="6274"/>
                    <a:pt x="5375" y="6290"/>
                  </a:cubicBezTo>
                  <a:lnTo>
                    <a:pt x="5375" y="6354"/>
                  </a:lnTo>
                  <a:cubicBezTo>
                    <a:pt x="5407" y="6434"/>
                    <a:pt x="5407" y="6514"/>
                    <a:pt x="5423" y="6594"/>
                  </a:cubicBezTo>
                  <a:cubicBezTo>
                    <a:pt x="5423" y="6643"/>
                    <a:pt x="5439" y="6675"/>
                    <a:pt x="5439" y="6723"/>
                  </a:cubicBezTo>
                  <a:cubicBezTo>
                    <a:pt x="5455" y="6803"/>
                    <a:pt x="5487" y="6899"/>
                    <a:pt x="5503" y="6979"/>
                  </a:cubicBezTo>
                  <a:cubicBezTo>
                    <a:pt x="5536" y="7172"/>
                    <a:pt x="5600" y="7365"/>
                    <a:pt x="5680" y="7557"/>
                  </a:cubicBezTo>
                  <a:cubicBezTo>
                    <a:pt x="5696" y="7605"/>
                    <a:pt x="5696" y="7621"/>
                    <a:pt x="5728" y="7653"/>
                  </a:cubicBezTo>
                  <a:cubicBezTo>
                    <a:pt x="5744" y="7734"/>
                    <a:pt x="5776" y="7798"/>
                    <a:pt x="5808" y="7878"/>
                  </a:cubicBezTo>
                  <a:cubicBezTo>
                    <a:pt x="5824" y="7942"/>
                    <a:pt x="5840" y="7974"/>
                    <a:pt x="5856" y="8038"/>
                  </a:cubicBezTo>
                  <a:cubicBezTo>
                    <a:pt x="5889" y="8103"/>
                    <a:pt x="5921" y="8167"/>
                    <a:pt x="5969" y="8215"/>
                  </a:cubicBezTo>
                  <a:cubicBezTo>
                    <a:pt x="6001" y="8279"/>
                    <a:pt x="6017" y="8343"/>
                    <a:pt x="6065" y="8423"/>
                  </a:cubicBezTo>
                  <a:cubicBezTo>
                    <a:pt x="6081" y="8455"/>
                    <a:pt x="6129" y="8520"/>
                    <a:pt x="6145" y="8568"/>
                  </a:cubicBezTo>
                  <a:cubicBezTo>
                    <a:pt x="6209" y="8664"/>
                    <a:pt x="6290" y="8776"/>
                    <a:pt x="6338" y="8889"/>
                  </a:cubicBezTo>
                  <a:lnTo>
                    <a:pt x="6338" y="8905"/>
                  </a:lnTo>
                  <a:lnTo>
                    <a:pt x="6049" y="10461"/>
                  </a:lnTo>
                  <a:cubicBezTo>
                    <a:pt x="6001" y="10413"/>
                    <a:pt x="5921" y="10349"/>
                    <a:pt x="5840" y="10349"/>
                  </a:cubicBezTo>
                  <a:cubicBezTo>
                    <a:pt x="5696" y="10349"/>
                    <a:pt x="5584" y="10461"/>
                    <a:pt x="5584" y="10605"/>
                  </a:cubicBezTo>
                  <a:cubicBezTo>
                    <a:pt x="5584" y="10750"/>
                    <a:pt x="5696" y="10862"/>
                    <a:pt x="5840" y="10862"/>
                  </a:cubicBezTo>
                  <a:cubicBezTo>
                    <a:pt x="5905" y="10862"/>
                    <a:pt x="5937" y="10846"/>
                    <a:pt x="5985" y="10830"/>
                  </a:cubicBezTo>
                  <a:lnTo>
                    <a:pt x="5985" y="10830"/>
                  </a:lnTo>
                  <a:lnTo>
                    <a:pt x="5937" y="11071"/>
                  </a:lnTo>
                  <a:cubicBezTo>
                    <a:pt x="5921" y="11151"/>
                    <a:pt x="5969" y="11199"/>
                    <a:pt x="6001" y="11247"/>
                  </a:cubicBezTo>
                  <a:cubicBezTo>
                    <a:pt x="6017" y="11263"/>
                    <a:pt x="6049" y="11263"/>
                    <a:pt x="6065" y="11279"/>
                  </a:cubicBezTo>
                  <a:lnTo>
                    <a:pt x="6145" y="11279"/>
                  </a:lnTo>
                  <a:cubicBezTo>
                    <a:pt x="6161" y="11279"/>
                    <a:pt x="6177" y="11279"/>
                    <a:pt x="6193" y="11263"/>
                  </a:cubicBezTo>
                  <a:lnTo>
                    <a:pt x="8247" y="10557"/>
                  </a:lnTo>
                  <a:lnTo>
                    <a:pt x="8600" y="10750"/>
                  </a:lnTo>
                  <a:cubicBezTo>
                    <a:pt x="8648" y="10766"/>
                    <a:pt x="8664" y="10766"/>
                    <a:pt x="8712" y="10782"/>
                  </a:cubicBezTo>
                  <a:cubicBezTo>
                    <a:pt x="8808" y="10830"/>
                    <a:pt x="8889" y="10862"/>
                    <a:pt x="8985" y="10910"/>
                  </a:cubicBezTo>
                  <a:cubicBezTo>
                    <a:pt x="9001" y="10910"/>
                    <a:pt x="9033" y="10926"/>
                    <a:pt x="9049" y="10926"/>
                  </a:cubicBezTo>
                  <a:cubicBezTo>
                    <a:pt x="9017" y="11744"/>
                    <a:pt x="8728" y="12498"/>
                    <a:pt x="8247" y="13140"/>
                  </a:cubicBezTo>
                  <a:cubicBezTo>
                    <a:pt x="8215" y="13172"/>
                    <a:pt x="8215" y="13236"/>
                    <a:pt x="8215" y="13301"/>
                  </a:cubicBezTo>
                  <a:lnTo>
                    <a:pt x="8504" y="14825"/>
                  </a:lnTo>
                  <a:lnTo>
                    <a:pt x="7060" y="14311"/>
                  </a:lnTo>
                  <a:cubicBezTo>
                    <a:pt x="7042" y="14305"/>
                    <a:pt x="7022" y="14302"/>
                    <a:pt x="7002" y="14302"/>
                  </a:cubicBezTo>
                  <a:cubicBezTo>
                    <a:pt x="6967" y="14302"/>
                    <a:pt x="6930" y="14313"/>
                    <a:pt x="6899" y="14343"/>
                  </a:cubicBezTo>
                  <a:cubicBezTo>
                    <a:pt x="6241" y="14712"/>
                    <a:pt x="5503" y="14921"/>
                    <a:pt x="4733" y="14921"/>
                  </a:cubicBezTo>
                  <a:cubicBezTo>
                    <a:pt x="2359" y="14921"/>
                    <a:pt x="402" y="12980"/>
                    <a:pt x="402" y="10589"/>
                  </a:cubicBezTo>
                  <a:cubicBezTo>
                    <a:pt x="402" y="8199"/>
                    <a:pt x="2359" y="6258"/>
                    <a:pt x="4733" y="6258"/>
                  </a:cubicBezTo>
                  <a:close/>
                  <a:moveTo>
                    <a:pt x="10990" y="1"/>
                  </a:moveTo>
                  <a:cubicBezTo>
                    <a:pt x="7894" y="1"/>
                    <a:pt x="5343" y="2519"/>
                    <a:pt x="5343" y="5648"/>
                  </a:cubicBezTo>
                  <a:cubicBezTo>
                    <a:pt x="5343" y="5728"/>
                    <a:pt x="5343" y="5840"/>
                    <a:pt x="5359" y="5921"/>
                  </a:cubicBezTo>
                  <a:cubicBezTo>
                    <a:pt x="5167" y="5889"/>
                    <a:pt x="4958" y="5872"/>
                    <a:pt x="4733" y="5872"/>
                  </a:cubicBezTo>
                  <a:cubicBezTo>
                    <a:pt x="2134" y="5872"/>
                    <a:pt x="1" y="8006"/>
                    <a:pt x="1" y="10605"/>
                  </a:cubicBezTo>
                  <a:cubicBezTo>
                    <a:pt x="1" y="13220"/>
                    <a:pt x="2134" y="15338"/>
                    <a:pt x="4733" y="15338"/>
                  </a:cubicBezTo>
                  <a:cubicBezTo>
                    <a:pt x="5536" y="15338"/>
                    <a:pt x="6322" y="15146"/>
                    <a:pt x="7028" y="14761"/>
                  </a:cubicBezTo>
                  <a:lnTo>
                    <a:pt x="8712" y="15338"/>
                  </a:lnTo>
                  <a:cubicBezTo>
                    <a:pt x="8728" y="15338"/>
                    <a:pt x="8744" y="15354"/>
                    <a:pt x="8760" y="15354"/>
                  </a:cubicBezTo>
                  <a:cubicBezTo>
                    <a:pt x="8808" y="15354"/>
                    <a:pt x="8873" y="15338"/>
                    <a:pt x="8905" y="15322"/>
                  </a:cubicBezTo>
                  <a:cubicBezTo>
                    <a:pt x="8969" y="15274"/>
                    <a:pt x="8985" y="15194"/>
                    <a:pt x="8969" y="15146"/>
                  </a:cubicBezTo>
                  <a:lnTo>
                    <a:pt x="8632" y="13349"/>
                  </a:lnTo>
                  <a:cubicBezTo>
                    <a:pt x="9081" y="12691"/>
                    <a:pt x="9370" y="11937"/>
                    <a:pt x="9450" y="11103"/>
                  </a:cubicBezTo>
                  <a:cubicBezTo>
                    <a:pt x="9948" y="11247"/>
                    <a:pt x="10477" y="11327"/>
                    <a:pt x="10990" y="11327"/>
                  </a:cubicBezTo>
                  <a:cubicBezTo>
                    <a:pt x="14103" y="11327"/>
                    <a:pt x="16654" y="8808"/>
                    <a:pt x="16654" y="5680"/>
                  </a:cubicBezTo>
                  <a:cubicBezTo>
                    <a:pt x="16654" y="2551"/>
                    <a:pt x="14119" y="1"/>
                    <a:pt x="1099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4609550" y="44363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1"/>
                  </a:moveTo>
                  <a:cubicBezTo>
                    <a:pt x="81" y="1"/>
                    <a:pt x="1" y="81"/>
                    <a:pt x="1" y="209"/>
                  </a:cubicBezTo>
                  <a:cubicBezTo>
                    <a:pt x="1" y="321"/>
                    <a:pt x="81" y="402"/>
                    <a:pt x="193" y="402"/>
                  </a:cubicBezTo>
                  <a:lnTo>
                    <a:pt x="5487" y="402"/>
                  </a:lnTo>
                  <a:cubicBezTo>
                    <a:pt x="5616" y="402"/>
                    <a:pt x="5696" y="321"/>
                    <a:pt x="5696" y="209"/>
                  </a:cubicBezTo>
                  <a:cubicBezTo>
                    <a:pt x="5696" y="81"/>
                    <a:pt x="5616" y="1"/>
                    <a:pt x="54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609550" y="43974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1"/>
                    <a:pt x="1" y="193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7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1"/>
                    <a:pt x="5616" y="0"/>
                    <a:pt x="54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609550" y="43585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7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16" y="0"/>
                    <a:pt x="54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4486825" y="4520175"/>
              <a:ext cx="12850" cy="12850"/>
            </a:xfrm>
            <a:custGeom>
              <a:avLst/>
              <a:gdLst/>
              <a:ahLst/>
              <a:cxnLst/>
              <a:rect l="l" t="t" r="r" b="b"/>
              <a:pathLst>
                <a:path w="514" h="514" extrusionOk="0">
                  <a:moveTo>
                    <a:pt x="257" y="1"/>
                  </a:moveTo>
                  <a:cubicBezTo>
                    <a:pt x="113" y="1"/>
                    <a:pt x="0" y="113"/>
                    <a:pt x="0" y="257"/>
                  </a:cubicBezTo>
                  <a:cubicBezTo>
                    <a:pt x="0" y="402"/>
                    <a:pt x="113" y="514"/>
                    <a:pt x="257" y="514"/>
                  </a:cubicBezTo>
                  <a:cubicBezTo>
                    <a:pt x="401" y="514"/>
                    <a:pt x="514" y="402"/>
                    <a:pt x="514" y="257"/>
                  </a:cubicBezTo>
                  <a:cubicBezTo>
                    <a:pt x="514" y="113"/>
                    <a:pt x="401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517700" y="4519775"/>
              <a:ext cx="13275" cy="12850"/>
            </a:xfrm>
            <a:custGeom>
              <a:avLst/>
              <a:gdLst/>
              <a:ahLst/>
              <a:cxnLst/>
              <a:rect l="l" t="t" r="r" b="b"/>
              <a:pathLst>
                <a:path w="531" h="514" extrusionOk="0">
                  <a:moveTo>
                    <a:pt x="257" y="1"/>
                  </a:moveTo>
                  <a:cubicBezTo>
                    <a:pt x="129" y="1"/>
                    <a:pt x="1" y="113"/>
                    <a:pt x="1" y="257"/>
                  </a:cubicBezTo>
                  <a:cubicBezTo>
                    <a:pt x="1" y="402"/>
                    <a:pt x="129" y="514"/>
                    <a:pt x="257" y="514"/>
                  </a:cubicBezTo>
                  <a:cubicBezTo>
                    <a:pt x="402" y="514"/>
                    <a:pt x="530" y="402"/>
                    <a:pt x="530" y="257"/>
                  </a:cubicBezTo>
                  <a:cubicBezTo>
                    <a:pt x="530" y="113"/>
                    <a:pt x="418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34900" y="891950"/>
              <a:ext cx="112725" cy="145625"/>
            </a:xfrm>
            <a:custGeom>
              <a:avLst/>
              <a:gdLst/>
              <a:ahLst/>
              <a:cxnLst/>
              <a:rect l="l" t="t" r="r" b="b"/>
              <a:pathLst>
                <a:path w="4509" h="5825" extrusionOk="0">
                  <a:moveTo>
                    <a:pt x="466" y="1"/>
                  </a:moveTo>
                  <a:cubicBezTo>
                    <a:pt x="305" y="1"/>
                    <a:pt x="161" y="17"/>
                    <a:pt x="17" y="33"/>
                  </a:cubicBezTo>
                  <a:lnTo>
                    <a:pt x="17" y="434"/>
                  </a:lnTo>
                  <a:cubicBezTo>
                    <a:pt x="145" y="402"/>
                    <a:pt x="305" y="370"/>
                    <a:pt x="466" y="370"/>
                  </a:cubicBezTo>
                  <a:cubicBezTo>
                    <a:pt x="1653" y="370"/>
                    <a:pt x="2600" y="1332"/>
                    <a:pt x="2600" y="2503"/>
                  </a:cubicBezTo>
                  <a:cubicBezTo>
                    <a:pt x="2600" y="2600"/>
                    <a:pt x="2680" y="2696"/>
                    <a:pt x="2792" y="2696"/>
                  </a:cubicBezTo>
                  <a:cubicBezTo>
                    <a:pt x="3514" y="2744"/>
                    <a:pt x="4092" y="3322"/>
                    <a:pt x="4092" y="4060"/>
                  </a:cubicBezTo>
                  <a:cubicBezTo>
                    <a:pt x="4092" y="4814"/>
                    <a:pt x="3498" y="5423"/>
                    <a:pt x="2728" y="5423"/>
                  </a:cubicBezTo>
                  <a:lnTo>
                    <a:pt x="1" y="5423"/>
                  </a:lnTo>
                  <a:lnTo>
                    <a:pt x="1" y="5824"/>
                  </a:lnTo>
                  <a:lnTo>
                    <a:pt x="2744" y="5824"/>
                  </a:lnTo>
                  <a:cubicBezTo>
                    <a:pt x="2754" y="5825"/>
                    <a:pt x="2764" y="5825"/>
                    <a:pt x="2774" y="5825"/>
                  </a:cubicBezTo>
                  <a:cubicBezTo>
                    <a:pt x="3723" y="5825"/>
                    <a:pt x="4509" y="5060"/>
                    <a:pt x="4509" y="4092"/>
                  </a:cubicBezTo>
                  <a:cubicBezTo>
                    <a:pt x="4509" y="3209"/>
                    <a:pt x="3867" y="2455"/>
                    <a:pt x="3001" y="2343"/>
                  </a:cubicBezTo>
                  <a:cubicBezTo>
                    <a:pt x="2905" y="1043"/>
                    <a:pt x="1798" y="1"/>
                    <a:pt x="4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391625" y="858675"/>
              <a:ext cx="50975" cy="4425"/>
            </a:xfrm>
            <a:custGeom>
              <a:avLst/>
              <a:gdLst/>
              <a:ahLst/>
              <a:cxnLst/>
              <a:rect l="l" t="t" r="r" b="b"/>
              <a:pathLst>
                <a:path w="2039" h="177" extrusionOk="0">
                  <a:moveTo>
                    <a:pt x="1" y="0"/>
                  </a:moveTo>
                  <a:cubicBezTo>
                    <a:pt x="322" y="128"/>
                    <a:pt x="675" y="176"/>
                    <a:pt x="1012" y="176"/>
                  </a:cubicBezTo>
                  <a:cubicBezTo>
                    <a:pt x="1349" y="176"/>
                    <a:pt x="1718" y="128"/>
                    <a:pt x="203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271300" y="889950"/>
              <a:ext cx="291625" cy="150425"/>
            </a:xfrm>
            <a:custGeom>
              <a:avLst/>
              <a:gdLst/>
              <a:ahLst/>
              <a:cxnLst/>
              <a:rect l="l" t="t" r="r" b="b"/>
              <a:pathLst>
                <a:path w="11665" h="6017" extrusionOk="0">
                  <a:moveTo>
                    <a:pt x="5841" y="385"/>
                  </a:moveTo>
                  <a:cubicBezTo>
                    <a:pt x="8777" y="385"/>
                    <a:pt x="11151" y="2712"/>
                    <a:pt x="11263" y="5616"/>
                  </a:cubicBezTo>
                  <a:lnTo>
                    <a:pt x="434" y="5616"/>
                  </a:lnTo>
                  <a:cubicBezTo>
                    <a:pt x="530" y="2728"/>
                    <a:pt x="2921" y="385"/>
                    <a:pt x="5841" y="385"/>
                  </a:cubicBezTo>
                  <a:close/>
                  <a:moveTo>
                    <a:pt x="5841" y="0"/>
                  </a:moveTo>
                  <a:cubicBezTo>
                    <a:pt x="2632" y="0"/>
                    <a:pt x="33" y="2599"/>
                    <a:pt x="33" y="5808"/>
                  </a:cubicBezTo>
                  <a:cubicBezTo>
                    <a:pt x="1" y="5920"/>
                    <a:pt x="113" y="6017"/>
                    <a:pt x="210" y="6017"/>
                  </a:cubicBezTo>
                  <a:lnTo>
                    <a:pt x="11456" y="6017"/>
                  </a:lnTo>
                  <a:cubicBezTo>
                    <a:pt x="11584" y="6017"/>
                    <a:pt x="11665" y="5936"/>
                    <a:pt x="11665" y="5808"/>
                  </a:cubicBezTo>
                  <a:cubicBezTo>
                    <a:pt x="11665" y="2599"/>
                    <a:pt x="9049" y="0"/>
                    <a:pt x="584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136850" y="126577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632" y="1187"/>
                  </a:moveTo>
                  <a:cubicBezTo>
                    <a:pt x="2889" y="1829"/>
                    <a:pt x="3402" y="2326"/>
                    <a:pt x="4028" y="2583"/>
                  </a:cubicBezTo>
                  <a:cubicBezTo>
                    <a:pt x="3386" y="2856"/>
                    <a:pt x="2889" y="3369"/>
                    <a:pt x="2632" y="3995"/>
                  </a:cubicBezTo>
                  <a:cubicBezTo>
                    <a:pt x="2359" y="3353"/>
                    <a:pt x="1846" y="2856"/>
                    <a:pt x="1220" y="2583"/>
                  </a:cubicBezTo>
                  <a:cubicBezTo>
                    <a:pt x="1846" y="2326"/>
                    <a:pt x="2359" y="1829"/>
                    <a:pt x="2632" y="1187"/>
                  </a:cubicBezTo>
                  <a:close/>
                  <a:moveTo>
                    <a:pt x="2600" y="0"/>
                  </a:moveTo>
                  <a:cubicBezTo>
                    <a:pt x="2487" y="0"/>
                    <a:pt x="2407" y="80"/>
                    <a:pt x="2407" y="209"/>
                  </a:cubicBezTo>
                  <a:cubicBezTo>
                    <a:pt x="2407" y="1428"/>
                    <a:pt x="1397" y="2407"/>
                    <a:pt x="193" y="2407"/>
                  </a:cubicBezTo>
                  <a:cubicBezTo>
                    <a:pt x="97" y="2407"/>
                    <a:pt x="1" y="2487"/>
                    <a:pt x="1" y="2615"/>
                  </a:cubicBezTo>
                  <a:cubicBezTo>
                    <a:pt x="1" y="2727"/>
                    <a:pt x="81" y="2808"/>
                    <a:pt x="193" y="2808"/>
                  </a:cubicBezTo>
                  <a:cubicBezTo>
                    <a:pt x="1429" y="2808"/>
                    <a:pt x="2407" y="3818"/>
                    <a:pt x="2407" y="5022"/>
                  </a:cubicBezTo>
                  <a:cubicBezTo>
                    <a:pt x="2407" y="5134"/>
                    <a:pt x="2487" y="5214"/>
                    <a:pt x="2600" y="5214"/>
                  </a:cubicBezTo>
                  <a:cubicBezTo>
                    <a:pt x="2728" y="5214"/>
                    <a:pt x="2808" y="5134"/>
                    <a:pt x="2808" y="5022"/>
                  </a:cubicBezTo>
                  <a:cubicBezTo>
                    <a:pt x="2808" y="3786"/>
                    <a:pt x="3803" y="2808"/>
                    <a:pt x="5006" y="2808"/>
                  </a:cubicBezTo>
                  <a:cubicBezTo>
                    <a:pt x="5135" y="2808"/>
                    <a:pt x="5215" y="2727"/>
                    <a:pt x="5215" y="2615"/>
                  </a:cubicBezTo>
                  <a:cubicBezTo>
                    <a:pt x="5215" y="2487"/>
                    <a:pt x="5135" y="2407"/>
                    <a:pt x="5006" y="2407"/>
                  </a:cubicBezTo>
                  <a:cubicBezTo>
                    <a:pt x="3787" y="2407"/>
                    <a:pt x="2808" y="1412"/>
                    <a:pt x="2808" y="209"/>
                  </a:cubicBezTo>
                  <a:cubicBezTo>
                    <a:pt x="2808" y="80"/>
                    <a:pt x="2728" y="0"/>
                    <a:pt x="2600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783200" y="1174725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99" y="1203"/>
                  </a:moveTo>
                  <a:cubicBezTo>
                    <a:pt x="2872" y="1845"/>
                    <a:pt x="3385" y="2343"/>
                    <a:pt x="4011" y="2599"/>
                  </a:cubicBezTo>
                  <a:cubicBezTo>
                    <a:pt x="3369" y="2856"/>
                    <a:pt x="2872" y="3369"/>
                    <a:pt x="2599" y="4011"/>
                  </a:cubicBezTo>
                  <a:cubicBezTo>
                    <a:pt x="2342" y="3369"/>
                    <a:pt x="1829" y="2856"/>
                    <a:pt x="1203" y="2599"/>
                  </a:cubicBezTo>
                  <a:cubicBezTo>
                    <a:pt x="1845" y="2343"/>
                    <a:pt x="2342" y="1813"/>
                    <a:pt x="2599" y="1203"/>
                  </a:cubicBezTo>
                  <a:close/>
                  <a:moveTo>
                    <a:pt x="2599" y="0"/>
                  </a:moveTo>
                  <a:cubicBezTo>
                    <a:pt x="2487" y="0"/>
                    <a:pt x="2407" y="80"/>
                    <a:pt x="2407" y="193"/>
                  </a:cubicBezTo>
                  <a:cubicBezTo>
                    <a:pt x="2407" y="1412"/>
                    <a:pt x="1396" y="2407"/>
                    <a:pt x="193" y="2407"/>
                  </a:cubicBezTo>
                  <a:cubicBezTo>
                    <a:pt x="80" y="2407"/>
                    <a:pt x="0" y="2487"/>
                    <a:pt x="0" y="2599"/>
                  </a:cubicBezTo>
                  <a:cubicBezTo>
                    <a:pt x="0" y="2712"/>
                    <a:pt x="80" y="2808"/>
                    <a:pt x="193" y="2808"/>
                  </a:cubicBezTo>
                  <a:cubicBezTo>
                    <a:pt x="1412" y="2808"/>
                    <a:pt x="2407" y="3803"/>
                    <a:pt x="2407" y="5006"/>
                  </a:cubicBezTo>
                  <a:cubicBezTo>
                    <a:pt x="2407" y="5134"/>
                    <a:pt x="2487" y="5214"/>
                    <a:pt x="2599" y="5214"/>
                  </a:cubicBezTo>
                  <a:cubicBezTo>
                    <a:pt x="2727" y="5214"/>
                    <a:pt x="2808" y="5134"/>
                    <a:pt x="2808" y="5006"/>
                  </a:cubicBezTo>
                  <a:cubicBezTo>
                    <a:pt x="2808" y="3786"/>
                    <a:pt x="3802" y="2808"/>
                    <a:pt x="5006" y="2808"/>
                  </a:cubicBezTo>
                  <a:cubicBezTo>
                    <a:pt x="5134" y="2808"/>
                    <a:pt x="5214" y="2712"/>
                    <a:pt x="5214" y="2599"/>
                  </a:cubicBezTo>
                  <a:cubicBezTo>
                    <a:pt x="5214" y="2487"/>
                    <a:pt x="5134" y="2407"/>
                    <a:pt x="5006" y="2407"/>
                  </a:cubicBezTo>
                  <a:cubicBezTo>
                    <a:pt x="3786" y="2407"/>
                    <a:pt x="2808" y="1396"/>
                    <a:pt x="2808" y="193"/>
                  </a:cubicBezTo>
                  <a:cubicBezTo>
                    <a:pt x="2808" y="80"/>
                    <a:pt x="2727" y="0"/>
                    <a:pt x="2599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225100" y="189145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3" y="1204"/>
                  </a:moveTo>
                  <a:cubicBezTo>
                    <a:pt x="2840" y="1846"/>
                    <a:pt x="3369" y="2343"/>
                    <a:pt x="3995" y="2616"/>
                  </a:cubicBezTo>
                  <a:cubicBezTo>
                    <a:pt x="3369" y="2873"/>
                    <a:pt x="2872" y="3370"/>
                    <a:pt x="2583" y="4012"/>
                  </a:cubicBezTo>
                  <a:cubicBezTo>
                    <a:pt x="2327" y="3370"/>
                    <a:pt x="1797" y="2873"/>
                    <a:pt x="1188" y="2616"/>
                  </a:cubicBezTo>
                  <a:cubicBezTo>
                    <a:pt x="1829" y="2343"/>
                    <a:pt x="2327" y="1830"/>
                    <a:pt x="2583" y="1204"/>
                  </a:cubicBezTo>
                  <a:close/>
                  <a:moveTo>
                    <a:pt x="2599" y="1"/>
                  </a:moveTo>
                  <a:cubicBezTo>
                    <a:pt x="2487" y="1"/>
                    <a:pt x="2407" y="81"/>
                    <a:pt x="2407" y="209"/>
                  </a:cubicBezTo>
                  <a:cubicBezTo>
                    <a:pt x="2407" y="1429"/>
                    <a:pt x="1396" y="2407"/>
                    <a:pt x="193" y="2407"/>
                  </a:cubicBezTo>
                  <a:cubicBezTo>
                    <a:pt x="81" y="2407"/>
                    <a:pt x="0" y="2488"/>
                    <a:pt x="0" y="2616"/>
                  </a:cubicBezTo>
                  <a:cubicBezTo>
                    <a:pt x="0" y="2728"/>
                    <a:pt x="81" y="2808"/>
                    <a:pt x="193" y="2808"/>
                  </a:cubicBezTo>
                  <a:cubicBezTo>
                    <a:pt x="1428" y="2808"/>
                    <a:pt x="2407" y="3819"/>
                    <a:pt x="2407" y="5022"/>
                  </a:cubicBezTo>
                  <a:cubicBezTo>
                    <a:pt x="2407" y="5135"/>
                    <a:pt x="2487" y="5215"/>
                    <a:pt x="2599" y="5215"/>
                  </a:cubicBezTo>
                  <a:cubicBezTo>
                    <a:pt x="2728" y="5215"/>
                    <a:pt x="2808" y="5135"/>
                    <a:pt x="2808" y="5022"/>
                  </a:cubicBezTo>
                  <a:cubicBezTo>
                    <a:pt x="2808" y="3787"/>
                    <a:pt x="3803" y="2808"/>
                    <a:pt x="5006" y="2808"/>
                  </a:cubicBezTo>
                  <a:cubicBezTo>
                    <a:pt x="5134" y="2808"/>
                    <a:pt x="5214" y="2728"/>
                    <a:pt x="5214" y="2616"/>
                  </a:cubicBezTo>
                  <a:cubicBezTo>
                    <a:pt x="5214" y="2488"/>
                    <a:pt x="5118" y="2407"/>
                    <a:pt x="5006" y="2407"/>
                  </a:cubicBezTo>
                  <a:cubicBezTo>
                    <a:pt x="3787" y="2407"/>
                    <a:pt x="2808" y="1413"/>
                    <a:pt x="2808" y="209"/>
                  </a:cubicBezTo>
                  <a:cubicBezTo>
                    <a:pt x="2808" y="81"/>
                    <a:pt x="2728" y="1"/>
                    <a:pt x="259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2600" y="1648400"/>
              <a:ext cx="130375" cy="130375"/>
            </a:xfrm>
            <a:custGeom>
              <a:avLst/>
              <a:gdLst/>
              <a:ahLst/>
              <a:cxnLst/>
              <a:rect l="l" t="t" r="r" b="b"/>
              <a:pathLst>
                <a:path w="5215" h="5215" extrusionOk="0">
                  <a:moveTo>
                    <a:pt x="2583" y="1220"/>
                  </a:moveTo>
                  <a:cubicBezTo>
                    <a:pt x="2840" y="1862"/>
                    <a:pt x="3369" y="2359"/>
                    <a:pt x="3995" y="2632"/>
                  </a:cubicBezTo>
                  <a:cubicBezTo>
                    <a:pt x="3369" y="2888"/>
                    <a:pt x="2872" y="3386"/>
                    <a:pt x="2583" y="4027"/>
                  </a:cubicBezTo>
                  <a:cubicBezTo>
                    <a:pt x="2326" y="3386"/>
                    <a:pt x="1797" y="2888"/>
                    <a:pt x="1171" y="2632"/>
                  </a:cubicBezTo>
                  <a:cubicBezTo>
                    <a:pt x="1829" y="2359"/>
                    <a:pt x="2326" y="1846"/>
                    <a:pt x="2583" y="1220"/>
                  </a:cubicBezTo>
                  <a:close/>
                  <a:moveTo>
                    <a:pt x="2599" y="1"/>
                  </a:moveTo>
                  <a:cubicBezTo>
                    <a:pt x="2487" y="1"/>
                    <a:pt x="2407" y="81"/>
                    <a:pt x="2407" y="193"/>
                  </a:cubicBezTo>
                  <a:cubicBezTo>
                    <a:pt x="2407" y="1428"/>
                    <a:pt x="1396" y="2407"/>
                    <a:pt x="193" y="2407"/>
                  </a:cubicBezTo>
                  <a:cubicBezTo>
                    <a:pt x="80" y="2407"/>
                    <a:pt x="0" y="2487"/>
                    <a:pt x="0" y="2600"/>
                  </a:cubicBezTo>
                  <a:cubicBezTo>
                    <a:pt x="0" y="2728"/>
                    <a:pt x="80" y="2808"/>
                    <a:pt x="193" y="2808"/>
                  </a:cubicBezTo>
                  <a:cubicBezTo>
                    <a:pt x="1428" y="2808"/>
                    <a:pt x="2407" y="3803"/>
                    <a:pt x="2407" y="5006"/>
                  </a:cubicBezTo>
                  <a:cubicBezTo>
                    <a:pt x="2407" y="5134"/>
                    <a:pt x="2487" y="5215"/>
                    <a:pt x="2599" y="5215"/>
                  </a:cubicBezTo>
                  <a:cubicBezTo>
                    <a:pt x="2728" y="5215"/>
                    <a:pt x="2808" y="5134"/>
                    <a:pt x="2808" y="5006"/>
                  </a:cubicBezTo>
                  <a:cubicBezTo>
                    <a:pt x="2808" y="3787"/>
                    <a:pt x="3802" y="2808"/>
                    <a:pt x="5006" y="2808"/>
                  </a:cubicBezTo>
                  <a:cubicBezTo>
                    <a:pt x="5134" y="2808"/>
                    <a:pt x="5214" y="2728"/>
                    <a:pt x="5214" y="2600"/>
                  </a:cubicBezTo>
                  <a:cubicBezTo>
                    <a:pt x="5214" y="2487"/>
                    <a:pt x="5118" y="2407"/>
                    <a:pt x="5006" y="2407"/>
                  </a:cubicBezTo>
                  <a:cubicBezTo>
                    <a:pt x="3786" y="2407"/>
                    <a:pt x="2808" y="1396"/>
                    <a:pt x="2808" y="193"/>
                  </a:cubicBezTo>
                  <a:cubicBezTo>
                    <a:pt x="2808" y="81"/>
                    <a:pt x="2728" y="1"/>
                    <a:pt x="2599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876950" y="17085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66" y="1123"/>
                  </a:moveTo>
                  <a:cubicBezTo>
                    <a:pt x="2391" y="1588"/>
                    <a:pt x="2760" y="1957"/>
                    <a:pt x="3209" y="2166"/>
                  </a:cubicBezTo>
                  <a:cubicBezTo>
                    <a:pt x="2760" y="2374"/>
                    <a:pt x="2375" y="2743"/>
                    <a:pt x="2166" y="3209"/>
                  </a:cubicBezTo>
                  <a:cubicBezTo>
                    <a:pt x="1958" y="2743"/>
                    <a:pt x="1589" y="2358"/>
                    <a:pt x="1124" y="2166"/>
                  </a:cubicBezTo>
                  <a:cubicBezTo>
                    <a:pt x="1573" y="1941"/>
                    <a:pt x="1958" y="1588"/>
                    <a:pt x="2166" y="1123"/>
                  </a:cubicBezTo>
                  <a:close/>
                  <a:moveTo>
                    <a:pt x="2166" y="0"/>
                  </a:moveTo>
                  <a:cubicBezTo>
                    <a:pt x="2054" y="0"/>
                    <a:pt x="1974" y="80"/>
                    <a:pt x="1974" y="193"/>
                  </a:cubicBezTo>
                  <a:cubicBezTo>
                    <a:pt x="1974" y="1155"/>
                    <a:pt x="1188" y="1957"/>
                    <a:pt x="209" y="1957"/>
                  </a:cubicBezTo>
                  <a:cubicBezTo>
                    <a:pt x="81" y="1957"/>
                    <a:pt x="1" y="2038"/>
                    <a:pt x="1" y="2166"/>
                  </a:cubicBezTo>
                  <a:cubicBezTo>
                    <a:pt x="1" y="2278"/>
                    <a:pt x="81" y="2358"/>
                    <a:pt x="209" y="2358"/>
                  </a:cubicBezTo>
                  <a:cubicBezTo>
                    <a:pt x="1172" y="2358"/>
                    <a:pt x="1974" y="3145"/>
                    <a:pt x="1974" y="4123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5" y="4332"/>
                    <a:pt x="2375" y="4252"/>
                    <a:pt x="2375" y="4123"/>
                  </a:cubicBezTo>
                  <a:cubicBezTo>
                    <a:pt x="2375" y="3161"/>
                    <a:pt x="3161" y="2358"/>
                    <a:pt x="4140" y="2358"/>
                  </a:cubicBezTo>
                  <a:cubicBezTo>
                    <a:pt x="4252" y="2358"/>
                    <a:pt x="4332" y="2278"/>
                    <a:pt x="4332" y="2166"/>
                  </a:cubicBezTo>
                  <a:cubicBezTo>
                    <a:pt x="4332" y="2038"/>
                    <a:pt x="4252" y="1957"/>
                    <a:pt x="4140" y="1957"/>
                  </a:cubicBezTo>
                  <a:cubicBezTo>
                    <a:pt x="3177" y="1957"/>
                    <a:pt x="2375" y="1171"/>
                    <a:pt x="2375" y="193"/>
                  </a:cubicBezTo>
                  <a:cubicBezTo>
                    <a:pt x="2375" y="80"/>
                    <a:pt x="2295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35300" y="1249325"/>
              <a:ext cx="253925" cy="318875"/>
            </a:xfrm>
            <a:custGeom>
              <a:avLst/>
              <a:gdLst/>
              <a:ahLst/>
              <a:cxnLst/>
              <a:rect l="l" t="t" r="r" b="b"/>
              <a:pathLst>
                <a:path w="10157" h="12755" extrusionOk="0">
                  <a:moveTo>
                    <a:pt x="3787" y="0"/>
                  </a:moveTo>
                  <a:cubicBezTo>
                    <a:pt x="3659" y="0"/>
                    <a:pt x="3578" y="81"/>
                    <a:pt x="3578" y="193"/>
                  </a:cubicBezTo>
                  <a:cubicBezTo>
                    <a:pt x="3578" y="2647"/>
                    <a:pt x="2102" y="4749"/>
                    <a:pt x="1" y="5680"/>
                  </a:cubicBezTo>
                  <a:lnTo>
                    <a:pt x="1" y="6113"/>
                  </a:lnTo>
                  <a:cubicBezTo>
                    <a:pt x="1846" y="5375"/>
                    <a:pt x="3258" y="3771"/>
                    <a:pt x="3787" y="1797"/>
                  </a:cubicBezTo>
                  <a:cubicBezTo>
                    <a:pt x="4365" y="4043"/>
                    <a:pt x="6129" y="5808"/>
                    <a:pt x="8359" y="6370"/>
                  </a:cubicBezTo>
                  <a:cubicBezTo>
                    <a:pt x="6113" y="6963"/>
                    <a:pt x="4348" y="8728"/>
                    <a:pt x="3787" y="10942"/>
                  </a:cubicBezTo>
                  <a:cubicBezTo>
                    <a:pt x="3290" y="8985"/>
                    <a:pt x="1862" y="7380"/>
                    <a:pt x="1" y="6642"/>
                  </a:cubicBezTo>
                  <a:lnTo>
                    <a:pt x="1" y="7075"/>
                  </a:lnTo>
                  <a:cubicBezTo>
                    <a:pt x="2102" y="8006"/>
                    <a:pt x="3578" y="10108"/>
                    <a:pt x="3578" y="12546"/>
                  </a:cubicBezTo>
                  <a:cubicBezTo>
                    <a:pt x="3578" y="12675"/>
                    <a:pt x="3659" y="12755"/>
                    <a:pt x="3787" y="12755"/>
                  </a:cubicBezTo>
                  <a:cubicBezTo>
                    <a:pt x="3899" y="12755"/>
                    <a:pt x="3979" y="12675"/>
                    <a:pt x="3979" y="12546"/>
                  </a:cubicBezTo>
                  <a:cubicBezTo>
                    <a:pt x="3979" y="9257"/>
                    <a:pt x="6675" y="6578"/>
                    <a:pt x="9964" y="6578"/>
                  </a:cubicBezTo>
                  <a:cubicBezTo>
                    <a:pt x="10076" y="6578"/>
                    <a:pt x="10156" y="6498"/>
                    <a:pt x="10156" y="6370"/>
                  </a:cubicBezTo>
                  <a:cubicBezTo>
                    <a:pt x="10156" y="6257"/>
                    <a:pt x="10076" y="6177"/>
                    <a:pt x="9964" y="6177"/>
                  </a:cubicBezTo>
                  <a:cubicBezTo>
                    <a:pt x="6675" y="6177"/>
                    <a:pt x="3979" y="3482"/>
                    <a:pt x="3979" y="193"/>
                  </a:cubicBezTo>
                  <a:cubicBezTo>
                    <a:pt x="3979" y="81"/>
                    <a:pt x="3899" y="0"/>
                    <a:pt x="37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10575" y="1001450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605"/>
                    <a:pt x="1589" y="1958"/>
                    <a:pt x="1172" y="1958"/>
                  </a:cubicBezTo>
                  <a:cubicBezTo>
                    <a:pt x="739" y="1958"/>
                    <a:pt x="402" y="1605"/>
                    <a:pt x="402" y="1188"/>
                  </a:cubicBezTo>
                  <a:cubicBezTo>
                    <a:pt x="402" y="771"/>
                    <a:pt x="739" y="434"/>
                    <a:pt x="1172" y="434"/>
                  </a:cubicBezTo>
                  <a:close/>
                  <a:moveTo>
                    <a:pt x="1172" y="0"/>
                  </a:moveTo>
                  <a:cubicBezTo>
                    <a:pt x="530" y="0"/>
                    <a:pt x="1" y="530"/>
                    <a:pt x="1" y="1172"/>
                  </a:cubicBezTo>
                  <a:cubicBezTo>
                    <a:pt x="1" y="1813"/>
                    <a:pt x="530" y="2327"/>
                    <a:pt x="1172" y="2327"/>
                  </a:cubicBezTo>
                  <a:cubicBezTo>
                    <a:pt x="1814" y="2327"/>
                    <a:pt x="2327" y="1813"/>
                    <a:pt x="2327" y="1172"/>
                  </a:cubicBezTo>
                  <a:cubicBezTo>
                    <a:pt x="2327" y="530"/>
                    <a:pt x="1814" y="0"/>
                    <a:pt x="11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268100" y="1294250"/>
              <a:ext cx="46550" cy="83450"/>
            </a:xfrm>
            <a:custGeom>
              <a:avLst/>
              <a:gdLst/>
              <a:ahLst/>
              <a:cxnLst/>
              <a:rect l="l" t="t" r="r" b="b"/>
              <a:pathLst>
                <a:path w="1862" h="3338" extrusionOk="0">
                  <a:moveTo>
                    <a:pt x="899" y="674"/>
                  </a:moveTo>
                  <a:lnTo>
                    <a:pt x="899" y="1444"/>
                  </a:lnTo>
                  <a:lnTo>
                    <a:pt x="883" y="1444"/>
                  </a:lnTo>
                  <a:cubicBezTo>
                    <a:pt x="739" y="1412"/>
                    <a:pt x="642" y="1348"/>
                    <a:pt x="578" y="1284"/>
                  </a:cubicBezTo>
                  <a:cubicBezTo>
                    <a:pt x="498" y="1236"/>
                    <a:pt x="482" y="1155"/>
                    <a:pt x="482" y="1027"/>
                  </a:cubicBezTo>
                  <a:cubicBezTo>
                    <a:pt x="482" y="915"/>
                    <a:pt x="514" y="834"/>
                    <a:pt x="594" y="770"/>
                  </a:cubicBezTo>
                  <a:cubicBezTo>
                    <a:pt x="674" y="706"/>
                    <a:pt x="771" y="674"/>
                    <a:pt x="899" y="674"/>
                  </a:cubicBezTo>
                  <a:close/>
                  <a:moveTo>
                    <a:pt x="995" y="1877"/>
                  </a:moveTo>
                  <a:cubicBezTo>
                    <a:pt x="1140" y="1909"/>
                    <a:pt x="1236" y="1974"/>
                    <a:pt x="1316" y="2038"/>
                  </a:cubicBezTo>
                  <a:cubicBezTo>
                    <a:pt x="1396" y="2086"/>
                    <a:pt x="1445" y="2198"/>
                    <a:pt x="1445" y="2294"/>
                  </a:cubicBezTo>
                  <a:cubicBezTo>
                    <a:pt x="1445" y="2439"/>
                    <a:pt x="1396" y="2519"/>
                    <a:pt x="1316" y="2599"/>
                  </a:cubicBezTo>
                  <a:cubicBezTo>
                    <a:pt x="1236" y="2679"/>
                    <a:pt x="1140" y="2695"/>
                    <a:pt x="995" y="2695"/>
                  </a:cubicBezTo>
                  <a:lnTo>
                    <a:pt x="995" y="1877"/>
                  </a:lnTo>
                  <a:close/>
                  <a:moveTo>
                    <a:pt x="883" y="0"/>
                  </a:moveTo>
                  <a:lnTo>
                    <a:pt x="883" y="321"/>
                  </a:lnTo>
                  <a:cubicBezTo>
                    <a:pt x="690" y="321"/>
                    <a:pt x="562" y="353"/>
                    <a:pt x="418" y="401"/>
                  </a:cubicBezTo>
                  <a:cubicBezTo>
                    <a:pt x="273" y="465"/>
                    <a:pt x="177" y="546"/>
                    <a:pt x="113" y="674"/>
                  </a:cubicBezTo>
                  <a:cubicBezTo>
                    <a:pt x="33" y="770"/>
                    <a:pt x="1" y="915"/>
                    <a:pt x="1" y="1027"/>
                  </a:cubicBezTo>
                  <a:cubicBezTo>
                    <a:pt x="1" y="1203"/>
                    <a:pt x="33" y="1332"/>
                    <a:pt x="113" y="1444"/>
                  </a:cubicBezTo>
                  <a:cubicBezTo>
                    <a:pt x="193" y="1556"/>
                    <a:pt x="289" y="1637"/>
                    <a:pt x="402" y="1669"/>
                  </a:cubicBezTo>
                  <a:cubicBezTo>
                    <a:pt x="498" y="1717"/>
                    <a:pt x="658" y="1765"/>
                    <a:pt x="851" y="1829"/>
                  </a:cubicBezTo>
                  <a:lnTo>
                    <a:pt x="851" y="2679"/>
                  </a:lnTo>
                  <a:cubicBezTo>
                    <a:pt x="739" y="2647"/>
                    <a:pt x="642" y="2615"/>
                    <a:pt x="578" y="2535"/>
                  </a:cubicBezTo>
                  <a:cubicBezTo>
                    <a:pt x="514" y="2455"/>
                    <a:pt x="450" y="2375"/>
                    <a:pt x="450" y="2278"/>
                  </a:cubicBezTo>
                  <a:lnTo>
                    <a:pt x="1" y="2278"/>
                  </a:lnTo>
                  <a:cubicBezTo>
                    <a:pt x="17" y="2471"/>
                    <a:pt x="97" y="2647"/>
                    <a:pt x="257" y="2792"/>
                  </a:cubicBezTo>
                  <a:cubicBezTo>
                    <a:pt x="418" y="2936"/>
                    <a:pt x="610" y="3016"/>
                    <a:pt x="851" y="3032"/>
                  </a:cubicBezTo>
                  <a:lnTo>
                    <a:pt x="851" y="3337"/>
                  </a:lnTo>
                  <a:lnTo>
                    <a:pt x="979" y="3337"/>
                  </a:lnTo>
                  <a:lnTo>
                    <a:pt x="979" y="3032"/>
                  </a:lnTo>
                  <a:cubicBezTo>
                    <a:pt x="1172" y="3032"/>
                    <a:pt x="1332" y="3000"/>
                    <a:pt x="1461" y="2936"/>
                  </a:cubicBezTo>
                  <a:cubicBezTo>
                    <a:pt x="1605" y="2872"/>
                    <a:pt x="1701" y="2776"/>
                    <a:pt x="1765" y="2679"/>
                  </a:cubicBezTo>
                  <a:cubicBezTo>
                    <a:pt x="1814" y="2551"/>
                    <a:pt x="1862" y="2439"/>
                    <a:pt x="1862" y="2310"/>
                  </a:cubicBezTo>
                  <a:cubicBezTo>
                    <a:pt x="1862" y="2150"/>
                    <a:pt x="1814" y="2006"/>
                    <a:pt x="1733" y="1909"/>
                  </a:cubicBezTo>
                  <a:cubicBezTo>
                    <a:pt x="1653" y="1813"/>
                    <a:pt x="1621" y="1733"/>
                    <a:pt x="1493" y="1669"/>
                  </a:cubicBezTo>
                  <a:cubicBezTo>
                    <a:pt x="1396" y="1637"/>
                    <a:pt x="1236" y="1572"/>
                    <a:pt x="1076" y="1508"/>
                  </a:cubicBezTo>
                  <a:lnTo>
                    <a:pt x="995" y="1492"/>
                  </a:lnTo>
                  <a:lnTo>
                    <a:pt x="995" y="674"/>
                  </a:lnTo>
                  <a:cubicBezTo>
                    <a:pt x="1092" y="690"/>
                    <a:pt x="1204" y="722"/>
                    <a:pt x="1252" y="786"/>
                  </a:cubicBezTo>
                  <a:cubicBezTo>
                    <a:pt x="1316" y="850"/>
                    <a:pt x="1364" y="931"/>
                    <a:pt x="1380" y="1027"/>
                  </a:cubicBezTo>
                  <a:lnTo>
                    <a:pt x="1846" y="1027"/>
                  </a:lnTo>
                  <a:cubicBezTo>
                    <a:pt x="1814" y="834"/>
                    <a:pt x="1733" y="674"/>
                    <a:pt x="1573" y="546"/>
                  </a:cubicBezTo>
                  <a:cubicBezTo>
                    <a:pt x="1445" y="433"/>
                    <a:pt x="1236" y="353"/>
                    <a:pt x="995" y="321"/>
                  </a:cubicBezTo>
                  <a:lnTo>
                    <a:pt x="995" y="0"/>
                  </a:ln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220375" y="1265375"/>
              <a:ext cx="143200" cy="143200"/>
            </a:xfrm>
            <a:custGeom>
              <a:avLst/>
              <a:gdLst/>
              <a:ahLst/>
              <a:cxnLst/>
              <a:rect l="l" t="t" r="r" b="b"/>
              <a:pathLst>
                <a:path w="5728" h="5728" extrusionOk="0">
                  <a:moveTo>
                    <a:pt x="2872" y="401"/>
                  </a:moveTo>
                  <a:cubicBezTo>
                    <a:pt x="4236" y="401"/>
                    <a:pt x="5327" y="1508"/>
                    <a:pt x="5327" y="2872"/>
                  </a:cubicBezTo>
                  <a:cubicBezTo>
                    <a:pt x="5327" y="4236"/>
                    <a:pt x="4236" y="5326"/>
                    <a:pt x="2872" y="5326"/>
                  </a:cubicBezTo>
                  <a:cubicBezTo>
                    <a:pt x="1492" y="5326"/>
                    <a:pt x="402" y="4236"/>
                    <a:pt x="402" y="2872"/>
                  </a:cubicBezTo>
                  <a:cubicBezTo>
                    <a:pt x="402" y="1508"/>
                    <a:pt x="1492" y="401"/>
                    <a:pt x="2872" y="401"/>
                  </a:cubicBezTo>
                  <a:close/>
                  <a:moveTo>
                    <a:pt x="2872" y="0"/>
                  </a:moveTo>
                  <a:cubicBezTo>
                    <a:pt x="1284" y="0"/>
                    <a:pt x="0" y="1284"/>
                    <a:pt x="0" y="2872"/>
                  </a:cubicBezTo>
                  <a:cubicBezTo>
                    <a:pt x="0" y="4444"/>
                    <a:pt x="1284" y="5728"/>
                    <a:pt x="2872" y="5728"/>
                  </a:cubicBezTo>
                  <a:cubicBezTo>
                    <a:pt x="4444" y="5728"/>
                    <a:pt x="5728" y="4444"/>
                    <a:pt x="5728" y="2872"/>
                  </a:cubicBezTo>
                  <a:cubicBezTo>
                    <a:pt x="5728" y="1284"/>
                    <a:pt x="4444" y="0"/>
                    <a:pt x="287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189900" y="1234875"/>
              <a:ext cx="204575" cy="204575"/>
            </a:xfrm>
            <a:custGeom>
              <a:avLst/>
              <a:gdLst/>
              <a:ahLst/>
              <a:cxnLst/>
              <a:rect l="l" t="t" r="r" b="b"/>
              <a:pathLst>
                <a:path w="8183" h="8183" extrusionOk="0">
                  <a:moveTo>
                    <a:pt x="4091" y="402"/>
                  </a:moveTo>
                  <a:cubicBezTo>
                    <a:pt x="6113" y="402"/>
                    <a:pt x="7781" y="2054"/>
                    <a:pt x="7781" y="4092"/>
                  </a:cubicBezTo>
                  <a:cubicBezTo>
                    <a:pt x="7781" y="6113"/>
                    <a:pt x="6129" y="7782"/>
                    <a:pt x="4091" y="7782"/>
                  </a:cubicBezTo>
                  <a:cubicBezTo>
                    <a:pt x="2038" y="7782"/>
                    <a:pt x="401" y="6113"/>
                    <a:pt x="401" y="4092"/>
                  </a:cubicBezTo>
                  <a:cubicBezTo>
                    <a:pt x="401" y="2054"/>
                    <a:pt x="2054" y="402"/>
                    <a:pt x="4091" y="402"/>
                  </a:cubicBezTo>
                  <a:close/>
                  <a:moveTo>
                    <a:pt x="4091" y="1"/>
                  </a:moveTo>
                  <a:cubicBezTo>
                    <a:pt x="1813" y="1"/>
                    <a:pt x="0" y="1846"/>
                    <a:pt x="0" y="4092"/>
                  </a:cubicBezTo>
                  <a:cubicBezTo>
                    <a:pt x="0" y="6338"/>
                    <a:pt x="1829" y="8183"/>
                    <a:pt x="4091" y="8183"/>
                  </a:cubicBezTo>
                  <a:cubicBezTo>
                    <a:pt x="6337" y="8183"/>
                    <a:pt x="8182" y="6338"/>
                    <a:pt x="8182" y="4092"/>
                  </a:cubicBezTo>
                  <a:cubicBezTo>
                    <a:pt x="8182" y="1846"/>
                    <a:pt x="6353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034675" y="1179125"/>
              <a:ext cx="513400" cy="435200"/>
            </a:xfrm>
            <a:custGeom>
              <a:avLst/>
              <a:gdLst/>
              <a:ahLst/>
              <a:cxnLst/>
              <a:rect l="l" t="t" r="r" b="b"/>
              <a:pathLst>
                <a:path w="20536" h="17408" extrusionOk="0">
                  <a:moveTo>
                    <a:pt x="17119" y="402"/>
                  </a:moveTo>
                  <a:cubicBezTo>
                    <a:pt x="18803" y="402"/>
                    <a:pt x="20151" y="1765"/>
                    <a:pt x="20151" y="3450"/>
                  </a:cubicBezTo>
                  <a:lnTo>
                    <a:pt x="20151" y="11488"/>
                  </a:lnTo>
                  <a:lnTo>
                    <a:pt x="433" y="11488"/>
                  </a:lnTo>
                  <a:lnTo>
                    <a:pt x="433" y="3450"/>
                  </a:lnTo>
                  <a:cubicBezTo>
                    <a:pt x="433" y="1765"/>
                    <a:pt x="1797" y="402"/>
                    <a:pt x="3482" y="402"/>
                  </a:cubicBezTo>
                  <a:close/>
                  <a:moveTo>
                    <a:pt x="20135" y="11905"/>
                  </a:moveTo>
                  <a:cubicBezTo>
                    <a:pt x="20103" y="13557"/>
                    <a:pt x="18739" y="14857"/>
                    <a:pt x="17087" y="14857"/>
                  </a:cubicBezTo>
                  <a:lnTo>
                    <a:pt x="3482" y="14857"/>
                  </a:lnTo>
                  <a:cubicBezTo>
                    <a:pt x="1829" y="14857"/>
                    <a:pt x="482" y="13541"/>
                    <a:pt x="433" y="11905"/>
                  </a:cubicBezTo>
                  <a:close/>
                  <a:moveTo>
                    <a:pt x="12354" y="15258"/>
                  </a:moveTo>
                  <a:lnTo>
                    <a:pt x="12354" y="16878"/>
                  </a:lnTo>
                  <a:lnTo>
                    <a:pt x="8247" y="16878"/>
                  </a:lnTo>
                  <a:lnTo>
                    <a:pt x="8247" y="15258"/>
                  </a:lnTo>
                  <a:close/>
                  <a:moveTo>
                    <a:pt x="3450" y="1"/>
                  </a:moveTo>
                  <a:cubicBezTo>
                    <a:pt x="1557" y="1"/>
                    <a:pt x="0" y="1541"/>
                    <a:pt x="0" y="3450"/>
                  </a:cubicBezTo>
                  <a:lnTo>
                    <a:pt x="0" y="11809"/>
                  </a:lnTo>
                  <a:cubicBezTo>
                    <a:pt x="0" y="13718"/>
                    <a:pt x="1557" y="15258"/>
                    <a:pt x="3450" y="15258"/>
                  </a:cubicBezTo>
                  <a:lnTo>
                    <a:pt x="7846" y="15258"/>
                  </a:lnTo>
                  <a:lnTo>
                    <a:pt x="7846" y="17007"/>
                  </a:lnTo>
                  <a:lnTo>
                    <a:pt x="6402" y="17007"/>
                  </a:lnTo>
                  <a:cubicBezTo>
                    <a:pt x="6289" y="17007"/>
                    <a:pt x="6209" y="17087"/>
                    <a:pt x="6209" y="17199"/>
                  </a:cubicBezTo>
                  <a:cubicBezTo>
                    <a:pt x="6209" y="17328"/>
                    <a:pt x="6289" y="17408"/>
                    <a:pt x="6402" y="17408"/>
                  </a:cubicBezTo>
                  <a:lnTo>
                    <a:pt x="14199" y="17408"/>
                  </a:lnTo>
                  <a:cubicBezTo>
                    <a:pt x="14311" y="17408"/>
                    <a:pt x="14391" y="17296"/>
                    <a:pt x="14391" y="17199"/>
                  </a:cubicBezTo>
                  <a:cubicBezTo>
                    <a:pt x="14391" y="17087"/>
                    <a:pt x="14311" y="17007"/>
                    <a:pt x="14183" y="17007"/>
                  </a:cubicBezTo>
                  <a:lnTo>
                    <a:pt x="12739" y="17007"/>
                  </a:lnTo>
                  <a:lnTo>
                    <a:pt x="12739" y="15258"/>
                  </a:lnTo>
                  <a:lnTo>
                    <a:pt x="17087" y="15258"/>
                  </a:lnTo>
                  <a:cubicBezTo>
                    <a:pt x="18996" y="15258"/>
                    <a:pt x="20536" y="13718"/>
                    <a:pt x="20536" y="11809"/>
                  </a:cubicBezTo>
                  <a:lnTo>
                    <a:pt x="20536" y="3450"/>
                  </a:lnTo>
                  <a:cubicBezTo>
                    <a:pt x="20536" y="1541"/>
                    <a:pt x="18996" y="1"/>
                    <a:pt x="1708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74125" y="1493575"/>
              <a:ext cx="36125" cy="35725"/>
            </a:xfrm>
            <a:custGeom>
              <a:avLst/>
              <a:gdLst/>
              <a:ahLst/>
              <a:cxnLst/>
              <a:rect l="l" t="t" r="r" b="b"/>
              <a:pathLst>
                <a:path w="1445" h="1429" extrusionOk="0">
                  <a:moveTo>
                    <a:pt x="722" y="1"/>
                  </a:moveTo>
                  <a:cubicBezTo>
                    <a:pt x="321" y="1"/>
                    <a:pt x="0" y="306"/>
                    <a:pt x="0" y="707"/>
                  </a:cubicBezTo>
                  <a:cubicBezTo>
                    <a:pt x="0" y="1108"/>
                    <a:pt x="321" y="1429"/>
                    <a:pt x="722" y="1429"/>
                  </a:cubicBezTo>
                  <a:cubicBezTo>
                    <a:pt x="1123" y="1429"/>
                    <a:pt x="1444" y="1108"/>
                    <a:pt x="1444" y="707"/>
                  </a:cubicBezTo>
                  <a:cubicBezTo>
                    <a:pt x="1444" y="306"/>
                    <a:pt x="1123" y="1"/>
                    <a:pt x="72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066675" y="1476325"/>
              <a:ext cx="289200" cy="237475"/>
            </a:xfrm>
            <a:custGeom>
              <a:avLst/>
              <a:gdLst/>
              <a:ahLst/>
              <a:cxnLst/>
              <a:rect l="l" t="t" r="r" b="b"/>
              <a:pathLst>
                <a:path w="11568" h="9499" extrusionOk="0">
                  <a:moveTo>
                    <a:pt x="7877" y="290"/>
                  </a:moveTo>
                  <a:cubicBezTo>
                    <a:pt x="8519" y="290"/>
                    <a:pt x="9097" y="530"/>
                    <a:pt x="9498" y="947"/>
                  </a:cubicBezTo>
                  <a:cubicBezTo>
                    <a:pt x="9540" y="979"/>
                    <a:pt x="9595" y="1003"/>
                    <a:pt x="9646" y="1003"/>
                  </a:cubicBezTo>
                  <a:cubicBezTo>
                    <a:pt x="9674" y="1003"/>
                    <a:pt x="9700" y="996"/>
                    <a:pt x="9722" y="980"/>
                  </a:cubicBezTo>
                  <a:lnTo>
                    <a:pt x="10332" y="707"/>
                  </a:lnTo>
                  <a:lnTo>
                    <a:pt x="10605" y="578"/>
                  </a:lnTo>
                  <a:lnTo>
                    <a:pt x="10605" y="578"/>
                  </a:lnTo>
                  <a:cubicBezTo>
                    <a:pt x="10428" y="803"/>
                    <a:pt x="10172" y="1060"/>
                    <a:pt x="9979" y="1204"/>
                  </a:cubicBezTo>
                  <a:cubicBezTo>
                    <a:pt x="9947" y="1236"/>
                    <a:pt x="9931" y="1284"/>
                    <a:pt x="9899" y="1316"/>
                  </a:cubicBezTo>
                  <a:lnTo>
                    <a:pt x="9899" y="1365"/>
                  </a:lnTo>
                  <a:cubicBezTo>
                    <a:pt x="9899" y="1429"/>
                    <a:pt x="9899" y="1477"/>
                    <a:pt x="9947" y="1525"/>
                  </a:cubicBezTo>
                  <a:cubicBezTo>
                    <a:pt x="9979" y="1573"/>
                    <a:pt x="10027" y="1605"/>
                    <a:pt x="10091" y="1605"/>
                  </a:cubicBezTo>
                  <a:cubicBezTo>
                    <a:pt x="10091" y="1605"/>
                    <a:pt x="10108" y="1607"/>
                    <a:pt x="10140" y="1607"/>
                  </a:cubicBezTo>
                  <a:cubicBezTo>
                    <a:pt x="10217" y="1607"/>
                    <a:pt x="10383" y="1598"/>
                    <a:pt x="10589" y="1541"/>
                  </a:cubicBezTo>
                  <a:cubicBezTo>
                    <a:pt x="10653" y="1525"/>
                    <a:pt x="10733" y="1509"/>
                    <a:pt x="10829" y="1461"/>
                  </a:cubicBezTo>
                  <a:lnTo>
                    <a:pt x="10829" y="1461"/>
                  </a:lnTo>
                  <a:cubicBezTo>
                    <a:pt x="10749" y="1541"/>
                    <a:pt x="10685" y="1637"/>
                    <a:pt x="10589" y="1718"/>
                  </a:cubicBezTo>
                  <a:cubicBezTo>
                    <a:pt x="10332" y="1990"/>
                    <a:pt x="10172" y="2103"/>
                    <a:pt x="10107" y="2151"/>
                  </a:cubicBezTo>
                  <a:cubicBezTo>
                    <a:pt x="10027" y="2167"/>
                    <a:pt x="9963" y="2247"/>
                    <a:pt x="9963" y="2327"/>
                  </a:cubicBezTo>
                  <a:cubicBezTo>
                    <a:pt x="9867" y="5456"/>
                    <a:pt x="7781" y="8729"/>
                    <a:pt x="4011" y="8921"/>
                  </a:cubicBezTo>
                  <a:cubicBezTo>
                    <a:pt x="3869" y="8937"/>
                    <a:pt x="3727" y="8944"/>
                    <a:pt x="3586" y="8944"/>
                  </a:cubicBezTo>
                  <a:cubicBezTo>
                    <a:pt x="2698" y="8944"/>
                    <a:pt x="1811" y="8649"/>
                    <a:pt x="995" y="8151"/>
                  </a:cubicBezTo>
                  <a:cubicBezTo>
                    <a:pt x="1123" y="8151"/>
                    <a:pt x="1219" y="8167"/>
                    <a:pt x="1348" y="8167"/>
                  </a:cubicBezTo>
                  <a:cubicBezTo>
                    <a:pt x="2118" y="8167"/>
                    <a:pt x="2920" y="7878"/>
                    <a:pt x="3626" y="7349"/>
                  </a:cubicBezTo>
                  <a:cubicBezTo>
                    <a:pt x="3690" y="7301"/>
                    <a:pt x="3706" y="7220"/>
                    <a:pt x="3706" y="7140"/>
                  </a:cubicBezTo>
                  <a:cubicBezTo>
                    <a:pt x="3690" y="7060"/>
                    <a:pt x="3642" y="6996"/>
                    <a:pt x="3562" y="6980"/>
                  </a:cubicBezTo>
                  <a:cubicBezTo>
                    <a:pt x="3080" y="6835"/>
                    <a:pt x="1813" y="6386"/>
                    <a:pt x="1621" y="5761"/>
                  </a:cubicBezTo>
                  <a:lnTo>
                    <a:pt x="2439" y="5744"/>
                  </a:lnTo>
                  <a:cubicBezTo>
                    <a:pt x="2551" y="5744"/>
                    <a:pt x="2615" y="5664"/>
                    <a:pt x="2647" y="5552"/>
                  </a:cubicBezTo>
                  <a:cubicBezTo>
                    <a:pt x="2663" y="5456"/>
                    <a:pt x="2599" y="5375"/>
                    <a:pt x="2503" y="5343"/>
                  </a:cubicBezTo>
                  <a:cubicBezTo>
                    <a:pt x="2503" y="5343"/>
                    <a:pt x="1877" y="5135"/>
                    <a:pt x="1556" y="4862"/>
                  </a:cubicBezTo>
                  <a:cubicBezTo>
                    <a:pt x="1075" y="4429"/>
                    <a:pt x="818" y="3899"/>
                    <a:pt x="786" y="3547"/>
                  </a:cubicBezTo>
                  <a:lnTo>
                    <a:pt x="786" y="3547"/>
                  </a:lnTo>
                  <a:cubicBezTo>
                    <a:pt x="834" y="3579"/>
                    <a:pt x="899" y="3595"/>
                    <a:pt x="979" y="3627"/>
                  </a:cubicBezTo>
                  <a:cubicBezTo>
                    <a:pt x="1248" y="3729"/>
                    <a:pt x="1497" y="3740"/>
                    <a:pt x="1594" y="3740"/>
                  </a:cubicBezTo>
                  <a:cubicBezTo>
                    <a:pt x="1619" y="3740"/>
                    <a:pt x="1633" y="3739"/>
                    <a:pt x="1637" y="3739"/>
                  </a:cubicBezTo>
                  <a:cubicBezTo>
                    <a:pt x="1717" y="3739"/>
                    <a:pt x="1797" y="3675"/>
                    <a:pt x="1829" y="3595"/>
                  </a:cubicBezTo>
                  <a:cubicBezTo>
                    <a:pt x="1845" y="3514"/>
                    <a:pt x="1829" y="3418"/>
                    <a:pt x="1749" y="3370"/>
                  </a:cubicBezTo>
                  <a:cubicBezTo>
                    <a:pt x="1588" y="3258"/>
                    <a:pt x="1123" y="2873"/>
                    <a:pt x="979" y="2504"/>
                  </a:cubicBezTo>
                  <a:cubicBezTo>
                    <a:pt x="786" y="1942"/>
                    <a:pt x="802" y="1268"/>
                    <a:pt x="947" y="867"/>
                  </a:cubicBezTo>
                  <a:lnTo>
                    <a:pt x="947" y="867"/>
                  </a:lnTo>
                  <a:cubicBezTo>
                    <a:pt x="1187" y="1172"/>
                    <a:pt x="1685" y="1653"/>
                    <a:pt x="2808" y="2215"/>
                  </a:cubicBezTo>
                  <a:cubicBezTo>
                    <a:pt x="3786" y="2712"/>
                    <a:pt x="4813" y="3017"/>
                    <a:pt x="5615" y="3049"/>
                  </a:cubicBezTo>
                  <a:cubicBezTo>
                    <a:pt x="5631" y="3065"/>
                    <a:pt x="5680" y="3065"/>
                    <a:pt x="5696" y="3065"/>
                  </a:cubicBezTo>
                  <a:cubicBezTo>
                    <a:pt x="5792" y="3065"/>
                    <a:pt x="5888" y="2969"/>
                    <a:pt x="5888" y="2857"/>
                  </a:cubicBezTo>
                  <a:cubicBezTo>
                    <a:pt x="5888" y="2809"/>
                    <a:pt x="5888" y="2792"/>
                    <a:pt x="5872" y="2744"/>
                  </a:cubicBezTo>
                  <a:cubicBezTo>
                    <a:pt x="5840" y="2584"/>
                    <a:pt x="5792" y="2295"/>
                    <a:pt x="5792" y="2087"/>
                  </a:cubicBezTo>
                  <a:cubicBezTo>
                    <a:pt x="5792" y="1092"/>
                    <a:pt x="6738" y="290"/>
                    <a:pt x="7877" y="290"/>
                  </a:cubicBezTo>
                  <a:close/>
                  <a:moveTo>
                    <a:pt x="7894" y="1"/>
                  </a:moveTo>
                  <a:cubicBezTo>
                    <a:pt x="6514" y="1"/>
                    <a:pt x="5407" y="980"/>
                    <a:pt x="5407" y="2199"/>
                  </a:cubicBezTo>
                  <a:cubicBezTo>
                    <a:pt x="5407" y="2327"/>
                    <a:pt x="5423" y="2552"/>
                    <a:pt x="5455" y="2744"/>
                  </a:cubicBezTo>
                  <a:cubicBezTo>
                    <a:pt x="4749" y="2664"/>
                    <a:pt x="3851" y="2391"/>
                    <a:pt x="3000" y="1958"/>
                  </a:cubicBezTo>
                  <a:cubicBezTo>
                    <a:pt x="1332" y="1124"/>
                    <a:pt x="1155" y="546"/>
                    <a:pt x="1155" y="546"/>
                  </a:cubicBezTo>
                  <a:cubicBezTo>
                    <a:pt x="1139" y="466"/>
                    <a:pt x="1091" y="402"/>
                    <a:pt x="1011" y="386"/>
                  </a:cubicBezTo>
                  <a:cubicBezTo>
                    <a:pt x="993" y="377"/>
                    <a:pt x="973" y="373"/>
                    <a:pt x="952" y="373"/>
                  </a:cubicBezTo>
                  <a:cubicBezTo>
                    <a:pt x="898" y="373"/>
                    <a:pt x="841" y="399"/>
                    <a:pt x="818" y="434"/>
                  </a:cubicBezTo>
                  <a:cubicBezTo>
                    <a:pt x="481" y="803"/>
                    <a:pt x="321" y="1910"/>
                    <a:pt x="642" y="2760"/>
                  </a:cubicBezTo>
                  <a:cubicBezTo>
                    <a:pt x="722" y="2969"/>
                    <a:pt x="834" y="3161"/>
                    <a:pt x="979" y="3322"/>
                  </a:cubicBezTo>
                  <a:cubicBezTo>
                    <a:pt x="834" y="3274"/>
                    <a:pt x="786" y="3226"/>
                    <a:pt x="786" y="3226"/>
                  </a:cubicBezTo>
                  <a:cubicBezTo>
                    <a:pt x="752" y="3203"/>
                    <a:pt x="702" y="3180"/>
                    <a:pt x="653" y="3180"/>
                  </a:cubicBezTo>
                  <a:cubicBezTo>
                    <a:pt x="633" y="3180"/>
                    <a:pt x="613" y="3184"/>
                    <a:pt x="594" y="3194"/>
                  </a:cubicBezTo>
                  <a:cubicBezTo>
                    <a:pt x="546" y="3210"/>
                    <a:pt x="481" y="3242"/>
                    <a:pt x="465" y="3306"/>
                  </a:cubicBezTo>
                  <a:cubicBezTo>
                    <a:pt x="241" y="3835"/>
                    <a:pt x="626" y="4686"/>
                    <a:pt x="1316" y="5311"/>
                  </a:cubicBezTo>
                  <a:cubicBezTo>
                    <a:pt x="1396" y="5392"/>
                    <a:pt x="1508" y="5456"/>
                    <a:pt x="1604" y="5520"/>
                  </a:cubicBezTo>
                  <a:lnTo>
                    <a:pt x="1444" y="5520"/>
                  </a:lnTo>
                  <a:cubicBezTo>
                    <a:pt x="1348" y="5520"/>
                    <a:pt x="1268" y="5600"/>
                    <a:pt x="1235" y="5696"/>
                  </a:cubicBezTo>
                  <a:cubicBezTo>
                    <a:pt x="1187" y="6579"/>
                    <a:pt x="2423" y="7140"/>
                    <a:pt x="3113" y="7381"/>
                  </a:cubicBezTo>
                  <a:cubicBezTo>
                    <a:pt x="2567" y="7718"/>
                    <a:pt x="1990" y="7894"/>
                    <a:pt x="1396" y="7894"/>
                  </a:cubicBezTo>
                  <a:cubicBezTo>
                    <a:pt x="1027" y="7894"/>
                    <a:pt x="642" y="7846"/>
                    <a:pt x="273" y="7734"/>
                  </a:cubicBezTo>
                  <a:cubicBezTo>
                    <a:pt x="260" y="7732"/>
                    <a:pt x="248" y="7731"/>
                    <a:pt x="236" y="7731"/>
                  </a:cubicBezTo>
                  <a:cubicBezTo>
                    <a:pt x="156" y="7731"/>
                    <a:pt x="88" y="7776"/>
                    <a:pt x="32" y="7846"/>
                  </a:cubicBezTo>
                  <a:cubicBezTo>
                    <a:pt x="0" y="7926"/>
                    <a:pt x="16" y="8023"/>
                    <a:pt x="80" y="8087"/>
                  </a:cubicBezTo>
                  <a:cubicBezTo>
                    <a:pt x="1203" y="9001"/>
                    <a:pt x="2519" y="9499"/>
                    <a:pt x="3802" y="9499"/>
                  </a:cubicBezTo>
                  <a:cubicBezTo>
                    <a:pt x="3835" y="9370"/>
                    <a:pt x="3931" y="9370"/>
                    <a:pt x="4011" y="9370"/>
                  </a:cubicBezTo>
                  <a:cubicBezTo>
                    <a:pt x="7974" y="9162"/>
                    <a:pt x="10188" y="5777"/>
                    <a:pt x="10348" y="2504"/>
                  </a:cubicBezTo>
                  <a:cubicBezTo>
                    <a:pt x="10444" y="2440"/>
                    <a:pt x="10605" y="2311"/>
                    <a:pt x="10862" y="2038"/>
                  </a:cubicBezTo>
                  <a:cubicBezTo>
                    <a:pt x="11263" y="1637"/>
                    <a:pt x="11535" y="1188"/>
                    <a:pt x="11535" y="1156"/>
                  </a:cubicBezTo>
                  <a:cubicBezTo>
                    <a:pt x="11567" y="1076"/>
                    <a:pt x="11551" y="996"/>
                    <a:pt x="11503" y="947"/>
                  </a:cubicBezTo>
                  <a:cubicBezTo>
                    <a:pt x="11482" y="905"/>
                    <a:pt x="11432" y="883"/>
                    <a:pt x="11377" y="883"/>
                  </a:cubicBezTo>
                  <a:cubicBezTo>
                    <a:pt x="11350" y="883"/>
                    <a:pt x="11321" y="889"/>
                    <a:pt x="11295" y="899"/>
                  </a:cubicBezTo>
                  <a:cubicBezTo>
                    <a:pt x="11166" y="947"/>
                    <a:pt x="10910" y="1060"/>
                    <a:pt x="10701" y="1140"/>
                  </a:cubicBezTo>
                  <a:cubicBezTo>
                    <a:pt x="10926" y="915"/>
                    <a:pt x="11134" y="659"/>
                    <a:pt x="11182" y="482"/>
                  </a:cubicBezTo>
                  <a:cubicBezTo>
                    <a:pt x="11231" y="386"/>
                    <a:pt x="11214" y="274"/>
                    <a:pt x="11166" y="193"/>
                  </a:cubicBezTo>
                  <a:cubicBezTo>
                    <a:pt x="11166" y="177"/>
                    <a:pt x="11150" y="177"/>
                    <a:pt x="11134" y="161"/>
                  </a:cubicBezTo>
                  <a:lnTo>
                    <a:pt x="11102" y="161"/>
                  </a:lnTo>
                  <a:lnTo>
                    <a:pt x="11086" y="145"/>
                  </a:lnTo>
                  <a:lnTo>
                    <a:pt x="10926" y="145"/>
                  </a:lnTo>
                  <a:lnTo>
                    <a:pt x="10188" y="466"/>
                  </a:lnTo>
                  <a:lnTo>
                    <a:pt x="9706" y="675"/>
                  </a:lnTo>
                  <a:cubicBezTo>
                    <a:pt x="9241" y="242"/>
                    <a:pt x="8583" y="1"/>
                    <a:pt x="789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82925" y="858250"/>
              <a:ext cx="321700" cy="218625"/>
            </a:xfrm>
            <a:custGeom>
              <a:avLst/>
              <a:gdLst/>
              <a:ahLst/>
              <a:cxnLst/>
              <a:rect l="l" t="t" r="r" b="b"/>
              <a:pathLst>
                <a:path w="12868" h="8745" extrusionOk="0">
                  <a:moveTo>
                    <a:pt x="12033" y="1"/>
                  </a:moveTo>
                  <a:cubicBezTo>
                    <a:pt x="12322" y="691"/>
                    <a:pt x="12498" y="1477"/>
                    <a:pt x="12498" y="2295"/>
                  </a:cubicBezTo>
                  <a:cubicBezTo>
                    <a:pt x="12498" y="5632"/>
                    <a:pt x="9787" y="8344"/>
                    <a:pt x="6450" y="8344"/>
                  </a:cubicBezTo>
                  <a:cubicBezTo>
                    <a:pt x="5407" y="8344"/>
                    <a:pt x="4364" y="8055"/>
                    <a:pt x="3450" y="7541"/>
                  </a:cubicBezTo>
                  <a:cubicBezTo>
                    <a:pt x="3401" y="7525"/>
                    <a:pt x="3385" y="7525"/>
                    <a:pt x="3353" y="7525"/>
                  </a:cubicBezTo>
                  <a:cubicBezTo>
                    <a:pt x="3321" y="7525"/>
                    <a:pt x="3305" y="7525"/>
                    <a:pt x="3289" y="7541"/>
                  </a:cubicBezTo>
                  <a:lnTo>
                    <a:pt x="1187" y="8263"/>
                  </a:lnTo>
                  <a:lnTo>
                    <a:pt x="1621" y="6033"/>
                  </a:lnTo>
                  <a:cubicBezTo>
                    <a:pt x="1637" y="5969"/>
                    <a:pt x="1621" y="5921"/>
                    <a:pt x="1588" y="5873"/>
                  </a:cubicBezTo>
                  <a:cubicBezTo>
                    <a:pt x="818" y="4830"/>
                    <a:pt x="417" y="3611"/>
                    <a:pt x="417" y="2327"/>
                  </a:cubicBezTo>
                  <a:cubicBezTo>
                    <a:pt x="417" y="1509"/>
                    <a:pt x="578" y="723"/>
                    <a:pt x="883" y="17"/>
                  </a:cubicBezTo>
                  <a:lnTo>
                    <a:pt x="465" y="17"/>
                  </a:lnTo>
                  <a:cubicBezTo>
                    <a:pt x="177" y="739"/>
                    <a:pt x="32" y="1525"/>
                    <a:pt x="32" y="2327"/>
                  </a:cubicBezTo>
                  <a:cubicBezTo>
                    <a:pt x="0" y="3675"/>
                    <a:pt x="401" y="4958"/>
                    <a:pt x="1187" y="6033"/>
                  </a:cubicBezTo>
                  <a:lnTo>
                    <a:pt x="690" y="8520"/>
                  </a:lnTo>
                  <a:cubicBezTo>
                    <a:pt x="674" y="8600"/>
                    <a:pt x="722" y="8664"/>
                    <a:pt x="754" y="8697"/>
                  </a:cubicBezTo>
                  <a:cubicBezTo>
                    <a:pt x="802" y="8745"/>
                    <a:pt x="834" y="8745"/>
                    <a:pt x="899" y="8745"/>
                  </a:cubicBezTo>
                  <a:cubicBezTo>
                    <a:pt x="915" y="8745"/>
                    <a:pt x="947" y="8745"/>
                    <a:pt x="963" y="8729"/>
                  </a:cubicBezTo>
                  <a:lnTo>
                    <a:pt x="3305" y="7926"/>
                  </a:lnTo>
                  <a:cubicBezTo>
                    <a:pt x="4268" y="8456"/>
                    <a:pt x="5327" y="8745"/>
                    <a:pt x="6434" y="8745"/>
                  </a:cubicBezTo>
                  <a:cubicBezTo>
                    <a:pt x="9979" y="8745"/>
                    <a:pt x="12867" y="5857"/>
                    <a:pt x="12867" y="2295"/>
                  </a:cubicBezTo>
                  <a:cubicBezTo>
                    <a:pt x="12867" y="1477"/>
                    <a:pt x="12707" y="723"/>
                    <a:pt x="1245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742675" y="858675"/>
              <a:ext cx="201375" cy="150425"/>
            </a:xfrm>
            <a:custGeom>
              <a:avLst/>
              <a:gdLst/>
              <a:ahLst/>
              <a:cxnLst/>
              <a:rect l="l" t="t" r="r" b="b"/>
              <a:pathLst>
                <a:path w="8055" h="6017" extrusionOk="0">
                  <a:moveTo>
                    <a:pt x="113" y="0"/>
                  </a:moveTo>
                  <a:cubicBezTo>
                    <a:pt x="1" y="321"/>
                    <a:pt x="33" y="738"/>
                    <a:pt x="177" y="1332"/>
                  </a:cubicBezTo>
                  <a:cubicBezTo>
                    <a:pt x="402" y="2326"/>
                    <a:pt x="1380" y="3417"/>
                    <a:pt x="2327" y="4332"/>
                  </a:cubicBezTo>
                  <a:cubicBezTo>
                    <a:pt x="3338" y="5359"/>
                    <a:pt x="5247" y="6016"/>
                    <a:pt x="6113" y="6016"/>
                  </a:cubicBezTo>
                  <a:cubicBezTo>
                    <a:pt x="6947" y="6016"/>
                    <a:pt x="7509" y="5455"/>
                    <a:pt x="7718" y="5262"/>
                  </a:cubicBezTo>
                  <a:lnTo>
                    <a:pt x="7734" y="5230"/>
                  </a:lnTo>
                  <a:cubicBezTo>
                    <a:pt x="7974" y="4990"/>
                    <a:pt x="8054" y="4364"/>
                    <a:pt x="8054" y="4171"/>
                  </a:cubicBezTo>
                  <a:cubicBezTo>
                    <a:pt x="8054" y="3915"/>
                    <a:pt x="7894" y="3770"/>
                    <a:pt x="7798" y="3722"/>
                  </a:cubicBezTo>
                  <a:cubicBezTo>
                    <a:pt x="7685" y="3674"/>
                    <a:pt x="6562" y="3128"/>
                    <a:pt x="6290" y="2984"/>
                  </a:cubicBezTo>
                  <a:cubicBezTo>
                    <a:pt x="6201" y="2942"/>
                    <a:pt x="6117" y="2925"/>
                    <a:pt x="6040" y="2925"/>
                  </a:cubicBezTo>
                  <a:cubicBezTo>
                    <a:pt x="5823" y="2925"/>
                    <a:pt x="5659" y="3057"/>
                    <a:pt x="5600" y="3128"/>
                  </a:cubicBezTo>
                  <a:cubicBezTo>
                    <a:pt x="5407" y="3385"/>
                    <a:pt x="5070" y="3802"/>
                    <a:pt x="5006" y="3866"/>
                  </a:cubicBezTo>
                  <a:cubicBezTo>
                    <a:pt x="4990" y="3883"/>
                    <a:pt x="4958" y="3883"/>
                    <a:pt x="4942" y="3883"/>
                  </a:cubicBezTo>
                  <a:cubicBezTo>
                    <a:pt x="4782" y="3834"/>
                    <a:pt x="3883" y="3465"/>
                    <a:pt x="3418" y="2984"/>
                  </a:cubicBezTo>
                  <a:cubicBezTo>
                    <a:pt x="2985" y="2551"/>
                    <a:pt x="2712" y="2166"/>
                    <a:pt x="2536" y="1925"/>
                  </a:cubicBezTo>
                  <a:cubicBezTo>
                    <a:pt x="2503" y="1861"/>
                    <a:pt x="2455" y="1829"/>
                    <a:pt x="2439" y="1781"/>
                  </a:cubicBezTo>
                  <a:cubicBezTo>
                    <a:pt x="2375" y="1685"/>
                    <a:pt x="2423" y="1604"/>
                    <a:pt x="2439" y="1588"/>
                  </a:cubicBezTo>
                  <a:cubicBezTo>
                    <a:pt x="2503" y="1524"/>
                    <a:pt x="2776" y="1235"/>
                    <a:pt x="2905" y="1043"/>
                  </a:cubicBezTo>
                  <a:cubicBezTo>
                    <a:pt x="3065" y="802"/>
                    <a:pt x="3017" y="545"/>
                    <a:pt x="2953" y="417"/>
                  </a:cubicBezTo>
                  <a:cubicBezTo>
                    <a:pt x="2953" y="401"/>
                    <a:pt x="2872" y="225"/>
                    <a:pt x="2776" y="0"/>
                  </a:cubicBezTo>
                  <a:lnTo>
                    <a:pt x="2343" y="0"/>
                  </a:lnTo>
                  <a:cubicBezTo>
                    <a:pt x="2439" y="225"/>
                    <a:pt x="2519" y="433"/>
                    <a:pt x="2584" y="578"/>
                  </a:cubicBezTo>
                  <a:cubicBezTo>
                    <a:pt x="2584" y="578"/>
                    <a:pt x="2616" y="722"/>
                    <a:pt x="2536" y="834"/>
                  </a:cubicBezTo>
                  <a:cubicBezTo>
                    <a:pt x="2423" y="1043"/>
                    <a:pt x="2118" y="1348"/>
                    <a:pt x="2118" y="1348"/>
                  </a:cubicBezTo>
                  <a:lnTo>
                    <a:pt x="2102" y="1364"/>
                  </a:lnTo>
                  <a:cubicBezTo>
                    <a:pt x="1990" y="1476"/>
                    <a:pt x="1878" y="1781"/>
                    <a:pt x="2102" y="2070"/>
                  </a:cubicBezTo>
                  <a:cubicBezTo>
                    <a:pt x="2118" y="2102"/>
                    <a:pt x="2150" y="2150"/>
                    <a:pt x="2199" y="2198"/>
                  </a:cubicBezTo>
                  <a:cubicBezTo>
                    <a:pt x="2375" y="2471"/>
                    <a:pt x="2632" y="2840"/>
                    <a:pt x="3113" y="3305"/>
                  </a:cubicBezTo>
                  <a:cubicBezTo>
                    <a:pt x="3707" y="3883"/>
                    <a:pt x="4766" y="4300"/>
                    <a:pt x="4830" y="4316"/>
                  </a:cubicBezTo>
                  <a:cubicBezTo>
                    <a:pt x="4846" y="4316"/>
                    <a:pt x="4846" y="4316"/>
                    <a:pt x="4862" y="4332"/>
                  </a:cubicBezTo>
                  <a:cubicBezTo>
                    <a:pt x="4865" y="4332"/>
                    <a:pt x="4873" y="4332"/>
                    <a:pt x="4887" y="4332"/>
                  </a:cubicBezTo>
                  <a:cubicBezTo>
                    <a:pt x="4956" y="4332"/>
                    <a:pt x="5145" y="4321"/>
                    <a:pt x="5279" y="4187"/>
                  </a:cubicBezTo>
                  <a:cubicBezTo>
                    <a:pt x="5391" y="4091"/>
                    <a:pt x="5824" y="3530"/>
                    <a:pt x="5921" y="3417"/>
                  </a:cubicBezTo>
                  <a:cubicBezTo>
                    <a:pt x="5945" y="3393"/>
                    <a:pt x="5998" y="3359"/>
                    <a:pt x="6072" y="3359"/>
                  </a:cubicBezTo>
                  <a:cubicBezTo>
                    <a:pt x="6095" y="3359"/>
                    <a:pt x="6119" y="3362"/>
                    <a:pt x="6145" y="3369"/>
                  </a:cubicBezTo>
                  <a:cubicBezTo>
                    <a:pt x="6434" y="3497"/>
                    <a:pt x="7637" y="4091"/>
                    <a:pt x="7653" y="4107"/>
                  </a:cubicBezTo>
                  <a:cubicBezTo>
                    <a:pt x="7653" y="4107"/>
                    <a:pt x="7669" y="4139"/>
                    <a:pt x="7669" y="4187"/>
                  </a:cubicBezTo>
                  <a:cubicBezTo>
                    <a:pt x="7669" y="4412"/>
                    <a:pt x="7573" y="4861"/>
                    <a:pt x="7477" y="4973"/>
                  </a:cubicBezTo>
                  <a:lnTo>
                    <a:pt x="7445" y="4990"/>
                  </a:lnTo>
                  <a:cubicBezTo>
                    <a:pt x="7268" y="5166"/>
                    <a:pt x="6803" y="5631"/>
                    <a:pt x="6129" y="5631"/>
                  </a:cubicBezTo>
                  <a:cubicBezTo>
                    <a:pt x="5439" y="5631"/>
                    <a:pt x="3594" y="5038"/>
                    <a:pt x="2632" y="4075"/>
                  </a:cubicBezTo>
                  <a:cubicBezTo>
                    <a:pt x="1749" y="3193"/>
                    <a:pt x="819" y="2150"/>
                    <a:pt x="610" y="1235"/>
                  </a:cubicBezTo>
                  <a:cubicBezTo>
                    <a:pt x="466" y="594"/>
                    <a:pt x="450" y="257"/>
                    <a:pt x="51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22125" y="863075"/>
              <a:ext cx="416350" cy="384275"/>
            </a:xfrm>
            <a:custGeom>
              <a:avLst/>
              <a:gdLst/>
              <a:ahLst/>
              <a:cxnLst/>
              <a:rect l="l" t="t" r="r" b="b"/>
              <a:pathLst>
                <a:path w="16654" h="15371" extrusionOk="0">
                  <a:moveTo>
                    <a:pt x="11007" y="418"/>
                  </a:moveTo>
                  <a:cubicBezTo>
                    <a:pt x="13894" y="418"/>
                    <a:pt x="16269" y="2776"/>
                    <a:pt x="16269" y="5680"/>
                  </a:cubicBezTo>
                  <a:cubicBezTo>
                    <a:pt x="16253" y="8552"/>
                    <a:pt x="13894" y="10894"/>
                    <a:pt x="11007" y="10894"/>
                  </a:cubicBezTo>
                  <a:cubicBezTo>
                    <a:pt x="10445" y="10894"/>
                    <a:pt x="9884" y="10798"/>
                    <a:pt x="9354" y="10621"/>
                  </a:cubicBezTo>
                  <a:cubicBezTo>
                    <a:pt x="9322" y="10621"/>
                    <a:pt x="9306" y="10589"/>
                    <a:pt x="9274" y="10589"/>
                  </a:cubicBezTo>
                  <a:cubicBezTo>
                    <a:pt x="9194" y="10573"/>
                    <a:pt x="9130" y="10541"/>
                    <a:pt x="9049" y="10509"/>
                  </a:cubicBezTo>
                  <a:cubicBezTo>
                    <a:pt x="9001" y="10493"/>
                    <a:pt x="8985" y="10493"/>
                    <a:pt x="8953" y="10477"/>
                  </a:cubicBezTo>
                  <a:cubicBezTo>
                    <a:pt x="8889" y="10461"/>
                    <a:pt x="8809" y="10413"/>
                    <a:pt x="8744" y="10381"/>
                  </a:cubicBezTo>
                  <a:cubicBezTo>
                    <a:pt x="8728" y="10349"/>
                    <a:pt x="8680" y="10349"/>
                    <a:pt x="8664" y="10332"/>
                  </a:cubicBezTo>
                  <a:cubicBezTo>
                    <a:pt x="8568" y="10300"/>
                    <a:pt x="8488" y="10236"/>
                    <a:pt x="8392" y="10188"/>
                  </a:cubicBezTo>
                  <a:cubicBezTo>
                    <a:pt x="8359" y="10172"/>
                    <a:pt x="8343" y="10172"/>
                    <a:pt x="8311" y="10172"/>
                  </a:cubicBezTo>
                  <a:lnTo>
                    <a:pt x="8263" y="10172"/>
                  </a:lnTo>
                  <a:cubicBezTo>
                    <a:pt x="8247" y="10172"/>
                    <a:pt x="8231" y="10172"/>
                    <a:pt x="8199" y="10188"/>
                  </a:cubicBezTo>
                  <a:lnTo>
                    <a:pt x="6418" y="10814"/>
                  </a:lnTo>
                  <a:lnTo>
                    <a:pt x="6418" y="10814"/>
                  </a:lnTo>
                  <a:lnTo>
                    <a:pt x="6787" y="8905"/>
                  </a:lnTo>
                  <a:cubicBezTo>
                    <a:pt x="6803" y="8856"/>
                    <a:pt x="6787" y="8792"/>
                    <a:pt x="6739" y="8744"/>
                  </a:cubicBezTo>
                  <a:cubicBezTo>
                    <a:pt x="6659" y="8648"/>
                    <a:pt x="6595" y="8552"/>
                    <a:pt x="6514" y="8423"/>
                  </a:cubicBezTo>
                  <a:cubicBezTo>
                    <a:pt x="6498" y="8391"/>
                    <a:pt x="6466" y="8327"/>
                    <a:pt x="6434" y="8295"/>
                  </a:cubicBezTo>
                  <a:cubicBezTo>
                    <a:pt x="6402" y="8231"/>
                    <a:pt x="6354" y="8167"/>
                    <a:pt x="6338" y="8102"/>
                  </a:cubicBezTo>
                  <a:cubicBezTo>
                    <a:pt x="6306" y="8054"/>
                    <a:pt x="6274" y="7990"/>
                    <a:pt x="6242" y="7926"/>
                  </a:cubicBezTo>
                  <a:cubicBezTo>
                    <a:pt x="6226" y="7878"/>
                    <a:pt x="6194" y="7830"/>
                    <a:pt x="6178" y="7782"/>
                  </a:cubicBezTo>
                  <a:cubicBezTo>
                    <a:pt x="6145" y="7701"/>
                    <a:pt x="6113" y="7637"/>
                    <a:pt x="6097" y="7557"/>
                  </a:cubicBezTo>
                  <a:cubicBezTo>
                    <a:pt x="6081" y="7525"/>
                    <a:pt x="6081" y="7477"/>
                    <a:pt x="6065" y="7445"/>
                  </a:cubicBezTo>
                  <a:cubicBezTo>
                    <a:pt x="6033" y="7364"/>
                    <a:pt x="6001" y="7284"/>
                    <a:pt x="5985" y="7204"/>
                  </a:cubicBezTo>
                  <a:cubicBezTo>
                    <a:pt x="5985" y="7188"/>
                    <a:pt x="5953" y="7140"/>
                    <a:pt x="5953" y="7124"/>
                  </a:cubicBezTo>
                  <a:cubicBezTo>
                    <a:pt x="5873" y="6819"/>
                    <a:pt x="5792" y="6498"/>
                    <a:pt x="5776" y="6177"/>
                  </a:cubicBezTo>
                  <a:cubicBezTo>
                    <a:pt x="5760" y="6017"/>
                    <a:pt x="5760" y="5840"/>
                    <a:pt x="5760" y="5680"/>
                  </a:cubicBezTo>
                  <a:cubicBezTo>
                    <a:pt x="5760" y="2792"/>
                    <a:pt x="8103" y="418"/>
                    <a:pt x="11007" y="418"/>
                  </a:cubicBezTo>
                  <a:close/>
                  <a:moveTo>
                    <a:pt x="4750" y="6273"/>
                  </a:moveTo>
                  <a:cubicBezTo>
                    <a:pt x="4974" y="6273"/>
                    <a:pt x="5183" y="6306"/>
                    <a:pt x="5391" y="6322"/>
                  </a:cubicBezTo>
                  <a:lnTo>
                    <a:pt x="5391" y="6386"/>
                  </a:lnTo>
                  <a:cubicBezTo>
                    <a:pt x="5423" y="6466"/>
                    <a:pt x="5423" y="6546"/>
                    <a:pt x="5440" y="6626"/>
                  </a:cubicBezTo>
                  <a:cubicBezTo>
                    <a:pt x="5440" y="6659"/>
                    <a:pt x="5456" y="6707"/>
                    <a:pt x="5456" y="6739"/>
                  </a:cubicBezTo>
                  <a:cubicBezTo>
                    <a:pt x="5472" y="6819"/>
                    <a:pt x="5488" y="6915"/>
                    <a:pt x="5520" y="6995"/>
                  </a:cubicBezTo>
                  <a:cubicBezTo>
                    <a:pt x="5552" y="7204"/>
                    <a:pt x="5632" y="7397"/>
                    <a:pt x="5696" y="7589"/>
                  </a:cubicBezTo>
                  <a:cubicBezTo>
                    <a:pt x="5712" y="7621"/>
                    <a:pt x="5712" y="7637"/>
                    <a:pt x="5728" y="7685"/>
                  </a:cubicBezTo>
                  <a:cubicBezTo>
                    <a:pt x="5760" y="7766"/>
                    <a:pt x="5792" y="7830"/>
                    <a:pt x="5841" y="7910"/>
                  </a:cubicBezTo>
                  <a:cubicBezTo>
                    <a:pt x="5857" y="7958"/>
                    <a:pt x="5873" y="8006"/>
                    <a:pt x="5889" y="8038"/>
                  </a:cubicBezTo>
                  <a:cubicBezTo>
                    <a:pt x="5921" y="8102"/>
                    <a:pt x="5953" y="8167"/>
                    <a:pt x="6001" y="8231"/>
                  </a:cubicBezTo>
                  <a:cubicBezTo>
                    <a:pt x="6033" y="8279"/>
                    <a:pt x="6065" y="8343"/>
                    <a:pt x="6097" y="8407"/>
                  </a:cubicBezTo>
                  <a:cubicBezTo>
                    <a:pt x="6113" y="8439"/>
                    <a:pt x="6161" y="8504"/>
                    <a:pt x="6178" y="8552"/>
                  </a:cubicBezTo>
                  <a:cubicBezTo>
                    <a:pt x="6242" y="8648"/>
                    <a:pt x="6322" y="8760"/>
                    <a:pt x="6370" y="8873"/>
                  </a:cubicBezTo>
                  <a:lnTo>
                    <a:pt x="6370" y="8889"/>
                  </a:lnTo>
                  <a:lnTo>
                    <a:pt x="6081" y="10445"/>
                  </a:lnTo>
                  <a:cubicBezTo>
                    <a:pt x="6033" y="10397"/>
                    <a:pt x="5953" y="10332"/>
                    <a:pt x="5873" y="10332"/>
                  </a:cubicBezTo>
                  <a:cubicBezTo>
                    <a:pt x="5728" y="10332"/>
                    <a:pt x="5616" y="10445"/>
                    <a:pt x="5616" y="10589"/>
                  </a:cubicBezTo>
                  <a:cubicBezTo>
                    <a:pt x="5616" y="10734"/>
                    <a:pt x="5728" y="10846"/>
                    <a:pt x="5873" y="10846"/>
                  </a:cubicBezTo>
                  <a:cubicBezTo>
                    <a:pt x="5937" y="10846"/>
                    <a:pt x="5969" y="10830"/>
                    <a:pt x="6017" y="10814"/>
                  </a:cubicBezTo>
                  <a:lnTo>
                    <a:pt x="6017" y="10814"/>
                  </a:lnTo>
                  <a:lnTo>
                    <a:pt x="5969" y="11054"/>
                  </a:lnTo>
                  <a:cubicBezTo>
                    <a:pt x="5953" y="11135"/>
                    <a:pt x="6001" y="11199"/>
                    <a:pt x="6033" y="11231"/>
                  </a:cubicBezTo>
                  <a:cubicBezTo>
                    <a:pt x="6065" y="11247"/>
                    <a:pt x="6081" y="11247"/>
                    <a:pt x="6097" y="11279"/>
                  </a:cubicBezTo>
                  <a:lnTo>
                    <a:pt x="6178" y="11279"/>
                  </a:lnTo>
                  <a:cubicBezTo>
                    <a:pt x="6194" y="11279"/>
                    <a:pt x="6226" y="11279"/>
                    <a:pt x="6242" y="11247"/>
                  </a:cubicBezTo>
                  <a:lnTo>
                    <a:pt x="8279" y="10557"/>
                  </a:lnTo>
                  <a:lnTo>
                    <a:pt x="8648" y="10734"/>
                  </a:lnTo>
                  <a:cubicBezTo>
                    <a:pt x="8680" y="10750"/>
                    <a:pt x="8728" y="10766"/>
                    <a:pt x="8744" y="10766"/>
                  </a:cubicBezTo>
                  <a:cubicBezTo>
                    <a:pt x="8841" y="10814"/>
                    <a:pt x="8921" y="10846"/>
                    <a:pt x="9033" y="10894"/>
                  </a:cubicBezTo>
                  <a:cubicBezTo>
                    <a:pt x="9049" y="10894"/>
                    <a:pt x="9065" y="10910"/>
                    <a:pt x="9081" y="10910"/>
                  </a:cubicBezTo>
                  <a:cubicBezTo>
                    <a:pt x="9001" y="11760"/>
                    <a:pt x="8728" y="12514"/>
                    <a:pt x="8263" y="13156"/>
                  </a:cubicBezTo>
                  <a:cubicBezTo>
                    <a:pt x="8231" y="13204"/>
                    <a:pt x="8231" y="13268"/>
                    <a:pt x="8231" y="13317"/>
                  </a:cubicBezTo>
                  <a:lnTo>
                    <a:pt x="8520" y="14841"/>
                  </a:lnTo>
                  <a:lnTo>
                    <a:pt x="8520" y="14841"/>
                  </a:lnTo>
                  <a:lnTo>
                    <a:pt x="7076" y="14343"/>
                  </a:lnTo>
                  <a:cubicBezTo>
                    <a:pt x="7056" y="14337"/>
                    <a:pt x="7033" y="14333"/>
                    <a:pt x="7010" y="14333"/>
                  </a:cubicBezTo>
                  <a:cubicBezTo>
                    <a:pt x="6977" y="14333"/>
                    <a:pt x="6944" y="14341"/>
                    <a:pt x="6916" y="14359"/>
                  </a:cubicBezTo>
                  <a:cubicBezTo>
                    <a:pt x="6258" y="14744"/>
                    <a:pt x="5520" y="14937"/>
                    <a:pt x="4750" y="14937"/>
                  </a:cubicBezTo>
                  <a:cubicBezTo>
                    <a:pt x="2375" y="14937"/>
                    <a:pt x="418" y="12996"/>
                    <a:pt x="418" y="10605"/>
                  </a:cubicBezTo>
                  <a:cubicBezTo>
                    <a:pt x="418" y="8231"/>
                    <a:pt x="2359" y="6273"/>
                    <a:pt x="4750" y="6273"/>
                  </a:cubicBezTo>
                  <a:close/>
                  <a:moveTo>
                    <a:pt x="10991" y="0"/>
                  </a:moveTo>
                  <a:cubicBezTo>
                    <a:pt x="7878" y="0"/>
                    <a:pt x="5343" y="2535"/>
                    <a:pt x="5343" y="5664"/>
                  </a:cubicBezTo>
                  <a:cubicBezTo>
                    <a:pt x="5343" y="5760"/>
                    <a:pt x="5343" y="5840"/>
                    <a:pt x="5359" y="5921"/>
                  </a:cubicBezTo>
                  <a:cubicBezTo>
                    <a:pt x="5151" y="5904"/>
                    <a:pt x="4958" y="5888"/>
                    <a:pt x="4734" y="5888"/>
                  </a:cubicBezTo>
                  <a:cubicBezTo>
                    <a:pt x="2135" y="5888"/>
                    <a:pt x="1" y="8006"/>
                    <a:pt x="1" y="10621"/>
                  </a:cubicBezTo>
                  <a:cubicBezTo>
                    <a:pt x="1" y="13220"/>
                    <a:pt x="2135" y="15354"/>
                    <a:pt x="4734" y="15354"/>
                  </a:cubicBezTo>
                  <a:cubicBezTo>
                    <a:pt x="5536" y="15354"/>
                    <a:pt x="6322" y="15145"/>
                    <a:pt x="7028" y="14760"/>
                  </a:cubicBezTo>
                  <a:lnTo>
                    <a:pt x="8712" y="15354"/>
                  </a:lnTo>
                  <a:cubicBezTo>
                    <a:pt x="8728" y="15354"/>
                    <a:pt x="8744" y="15370"/>
                    <a:pt x="8761" y="15370"/>
                  </a:cubicBezTo>
                  <a:cubicBezTo>
                    <a:pt x="8809" y="15370"/>
                    <a:pt x="8873" y="15354"/>
                    <a:pt x="8905" y="15322"/>
                  </a:cubicBezTo>
                  <a:cubicBezTo>
                    <a:pt x="8969" y="15290"/>
                    <a:pt x="8985" y="15210"/>
                    <a:pt x="8969" y="15145"/>
                  </a:cubicBezTo>
                  <a:lnTo>
                    <a:pt x="8632" y="13365"/>
                  </a:lnTo>
                  <a:cubicBezTo>
                    <a:pt x="9081" y="12691"/>
                    <a:pt x="9370" y="11937"/>
                    <a:pt x="9450" y="11119"/>
                  </a:cubicBezTo>
                  <a:cubicBezTo>
                    <a:pt x="9948" y="11247"/>
                    <a:pt x="10477" y="11327"/>
                    <a:pt x="10991" y="11327"/>
                  </a:cubicBezTo>
                  <a:cubicBezTo>
                    <a:pt x="14119" y="11295"/>
                    <a:pt x="16654" y="8776"/>
                    <a:pt x="16654" y="5664"/>
                  </a:cubicBezTo>
                  <a:cubicBezTo>
                    <a:pt x="16654" y="2551"/>
                    <a:pt x="14119" y="0"/>
                    <a:pt x="1099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26275" y="10379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1"/>
                    <a:pt x="1" y="209"/>
                  </a:cubicBezTo>
                  <a:cubicBezTo>
                    <a:pt x="1" y="337"/>
                    <a:pt x="81" y="402"/>
                    <a:pt x="193" y="402"/>
                  </a:cubicBezTo>
                  <a:lnTo>
                    <a:pt x="5488" y="402"/>
                  </a:lnTo>
                  <a:cubicBezTo>
                    <a:pt x="5616" y="402"/>
                    <a:pt x="5696" y="337"/>
                    <a:pt x="5696" y="209"/>
                  </a:cubicBezTo>
                  <a:cubicBezTo>
                    <a:pt x="5696" y="81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926275" y="9994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209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8" y="401"/>
                  </a:lnTo>
                  <a:cubicBezTo>
                    <a:pt x="5616" y="401"/>
                    <a:pt x="5696" y="321"/>
                    <a:pt x="5696" y="209"/>
                  </a:cubicBezTo>
                  <a:cubicBezTo>
                    <a:pt x="5696" y="80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926275" y="960550"/>
              <a:ext cx="142425" cy="10050"/>
            </a:xfrm>
            <a:custGeom>
              <a:avLst/>
              <a:gdLst/>
              <a:ahLst/>
              <a:cxnLst/>
              <a:rect l="l" t="t" r="r" b="b"/>
              <a:pathLst>
                <a:path w="5697" h="402" extrusionOk="0">
                  <a:moveTo>
                    <a:pt x="193" y="0"/>
                  </a:moveTo>
                  <a:cubicBezTo>
                    <a:pt x="81" y="0"/>
                    <a:pt x="1" y="80"/>
                    <a:pt x="1" y="193"/>
                  </a:cubicBezTo>
                  <a:cubicBezTo>
                    <a:pt x="1" y="321"/>
                    <a:pt x="81" y="401"/>
                    <a:pt x="193" y="401"/>
                  </a:cubicBezTo>
                  <a:lnTo>
                    <a:pt x="5488" y="401"/>
                  </a:lnTo>
                  <a:cubicBezTo>
                    <a:pt x="5616" y="401"/>
                    <a:pt x="5696" y="321"/>
                    <a:pt x="5696" y="193"/>
                  </a:cubicBezTo>
                  <a:cubicBezTo>
                    <a:pt x="5696" y="80"/>
                    <a:pt x="5600" y="0"/>
                    <a:pt x="5488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802750" y="1121775"/>
              <a:ext cx="13250" cy="13250"/>
            </a:xfrm>
            <a:custGeom>
              <a:avLst/>
              <a:gdLst/>
              <a:ahLst/>
              <a:cxnLst/>
              <a:rect l="l" t="t" r="r" b="b"/>
              <a:pathLst>
                <a:path w="530" h="530" extrusionOk="0">
                  <a:moveTo>
                    <a:pt x="257" y="1"/>
                  </a:moveTo>
                  <a:cubicBezTo>
                    <a:pt x="129" y="1"/>
                    <a:pt x="1" y="129"/>
                    <a:pt x="1" y="273"/>
                  </a:cubicBezTo>
                  <a:cubicBezTo>
                    <a:pt x="1" y="402"/>
                    <a:pt x="129" y="530"/>
                    <a:pt x="257" y="530"/>
                  </a:cubicBezTo>
                  <a:cubicBezTo>
                    <a:pt x="402" y="530"/>
                    <a:pt x="530" y="402"/>
                    <a:pt x="530" y="273"/>
                  </a:cubicBezTo>
                  <a:cubicBezTo>
                    <a:pt x="530" y="129"/>
                    <a:pt x="402" y="1"/>
                    <a:pt x="2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834425" y="1121775"/>
              <a:ext cx="13275" cy="13250"/>
            </a:xfrm>
            <a:custGeom>
              <a:avLst/>
              <a:gdLst/>
              <a:ahLst/>
              <a:cxnLst/>
              <a:rect l="l" t="t" r="r" b="b"/>
              <a:pathLst>
                <a:path w="531" h="530" extrusionOk="0">
                  <a:moveTo>
                    <a:pt x="258" y="1"/>
                  </a:moveTo>
                  <a:cubicBezTo>
                    <a:pt x="129" y="1"/>
                    <a:pt x="1" y="129"/>
                    <a:pt x="1" y="273"/>
                  </a:cubicBezTo>
                  <a:cubicBezTo>
                    <a:pt x="1" y="402"/>
                    <a:pt x="129" y="530"/>
                    <a:pt x="258" y="530"/>
                  </a:cubicBezTo>
                  <a:cubicBezTo>
                    <a:pt x="402" y="530"/>
                    <a:pt x="530" y="402"/>
                    <a:pt x="530" y="273"/>
                  </a:cubicBezTo>
                  <a:cubicBezTo>
                    <a:pt x="530" y="129"/>
                    <a:pt x="402" y="1"/>
                    <a:pt x="258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809600" y="4252250"/>
              <a:ext cx="320100" cy="316875"/>
            </a:xfrm>
            <a:custGeom>
              <a:avLst/>
              <a:gdLst/>
              <a:ahLst/>
              <a:cxnLst/>
              <a:rect l="l" t="t" r="r" b="b"/>
              <a:pathLst>
                <a:path w="12804" h="12675" extrusionOk="0">
                  <a:moveTo>
                    <a:pt x="7782" y="514"/>
                  </a:moveTo>
                  <a:cubicBezTo>
                    <a:pt x="7830" y="530"/>
                    <a:pt x="7862" y="530"/>
                    <a:pt x="7878" y="546"/>
                  </a:cubicBezTo>
                  <a:cubicBezTo>
                    <a:pt x="7990" y="562"/>
                    <a:pt x="8087" y="610"/>
                    <a:pt x="8183" y="626"/>
                  </a:cubicBezTo>
                  <a:cubicBezTo>
                    <a:pt x="8263" y="642"/>
                    <a:pt x="8327" y="674"/>
                    <a:pt x="8407" y="706"/>
                  </a:cubicBezTo>
                  <a:cubicBezTo>
                    <a:pt x="8440" y="723"/>
                    <a:pt x="8488" y="755"/>
                    <a:pt x="8552" y="755"/>
                  </a:cubicBezTo>
                  <a:cubicBezTo>
                    <a:pt x="8664" y="787"/>
                    <a:pt x="8792" y="851"/>
                    <a:pt x="8889" y="883"/>
                  </a:cubicBezTo>
                  <a:cubicBezTo>
                    <a:pt x="8937" y="915"/>
                    <a:pt x="8985" y="931"/>
                    <a:pt x="9033" y="947"/>
                  </a:cubicBezTo>
                  <a:cubicBezTo>
                    <a:pt x="9081" y="995"/>
                    <a:pt x="9178" y="1011"/>
                    <a:pt x="9226" y="1043"/>
                  </a:cubicBezTo>
                  <a:cubicBezTo>
                    <a:pt x="9306" y="1092"/>
                    <a:pt x="9386" y="1124"/>
                    <a:pt x="9466" y="1188"/>
                  </a:cubicBezTo>
                  <a:lnTo>
                    <a:pt x="9659" y="1316"/>
                  </a:lnTo>
                  <a:cubicBezTo>
                    <a:pt x="9739" y="1348"/>
                    <a:pt x="9787" y="1412"/>
                    <a:pt x="9867" y="1444"/>
                  </a:cubicBezTo>
                  <a:cubicBezTo>
                    <a:pt x="9883" y="1477"/>
                    <a:pt x="9932" y="1493"/>
                    <a:pt x="9948" y="1509"/>
                  </a:cubicBezTo>
                  <a:cubicBezTo>
                    <a:pt x="9627" y="1749"/>
                    <a:pt x="9274" y="1958"/>
                    <a:pt x="8905" y="2118"/>
                  </a:cubicBezTo>
                  <a:cubicBezTo>
                    <a:pt x="8616" y="1428"/>
                    <a:pt x="8231" y="883"/>
                    <a:pt x="7782" y="514"/>
                  </a:cubicBezTo>
                  <a:close/>
                  <a:moveTo>
                    <a:pt x="5102" y="530"/>
                  </a:moveTo>
                  <a:cubicBezTo>
                    <a:pt x="4653" y="899"/>
                    <a:pt x="4300" y="1444"/>
                    <a:pt x="3979" y="2134"/>
                  </a:cubicBezTo>
                  <a:cubicBezTo>
                    <a:pt x="3610" y="1974"/>
                    <a:pt x="3274" y="1765"/>
                    <a:pt x="2937" y="1525"/>
                  </a:cubicBezTo>
                  <a:cubicBezTo>
                    <a:pt x="2921" y="1493"/>
                    <a:pt x="2937" y="1477"/>
                    <a:pt x="2969" y="1444"/>
                  </a:cubicBezTo>
                  <a:cubicBezTo>
                    <a:pt x="3049" y="1396"/>
                    <a:pt x="3113" y="1348"/>
                    <a:pt x="3193" y="1316"/>
                  </a:cubicBezTo>
                  <a:lnTo>
                    <a:pt x="3370" y="1188"/>
                  </a:lnTo>
                  <a:cubicBezTo>
                    <a:pt x="3450" y="1140"/>
                    <a:pt x="3530" y="1108"/>
                    <a:pt x="3610" y="1043"/>
                  </a:cubicBezTo>
                  <a:cubicBezTo>
                    <a:pt x="3675" y="1011"/>
                    <a:pt x="3739" y="995"/>
                    <a:pt x="3819" y="947"/>
                  </a:cubicBezTo>
                  <a:cubicBezTo>
                    <a:pt x="3851" y="931"/>
                    <a:pt x="3915" y="899"/>
                    <a:pt x="3963" y="883"/>
                  </a:cubicBezTo>
                  <a:cubicBezTo>
                    <a:pt x="4076" y="835"/>
                    <a:pt x="4204" y="787"/>
                    <a:pt x="4316" y="739"/>
                  </a:cubicBezTo>
                  <a:cubicBezTo>
                    <a:pt x="4364" y="723"/>
                    <a:pt x="4397" y="706"/>
                    <a:pt x="4461" y="706"/>
                  </a:cubicBezTo>
                  <a:cubicBezTo>
                    <a:pt x="4541" y="690"/>
                    <a:pt x="4605" y="642"/>
                    <a:pt x="4669" y="626"/>
                  </a:cubicBezTo>
                  <a:cubicBezTo>
                    <a:pt x="4782" y="578"/>
                    <a:pt x="4878" y="562"/>
                    <a:pt x="4974" y="546"/>
                  </a:cubicBezTo>
                  <a:cubicBezTo>
                    <a:pt x="5022" y="546"/>
                    <a:pt x="5054" y="530"/>
                    <a:pt x="5102" y="530"/>
                  </a:cubicBezTo>
                  <a:close/>
                  <a:moveTo>
                    <a:pt x="6209" y="370"/>
                  </a:moveTo>
                  <a:lnTo>
                    <a:pt x="6209" y="2648"/>
                  </a:lnTo>
                  <a:cubicBezTo>
                    <a:pt x="5536" y="2632"/>
                    <a:pt x="4894" y="2487"/>
                    <a:pt x="4284" y="2279"/>
                  </a:cubicBezTo>
                  <a:cubicBezTo>
                    <a:pt x="4766" y="1188"/>
                    <a:pt x="5439" y="466"/>
                    <a:pt x="6209" y="370"/>
                  </a:cubicBezTo>
                  <a:close/>
                  <a:moveTo>
                    <a:pt x="6611" y="370"/>
                  </a:moveTo>
                  <a:cubicBezTo>
                    <a:pt x="7365" y="466"/>
                    <a:pt x="8022" y="1188"/>
                    <a:pt x="8536" y="2279"/>
                  </a:cubicBezTo>
                  <a:cubicBezTo>
                    <a:pt x="7926" y="2519"/>
                    <a:pt x="7284" y="2632"/>
                    <a:pt x="6611" y="2648"/>
                  </a:cubicBezTo>
                  <a:lnTo>
                    <a:pt x="6611" y="370"/>
                  </a:lnTo>
                  <a:close/>
                  <a:moveTo>
                    <a:pt x="8664" y="2632"/>
                  </a:moveTo>
                  <a:cubicBezTo>
                    <a:pt x="9033" y="3594"/>
                    <a:pt x="9274" y="4798"/>
                    <a:pt x="9290" y="6097"/>
                  </a:cubicBezTo>
                  <a:lnTo>
                    <a:pt x="6595" y="6097"/>
                  </a:lnTo>
                  <a:lnTo>
                    <a:pt x="6595" y="3049"/>
                  </a:lnTo>
                  <a:lnTo>
                    <a:pt x="6611" y="3049"/>
                  </a:lnTo>
                  <a:cubicBezTo>
                    <a:pt x="7333" y="3033"/>
                    <a:pt x="8022" y="2888"/>
                    <a:pt x="8664" y="2632"/>
                  </a:cubicBezTo>
                  <a:close/>
                  <a:moveTo>
                    <a:pt x="2568" y="1765"/>
                  </a:moveTo>
                  <a:cubicBezTo>
                    <a:pt x="2953" y="2054"/>
                    <a:pt x="3354" y="2311"/>
                    <a:pt x="3771" y="2487"/>
                  </a:cubicBezTo>
                  <a:cubicBezTo>
                    <a:pt x="3386" y="3498"/>
                    <a:pt x="3161" y="4765"/>
                    <a:pt x="3129" y="6129"/>
                  </a:cubicBezTo>
                  <a:lnTo>
                    <a:pt x="450" y="6129"/>
                  </a:lnTo>
                  <a:cubicBezTo>
                    <a:pt x="514" y="4380"/>
                    <a:pt x="1316" y="2840"/>
                    <a:pt x="2568" y="1765"/>
                  </a:cubicBezTo>
                  <a:close/>
                  <a:moveTo>
                    <a:pt x="4140" y="2648"/>
                  </a:moveTo>
                  <a:cubicBezTo>
                    <a:pt x="4798" y="2888"/>
                    <a:pt x="5471" y="3033"/>
                    <a:pt x="6193" y="3081"/>
                  </a:cubicBezTo>
                  <a:lnTo>
                    <a:pt x="6193" y="6129"/>
                  </a:lnTo>
                  <a:lnTo>
                    <a:pt x="3514" y="6129"/>
                  </a:lnTo>
                  <a:cubicBezTo>
                    <a:pt x="3530" y="4814"/>
                    <a:pt x="3755" y="3610"/>
                    <a:pt x="4140" y="2648"/>
                  </a:cubicBezTo>
                  <a:close/>
                  <a:moveTo>
                    <a:pt x="10252" y="1765"/>
                  </a:moveTo>
                  <a:cubicBezTo>
                    <a:pt x="11488" y="2824"/>
                    <a:pt x="12322" y="4380"/>
                    <a:pt x="12370" y="6129"/>
                  </a:cubicBezTo>
                  <a:lnTo>
                    <a:pt x="9691" y="6129"/>
                  </a:lnTo>
                  <a:cubicBezTo>
                    <a:pt x="9675" y="4765"/>
                    <a:pt x="9434" y="3498"/>
                    <a:pt x="9049" y="2487"/>
                  </a:cubicBezTo>
                  <a:cubicBezTo>
                    <a:pt x="9466" y="2295"/>
                    <a:pt x="9867" y="2054"/>
                    <a:pt x="10252" y="1765"/>
                  </a:cubicBezTo>
                  <a:close/>
                  <a:moveTo>
                    <a:pt x="9290" y="6530"/>
                  </a:moveTo>
                  <a:cubicBezTo>
                    <a:pt x="9274" y="7830"/>
                    <a:pt x="9049" y="9033"/>
                    <a:pt x="8664" y="9996"/>
                  </a:cubicBezTo>
                  <a:cubicBezTo>
                    <a:pt x="8006" y="9755"/>
                    <a:pt x="7333" y="9611"/>
                    <a:pt x="6611" y="9562"/>
                  </a:cubicBezTo>
                  <a:lnTo>
                    <a:pt x="6611" y="6530"/>
                  </a:lnTo>
                  <a:close/>
                  <a:moveTo>
                    <a:pt x="6209" y="6546"/>
                  </a:moveTo>
                  <a:lnTo>
                    <a:pt x="6209" y="9595"/>
                  </a:lnTo>
                  <a:cubicBezTo>
                    <a:pt x="5488" y="9611"/>
                    <a:pt x="4782" y="9755"/>
                    <a:pt x="4140" y="10012"/>
                  </a:cubicBezTo>
                  <a:cubicBezTo>
                    <a:pt x="3771" y="9049"/>
                    <a:pt x="3530" y="7846"/>
                    <a:pt x="3514" y="6546"/>
                  </a:cubicBezTo>
                  <a:close/>
                  <a:moveTo>
                    <a:pt x="3129" y="6546"/>
                  </a:moveTo>
                  <a:cubicBezTo>
                    <a:pt x="3161" y="7910"/>
                    <a:pt x="3402" y="9177"/>
                    <a:pt x="3771" y="10172"/>
                  </a:cubicBezTo>
                  <a:cubicBezTo>
                    <a:pt x="3354" y="10349"/>
                    <a:pt x="2953" y="10589"/>
                    <a:pt x="2568" y="10894"/>
                  </a:cubicBezTo>
                  <a:cubicBezTo>
                    <a:pt x="1332" y="9835"/>
                    <a:pt x="514" y="8295"/>
                    <a:pt x="450" y="6546"/>
                  </a:cubicBezTo>
                  <a:close/>
                  <a:moveTo>
                    <a:pt x="12386" y="6546"/>
                  </a:moveTo>
                  <a:cubicBezTo>
                    <a:pt x="12322" y="8263"/>
                    <a:pt x="11520" y="9835"/>
                    <a:pt x="10252" y="10894"/>
                  </a:cubicBezTo>
                  <a:cubicBezTo>
                    <a:pt x="9867" y="10621"/>
                    <a:pt x="9466" y="10349"/>
                    <a:pt x="9049" y="10172"/>
                  </a:cubicBezTo>
                  <a:cubicBezTo>
                    <a:pt x="9434" y="9177"/>
                    <a:pt x="9675" y="7910"/>
                    <a:pt x="9691" y="6546"/>
                  </a:cubicBezTo>
                  <a:close/>
                  <a:moveTo>
                    <a:pt x="8873" y="10509"/>
                  </a:moveTo>
                  <a:cubicBezTo>
                    <a:pt x="9226" y="10669"/>
                    <a:pt x="9579" y="10878"/>
                    <a:pt x="9916" y="11119"/>
                  </a:cubicBezTo>
                  <a:cubicBezTo>
                    <a:pt x="9916" y="11151"/>
                    <a:pt x="9883" y="11183"/>
                    <a:pt x="9851" y="11199"/>
                  </a:cubicBezTo>
                  <a:cubicBezTo>
                    <a:pt x="9771" y="11263"/>
                    <a:pt x="9707" y="11295"/>
                    <a:pt x="9627" y="11343"/>
                  </a:cubicBezTo>
                  <a:lnTo>
                    <a:pt x="9450" y="11456"/>
                  </a:lnTo>
                  <a:cubicBezTo>
                    <a:pt x="9370" y="11504"/>
                    <a:pt x="9290" y="11536"/>
                    <a:pt x="9210" y="11600"/>
                  </a:cubicBezTo>
                  <a:cubicBezTo>
                    <a:pt x="9145" y="11632"/>
                    <a:pt x="9097" y="11664"/>
                    <a:pt x="9017" y="11696"/>
                  </a:cubicBezTo>
                  <a:cubicBezTo>
                    <a:pt x="8969" y="11712"/>
                    <a:pt x="8905" y="11744"/>
                    <a:pt x="8873" y="11760"/>
                  </a:cubicBezTo>
                  <a:cubicBezTo>
                    <a:pt x="8744" y="11825"/>
                    <a:pt x="8632" y="11857"/>
                    <a:pt x="8536" y="11905"/>
                  </a:cubicBezTo>
                  <a:cubicBezTo>
                    <a:pt x="8488" y="11921"/>
                    <a:pt x="8440" y="11937"/>
                    <a:pt x="8391" y="11937"/>
                  </a:cubicBezTo>
                  <a:cubicBezTo>
                    <a:pt x="8311" y="11953"/>
                    <a:pt x="8247" y="12001"/>
                    <a:pt x="8167" y="12017"/>
                  </a:cubicBezTo>
                  <a:cubicBezTo>
                    <a:pt x="8071" y="12065"/>
                    <a:pt x="7974" y="12081"/>
                    <a:pt x="7862" y="12097"/>
                  </a:cubicBezTo>
                  <a:cubicBezTo>
                    <a:pt x="7830" y="12097"/>
                    <a:pt x="7782" y="12113"/>
                    <a:pt x="7750" y="12113"/>
                  </a:cubicBezTo>
                  <a:cubicBezTo>
                    <a:pt x="8183" y="11744"/>
                    <a:pt x="8552" y="11199"/>
                    <a:pt x="8873" y="10509"/>
                  </a:cubicBezTo>
                  <a:close/>
                  <a:moveTo>
                    <a:pt x="3899" y="10557"/>
                  </a:moveTo>
                  <a:cubicBezTo>
                    <a:pt x="4201" y="11225"/>
                    <a:pt x="4566" y="11766"/>
                    <a:pt x="5009" y="12150"/>
                  </a:cubicBezTo>
                  <a:lnTo>
                    <a:pt x="5009" y="12150"/>
                  </a:lnTo>
                  <a:cubicBezTo>
                    <a:pt x="4988" y="12134"/>
                    <a:pt x="4955" y="12113"/>
                    <a:pt x="4942" y="12113"/>
                  </a:cubicBezTo>
                  <a:cubicBezTo>
                    <a:pt x="4846" y="12097"/>
                    <a:pt x="4733" y="12065"/>
                    <a:pt x="4637" y="12033"/>
                  </a:cubicBezTo>
                  <a:cubicBezTo>
                    <a:pt x="4557" y="12017"/>
                    <a:pt x="4493" y="12001"/>
                    <a:pt x="4413" y="11953"/>
                  </a:cubicBezTo>
                  <a:cubicBezTo>
                    <a:pt x="4381" y="11937"/>
                    <a:pt x="4332" y="11921"/>
                    <a:pt x="4284" y="11921"/>
                  </a:cubicBezTo>
                  <a:cubicBezTo>
                    <a:pt x="4156" y="11873"/>
                    <a:pt x="4044" y="11825"/>
                    <a:pt x="3915" y="11776"/>
                  </a:cubicBezTo>
                  <a:cubicBezTo>
                    <a:pt x="3883" y="11760"/>
                    <a:pt x="3819" y="11728"/>
                    <a:pt x="3771" y="11712"/>
                  </a:cubicBezTo>
                  <a:cubicBezTo>
                    <a:pt x="3723" y="11680"/>
                    <a:pt x="3643" y="11664"/>
                    <a:pt x="3578" y="11616"/>
                  </a:cubicBezTo>
                  <a:cubicBezTo>
                    <a:pt x="3498" y="11568"/>
                    <a:pt x="3418" y="11536"/>
                    <a:pt x="3338" y="11472"/>
                  </a:cubicBezTo>
                  <a:lnTo>
                    <a:pt x="3161" y="11359"/>
                  </a:lnTo>
                  <a:cubicBezTo>
                    <a:pt x="3065" y="11311"/>
                    <a:pt x="3017" y="11247"/>
                    <a:pt x="2937" y="11215"/>
                  </a:cubicBezTo>
                  <a:cubicBezTo>
                    <a:pt x="2921" y="11199"/>
                    <a:pt x="2872" y="11167"/>
                    <a:pt x="2856" y="11151"/>
                  </a:cubicBezTo>
                  <a:cubicBezTo>
                    <a:pt x="3177" y="10910"/>
                    <a:pt x="3530" y="10718"/>
                    <a:pt x="3899" y="10557"/>
                  </a:cubicBezTo>
                  <a:close/>
                  <a:moveTo>
                    <a:pt x="6209" y="9996"/>
                  </a:moveTo>
                  <a:lnTo>
                    <a:pt x="6209" y="12274"/>
                  </a:lnTo>
                  <a:cubicBezTo>
                    <a:pt x="5439" y="12178"/>
                    <a:pt x="4782" y="11456"/>
                    <a:pt x="4284" y="10381"/>
                  </a:cubicBezTo>
                  <a:cubicBezTo>
                    <a:pt x="4878" y="10140"/>
                    <a:pt x="5520" y="10012"/>
                    <a:pt x="6209" y="9996"/>
                  </a:cubicBezTo>
                  <a:close/>
                  <a:moveTo>
                    <a:pt x="6611" y="9996"/>
                  </a:moveTo>
                  <a:cubicBezTo>
                    <a:pt x="7268" y="10012"/>
                    <a:pt x="7910" y="10156"/>
                    <a:pt x="8536" y="10381"/>
                  </a:cubicBezTo>
                  <a:cubicBezTo>
                    <a:pt x="8054" y="11456"/>
                    <a:pt x="7365" y="12178"/>
                    <a:pt x="6611" y="12274"/>
                  </a:cubicBezTo>
                  <a:lnTo>
                    <a:pt x="6611" y="9996"/>
                  </a:lnTo>
                  <a:close/>
                  <a:moveTo>
                    <a:pt x="6402" y="1"/>
                  </a:moveTo>
                  <a:cubicBezTo>
                    <a:pt x="6242" y="1"/>
                    <a:pt x="6081" y="1"/>
                    <a:pt x="5921" y="33"/>
                  </a:cubicBezTo>
                  <a:lnTo>
                    <a:pt x="5808" y="33"/>
                  </a:lnTo>
                  <a:lnTo>
                    <a:pt x="5375" y="81"/>
                  </a:lnTo>
                  <a:cubicBezTo>
                    <a:pt x="5327" y="81"/>
                    <a:pt x="5279" y="113"/>
                    <a:pt x="5215" y="113"/>
                  </a:cubicBezTo>
                  <a:lnTo>
                    <a:pt x="4926" y="161"/>
                  </a:lnTo>
                  <a:cubicBezTo>
                    <a:pt x="4814" y="193"/>
                    <a:pt x="4733" y="209"/>
                    <a:pt x="4653" y="241"/>
                  </a:cubicBezTo>
                  <a:cubicBezTo>
                    <a:pt x="4573" y="273"/>
                    <a:pt x="4525" y="289"/>
                    <a:pt x="4445" y="305"/>
                  </a:cubicBezTo>
                  <a:cubicBezTo>
                    <a:pt x="4364" y="321"/>
                    <a:pt x="4252" y="370"/>
                    <a:pt x="4172" y="386"/>
                  </a:cubicBezTo>
                  <a:cubicBezTo>
                    <a:pt x="4076" y="434"/>
                    <a:pt x="3995" y="466"/>
                    <a:pt x="3899" y="482"/>
                  </a:cubicBezTo>
                  <a:cubicBezTo>
                    <a:pt x="3819" y="530"/>
                    <a:pt x="3755" y="546"/>
                    <a:pt x="3675" y="594"/>
                  </a:cubicBezTo>
                  <a:cubicBezTo>
                    <a:pt x="3594" y="626"/>
                    <a:pt x="3498" y="674"/>
                    <a:pt x="3418" y="706"/>
                  </a:cubicBezTo>
                  <a:cubicBezTo>
                    <a:pt x="3338" y="755"/>
                    <a:pt x="3274" y="787"/>
                    <a:pt x="3193" y="835"/>
                  </a:cubicBezTo>
                  <a:cubicBezTo>
                    <a:pt x="3113" y="867"/>
                    <a:pt x="3033" y="931"/>
                    <a:pt x="2937" y="995"/>
                  </a:cubicBezTo>
                  <a:cubicBezTo>
                    <a:pt x="2872" y="1027"/>
                    <a:pt x="2840" y="1043"/>
                    <a:pt x="2776" y="1092"/>
                  </a:cubicBezTo>
                  <a:cubicBezTo>
                    <a:pt x="2680" y="1172"/>
                    <a:pt x="2568" y="1236"/>
                    <a:pt x="2471" y="1316"/>
                  </a:cubicBezTo>
                  <a:cubicBezTo>
                    <a:pt x="2455" y="1332"/>
                    <a:pt x="2407" y="1348"/>
                    <a:pt x="2391" y="1364"/>
                  </a:cubicBezTo>
                  <a:lnTo>
                    <a:pt x="2391" y="1396"/>
                  </a:lnTo>
                  <a:cubicBezTo>
                    <a:pt x="947" y="2551"/>
                    <a:pt x="1" y="4364"/>
                    <a:pt x="1" y="6338"/>
                  </a:cubicBezTo>
                  <a:cubicBezTo>
                    <a:pt x="1" y="8327"/>
                    <a:pt x="931" y="10140"/>
                    <a:pt x="2391" y="11295"/>
                  </a:cubicBezTo>
                  <a:lnTo>
                    <a:pt x="2391" y="11311"/>
                  </a:lnTo>
                  <a:cubicBezTo>
                    <a:pt x="2407" y="11343"/>
                    <a:pt x="2455" y="11359"/>
                    <a:pt x="2471" y="11375"/>
                  </a:cubicBezTo>
                  <a:cubicBezTo>
                    <a:pt x="2568" y="11456"/>
                    <a:pt x="2680" y="11520"/>
                    <a:pt x="2776" y="11600"/>
                  </a:cubicBezTo>
                  <a:cubicBezTo>
                    <a:pt x="2840" y="11632"/>
                    <a:pt x="2872" y="11680"/>
                    <a:pt x="2937" y="11696"/>
                  </a:cubicBezTo>
                  <a:cubicBezTo>
                    <a:pt x="3017" y="11760"/>
                    <a:pt x="3097" y="11793"/>
                    <a:pt x="3193" y="11857"/>
                  </a:cubicBezTo>
                  <a:cubicBezTo>
                    <a:pt x="3274" y="11905"/>
                    <a:pt x="3338" y="11937"/>
                    <a:pt x="3418" y="11985"/>
                  </a:cubicBezTo>
                  <a:cubicBezTo>
                    <a:pt x="3498" y="12017"/>
                    <a:pt x="3594" y="12065"/>
                    <a:pt x="3675" y="12097"/>
                  </a:cubicBezTo>
                  <a:cubicBezTo>
                    <a:pt x="3755" y="12145"/>
                    <a:pt x="3819" y="12162"/>
                    <a:pt x="3899" y="12194"/>
                  </a:cubicBezTo>
                  <a:cubicBezTo>
                    <a:pt x="3979" y="12242"/>
                    <a:pt x="4076" y="12274"/>
                    <a:pt x="4172" y="12306"/>
                  </a:cubicBezTo>
                  <a:cubicBezTo>
                    <a:pt x="4252" y="12338"/>
                    <a:pt x="4332" y="12354"/>
                    <a:pt x="4445" y="12386"/>
                  </a:cubicBezTo>
                  <a:cubicBezTo>
                    <a:pt x="4525" y="12402"/>
                    <a:pt x="4573" y="12418"/>
                    <a:pt x="4653" y="12434"/>
                  </a:cubicBezTo>
                  <a:cubicBezTo>
                    <a:pt x="4733" y="12466"/>
                    <a:pt x="4846" y="12482"/>
                    <a:pt x="4926" y="12514"/>
                  </a:cubicBezTo>
                  <a:lnTo>
                    <a:pt x="5215" y="12579"/>
                  </a:lnTo>
                  <a:cubicBezTo>
                    <a:pt x="5279" y="12579"/>
                    <a:pt x="5327" y="12595"/>
                    <a:pt x="5375" y="12595"/>
                  </a:cubicBezTo>
                  <a:lnTo>
                    <a:pt x="5808" y="12659"/>
                  </a:lnTo>
                  <a:lnTo>
                    <a:pt x="5921" y="12659"/>
                  </a:lnTo>
                  <a:cubicBezTo>
                    <a:pt x="6081" y="12675"/>
                    <a:pt x="6242" y="12675"/>
                    <a:pt x="6402" y="12675"/>
                  </a:cubicBezTo>
                  <a:cubicBezTo>
                    <a:pt x="6562" y="12675"/>
                    <a:pt x="6723" y="12675"/>
                    <a:pt x="6883" y="12659"/>
                  </a:cubicBezTo>
                  <a:lnTo>
                    <a:pt x="7012" y="12659"/>
                  </a:lnTo>
                  <a:lnTo>
                    <a:pt x="7429" y="12595"/>
                  </a:lnTo>
                  <a:cubicBezTo>
                    <a:pt x="7493" y="12595"/>
                    <a:pt x="7525" y="12579"/>
                    <a:pt x="7589" y="12579"/>
                  </a:cubicBezTo>
                  <a:lnTo>
                    <a:pt x="7894" y="12514"/>
                  </a:lnTo>
                  <a:cubicBezTo>
                    <a:pt x="7990" y="12498"/>
                    <a:pt x="8071" y="12482"/>
                    <a:pt x="8151" y="12434"/>
                  </a:cubicBezTo>
                  <a:cubicBezTo>
                    <a:pt x="8231" y="12418"/>
                    <a:pt x="8295" y="12402"/>
                    <a:pt x="8375" y="12386"/>
                  </a:cubicBezTo>
                  <a:cubicBezTo>
                    <a:pt x="8456" y="12354"/>
                    <a:pt x="8552" y="12322"/>
                    <a:pt x="8632" y="12306"/>
                  </a:cubicBezTo>
                  <a:cubicBezTo>
                    <a:pt x="8728" y="12258"/>
                    <a:pt x="8809" y="12226"/>
                    <a:pt x="8905" y="12194"/>
                  </a:cubicBezTo>
                  <a:cubicBezTo>
                    <a:pt x="8985" y="12162"/>
                    <a:pt x="9049" y="12145"/>
                    <a:pt x="9129" y="12097"/>
                  </a:cubicBezTo>
                  <a:cubicBezTo>
                    <a:pt x="9210" y="12065"/>
                    <a:pt x="9306" y="12017"/>
                    <a:pt x="9386" y="11985"/>
                  </a:cubicBezTo>
                  <a:cubicBezTo>
                    <a:pt x="9466" y="11937"/>
                    <a:pt x="9530" y="11905"/>
                    <a:pt x="9611" y="11857"/>
                  </a:cubicBezTo>
                  <a:cubicBezTo>
                    <a:pt x="9691" y="11825"/>
                    <a:pt x="9771" y="11760"/>
                    <a:pt x="9867" y="11696"/>
                  </a:cubicBezTo>
                  <a:cubicBezTo>
                    <a:pt x="9932" y="11664"/>
                    <a:pt x="9980" y="11632"/>
                    <a:pt x="10028" y="11600"/>
                  </a:cubicBezTo>
                  <a:cubicBezTo>
                    <a:pt x="10140" y="11520"/>
                    <a:pt x="10236" y="11456"/>
                    <a:pt x="10333" y="11375"/>
                  </a:cubicBezTo>
                  <a:cubicBezTo>
                    <a:pt x="10349" y="11359"/>
                    <a:pt x="10397" y="11343"/>
                    <a:pt x="10413" y="11311"/>
                  </a:cubicBezTo>
                  <a:lnTo>
                    <a:pt x="10413" y="11295"/>
                  </a:lnTo>
                  <a:cubicBezTo>
                    <a:pt x="11857" y="10140"/>
                    <a:pt x="12803" y="8327"/>
                    <a:pt x="12803" y="6338"/>
                  </a:cubicBezTo>
                  <a:cubicBezTo>
                    <a:pt x="12803" y="4364"/>
                    <a:pt x="11857" y="2535"/>
                    <a:pt x="10413" y="1364"/>
                  </a:cubicBezTo>
                  <a:cubicBezTo>
                    <a:pt x="10381" y="1348"/>
                    <a:pt x="10349" y="1332"/>
                    <a:pt x="10333" y="1316"/>
                  </a:cubicBezTo>
                  <a:cubicBezTo>
                    <a:pt x="10236" y="1236"/>
                    <a:pt x="10140" y="1172"/>
                    <a:pt x="10028" y="1092"/>
                  </a:cubicBezTo>
                  <a:cubicBezTo>
                    <a:pt x="9980" y="1043"/>
                    <a:pt x="9932" y="1011"/>
                    <a:pt x="9867" y="995"/>
                  </a:cubicBezTo>
                  <a:cubicBezTo>
                    <a:pt x="9787" y="931"/>
                    <a:pt x="9707" y="883"/>
                    <a:pt x="9611" y="835"/>
                  </a:cubicBezTo>
                  <a:cubicBezTo>
                    <a:pt x="9530" y="787"/>
                    <a:pt x="9466" y="755"/>
                    <a:pt x="9386" y="706"/>
                  </a:cubicBezTo>
                  <a:cubicBezTo>
                    <a:pt x="9306" y="674"/>
                    <a:pt x="9210" y="626"/>
                    <a:pt x="9129" y="594"/>
                  </a:cubicBezTo>
                  <a:cubicBezTo>
                    <a:pt x="9049" y="546"/>
                    <a:pt x="8985" y="530"/>
                    <a:pt x="8905" y="482"/>
                  </a:cubicBezTo>
                  <a:cubicBezTo>
                    <a:pt x="8825" y="450"/>
                    <a:pt x="8728" y="402"/>
                    <a:pt x="8632" y="386"/>
                  </a:cubicBezTo>
                  <a:cubicBezTo>
                    <a:pt x="8552" y="354"/>
                    <a:pt x="8472" y="321"/>
                    <a:pt x="8375" y="305"/>
                  </a:cubicBezTo>
                  <a:cubicBezTo>
                    <a:pt x="8295" y="289"/>
                    <a:pt x="8231" y="273"/>
                    <a:pt x="8151" y="241"/>
                  </a:cubicBezTo>
                  <a:cubicBezTo>
                    <a:pt x="8071" y="225"/>
                    <a:pt x="7974" y="209"/>
                    <a:pt x="7894" y="161"/>
                  </a:cubicBezTo>
                  <a:lnTo>
                    <a:pt x="7589" y="113"/>
                  </a:lnTo>
                  <a:cubicBezTo>
                    <a:pt x="7525" y="113"/>
                    <a:pt x="7493" y="81"/>
                    <a:pt x="7429" y="81"/>
                  </a:cubicBezTo>
                  <a:lnTo>
                    <a:pt x="7012" y="33"/>
                  </a:lnTo>
                  <a:lnTo>
                    <a:pt x="6883" y="33"/>
                  </a:lnTo>
                  <a:cubicBezTo>
                    <a:pt x="6723" y="1"/>
                    <a:pt x="6562" y="1"/>
                    <a:pt x="640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38525" y="4091425"/>
              <a:ext cx="336925" cy="205775"/>
            </a:xfrm>
            <a:custGeom>
              <a:avLst/>
              <a:gdLst/>
              <a:ahLst/>
              <a:cxnLst/>
              <a:rect l="l" t="t" r="r" b="b"/>
              <a:pathLst>
                <a:path w="13477" h="8231" extrusionOk="0">
                  <a:moveTo>
                    <a:pt x="7813" y="417"/>
                  </a:moveTo>
                  <a:cubicBezTo>
                    <a:pt x="9530" y="417"/>
                    <a:pt x="10958" y="1829"/>
                    <a:pt x="10958" y="3578"/>
                  </a:cubicBezTo>
                  <a:cubicBezTo>
                    <a:pt x="10958" y="3674"/>
                    <a:pt x="11038" y="3770"/>
                    <a:pt x="11150" y="3770"/>
                  </a:cubicBezTo>
                  <a:cubicBezTo>
                    <a:pt x="12257" y="3819"/>
                    <a:pt x="13108" y="4717"/>
                    <a:pt x="13108" y="5824"/>
                  </a:cubicBezTo>
                  <a:cubicBezTo>
                    <a:pt x="13108" y="6947"/>
                    <a:pt x="12177" y="7861"/>
                    <a:pt x="11054" y="7861"/>
                  </a:cubicBezTo>
                  <a:lnTo>
                    <a:pt x="2455" y="7861"/>
                  </a:lnTo>
                  <a:cubicBezTo>
                    <a:pt x="1332" y="7845"/>
                    <a:pt x="401" y="6947"/>
                    <a:pt x="401" y="5792"/>
                  </a:cubicBezTo>
                  <a:cubicBezTo>
                    <a:pt x="401" y="4781"/>
                    <a:pt x="1171" y="3915"/>
                    <a:pt x="2166" y="3770"/>
                  </a:cubicBezTo>
                  <a:cubicBezTo>
                    <a:pt x="2278" y="3754"/>
                    <a:pt x="2358" y="3674"/>
                    <a:pt x="2358" y="3578"/>
                  </a:cubicBezTo>
                  <a:lnTo>
                    <a:pt x="2358" y="3546"/>
                  </a:lnTo>
                  <a:cubicBezTo>
                    <a:pt x="2358" y="2712"/>
                    <a:pt x="3032" y="2022"/>
                    <a:pt x="3867" y="2022"/>
                  </a:cubicBezTo>
                  <a:cubicBezTo>
                    <a:pt x="4155" y="2022"/>
                    <a:pt x="4444" y="2102"/>
                    <a:pt x="4701" y="2262"/>
                  </a:cubicBezTo>
                  <a:cubicBezTo>
                    <a:pt x="4721" y="2293"/>
                    <a:pt x="4754" y="2304"/>
                    <a:pt x="4792" y="2304"/>
                  </a:cubicBezTo>
                  <a:cubicBezTo>
                    <a:pt x="4814" y="2304"/>
                    <a:pt x="4838" y="2300"/>
                    <a:pt x="4861" y="2294"/>
                  </a:cubicBezTo>
                  <a:cubicBezTo>
                    <a:pt x="4925" y="2262"/>
                    <a:pt x="4957" y="2230"/>
                    <a:pt x="4974" y="2182"/>
                  </a:cubicBezTo>
                  <a:cubicBezTo>
                    <a:pt x="5503" y="1107"/>
                    <a:pt x="6578" y="417"/>
                    <a:pt x="7813" y="417"/>
                  </a:cubicBezTo>
                  <a:close/>
                  <a:moveTo>
                    <a:pt x="7797" y="0"/>
                  </a:moveTo>
                  <a:cubicBezTo>
                    <a:pt x="6498" y="0"/>
                    <a:pt x="5343" y="690"/>
                    <a:pt x="4717" y="1813"/>
                  </a:cubicBezTo>
                  <a:cubicBezTo>
                    <a:pt x="4460" y="1685"/>
                    <a:pt x="4171" y="1605"/>
                    <a:pt x="3867" y="1605"/>
                  </a:cubicBezTo>
                  <a:cubicBezTo>
                    <a:pt x="2856" y="1605"/>
                    <a:pt x="2022" y="2391"/>
                    <a:pt x="1941" y="3385"/>
                  </a:cubicBezTo>
                  <a:cubicBezTo>
                    <a:pt x="818" y="3626"/>
                    <a:pt x="0" y="4621"/>
                    <a:pt x="0" y="5776"/>
                  </a:cubicBezTo>
                  <a:cubicBezTo>
                    <a:pt x="0" y="7123"/>
                    <a:pt x="1107" y="8230"/>
                    <a:pt x="2455" y="8230"/>
                  </a:cubicBezTo>
                  <a:lnTo>
                    <a:pt x="11054" y="8230"/>
                  </a:lnTo>
                  <a:cubicBezTo>
                    <a:pt x="11064" y="8231"/>
                    <a:pt x="11073" y="8231"/>
                    <a:pt x="11083" y="8231"/>
                  </a:cubicBezTo>
                  <a:cubicBezTo>
                    <a:pt x="12401" y="8231"/>
                    <a:pt x="13477" y="7146"/>
                    <a:pt x="13477" y="5792"/>
                  </a:cubicBezTo>
                  <a:cubicBezTo>
                    <a:pt x="13477" y="4556"/>
                    <a:pt x="12562" y="3514"/>
                    <a:pt x="11327" y="3369"/>
                  </a:cubicBezTo>
                  <a:cubicBezTo>
                    <a:pt x="11230" y="1508"/>
                    <a:pt x="9690" y="0"/>
                    <a:pt x="77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318650" y="3944625"/>
              <a:ext cx="304850" cy="304850"/>
            </a:xfrm>
            <a:custGeom>
              <a:avLst/>
              <a:gdLst/>
              <a:ahLst/>
              <a:cxnLst/>
              <a:rect l="l" t="t" r="r" b="b"/>
              <a:pathLst>
                <a:path w="12194" h="12194" extrusionOk="0">
                  <a:moveTo>
                    <a:pt x="6097" y="1765"/>
                  </a:moveTo>
                  <a:cubicBezTo>
                    <a:pt x="6658" y="3867"/>
                    <a:pt x="8327" y="5551"/>
                    <a:pt x="10428" y="6097"/>
                  </a:cubicBezTo>
                  <a:cubicBezTo>
                    <a:pt x="8327" y="6658"/>
                    <a:pt x="6658" y="8327"/>
                    <a:pt x="6097" y="10428"/>
                  </a:cubicBezTo>
                  <a:cubicBezTo>
                    <a:pt x="5535" y="8327"/>
                    <a:pt x="3867" y="6642"/>
                    <a:pt x="1765" y="6097"/>
                  </a:cubicBezTo>
                  <a:cubicBezTo>
                    <a:pt x="3867" y="5535"/>
                    <a:pt x="5551" y="3867"/>
                    <a:pt x="6097" y="1765"/>
                  </a:cubicBezTo>
                  <a:close/>
                  <a:moveTo>
                    <a:pt x="6097" y="0"/>
                  </a:moveTo>
                  <a:cubicBezTo>
                    <a:pt x="5968" y="0"/>
                    <a:pt x="5888" y="80"/>
                    <a:pt x="5888" y="193"/>
                  </a:cubicBezTo>
                  <a:cubicBezTo>
                    <a:pt x="5888" y="3321"/>
                    <a:pt x="3353" y="5888"/>
                    <a:pt x="193" y="5888"/>
                  </a:cubicBezTo>
                  <a:cubicBezTo>
                    <a:pt x="80" y="5888"/>
                    <a:pt x="0" y="5968"/>
                    <a:pt x="0" y="6097"/>
                  </a:cubicBezTo>
                  <a:cubicBezTo>
                    <a:pt x="0" y="6209"/>
                    <a:pt x="80" y="6289"/>
                    <a:pt x="193" y="6289"/>
                  </a:cubicBezTo>
                  <a:cubicBezTo>
                    <a:pt x="3321" y="6289"/>
                    <a:pt x="5888" y="8840"/>
                    <a:pt x="5888" y="11985"/>
                  </a:cubicBezTo>
                  <a:cubicBezTo>
                    <a:pt x="5888" y="12113"/>
                    <a:pt x="5968" y="12193"/>
                    <a:pt x="6097" y="12193"/>
                  </a:cubicBezTo>
                  <a:cubicBezTo>
                    <a:pt x="6209" y="12193"/>
                    <a:pt x="6289" y="12113"/>
                    <a:pt x="6289" y="11985"/>
                  </a:cubicBezTo>
                  <a:cubicBezTo>
                    <a:pt x="6289" y="8840"/>
                    <a:pt x="8856" y="6289"/>
                    <a:pt x="11985" y="6289"/>
                  </a:cubicBezTo>
                  <a:cubicBezTo>
                    <a:pt x="12113" y="6289"/>
                    <a:pt x="12193" y="6209"/>
                    <a:pt x="12193" y="6097"/>
                  </a:cubicBezTo>
                  <a:cubicBezTo>
                    <a:pt x="12193" y="5968"/>
                    <a:pt x="12113" y="5888"/>
                    <a:pt x="11985" y="5888"/>
                  </a:cubicBezTo>
                  <a:cubicBezTo>
                    <a:pt x="8856" y="5888"/>
                    <a:pt x="6289" y="3337"/>
                    <a:pt x="6289" y="193"/>
                  </a:cubicBezTo>
                  <a:cubicBezTo>
                    <a:pt x="6289" y="80"/>
                    <a:pt x="6209" y="0"/>
                    <a:pt x="609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241225" y="4305600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7" y="1123"/>
                  </a:moveTo>
                  <a:cubicBezTo>
                    <a:pt x="2391" y="1573"/>
                    <a:pt x="2760" y="1958"/>
                    <a:pt x="3209" y="2166"/>
                  </a:cubicBezTo>
                  <a:cubicBezTo>
                    <a:pt x="2776" y="2391"/>
                    <a:pt x="2391" y="2744"/>
                    <a:pt x="2167" y="3209"/>
                  </a:cubicBezTo>
                  <a:cubicBezTo>
                    <a:pt x="1958" y="2744"/>
                    <a:pt x="1589" y="2359"/>
                    <a:pt x="1124" y="2166"/>
                  </a:cubicBezTo>
                  <a:cubicBezTo>
                    <a:pt x="1589" y="1942"/>
                    <a:pt x="1974" y="1589"/>
                    <a:pt x="2167" y="1123"/>
                  </a:cubicBezTo>
                  <a:close/>
                  <a:moveTo>
                    <a:pt x="2167" y="0"/>
                  </a:moveTo>
                  <a:cubicBezTo>
                    <a:pt x="2054" y="0"/>
                    <a:pt x="1974" y="81"/>
                    <a:pt x="1974" y="193"/>
                  </a:cubicBezTo>
                  <a:cubicBezTo>
                    <a:pt x="1974" y="1155"/>
                    <a:pt x="1188" y="1958"/>
                    <a:pt x="209" y="1958"/>
                  </a:cubicBezTo>
                  <a:cubicBezTo>
                    <a:pt x="81" y="1958"/>
                    <a:pt x="1" y="2038"/>
                    <a:pt x="1" y="2166"/>
                  </a:cubicBezTo>
                  <a:cubicBezTo>
                    <a:pt x="1" y="2279"/>
                    <a:pt x="81" y="2359"/>
                    <a:pt x="209" y="2359"/>
                  </a:cubicBezTo>
                  <a:cubicBezTo>
                    <a:pt x="1172" y="2359"/>
                    <a:pt x="1974" y="3145"/>
                    <a:pt x="1974" y="4124"/>
                  </a:cubicBezTo>
                  <a:cubicBezTo>
                    <a:pt x="1974" y="4252"/>
                    <a:pt x="2054" y="4332"/>
                    <a:pt x="2167" y="4332"/>
                  </a:cubicBezTo>
                  <a:cubicBezTo>
                    <a:pt x="2295" y="4332"/>
                    <a:pt x="2375" y="4252"/>
                    <a:pt x="2375" y="4124"/>
                  </a:cubicBezTo>
                  <a:cubicBezTo>
                    <a:pt x="2375" y="3161"/>
                    <a:pt x="3161" y="2359"/>
                    <a:pt x="4140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40" y="1958"/>
                  </a:cubicBezTo>
                  <a:cubicBezTo>
                    <a:pt x="3177" y="1958"/>
                    <a:pt x="2375" y="1188"/>
                    <a:pt x="2375" y="193"/>
                  </a:cubicBezTo>
                  <a:cubicBezTo>
                    <a:pt x="2375" y="81"/>
                    <a:pt x="2295" y="0"/>
                    <a:pt x="216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694950" y="4256275"/>
              <a:ext cx="108325" cy="108300"/>
            </a:xfrm>
            <a:custGeom>
              <a:avLst/>
              <a:gdLst/>
              <a:ahLst/>
              <a:cxnLst/>
              <a:rect l="l" t="t" r="r" b="b"/>
              <a:pathLst>
                <a:path w="4333" h="4332" extrusionOk="0">
                  <a:moveTo>
                    <a:pt x="2182" y="1139"/>
                  </a:moveTo>
                  <a:cubicBezTo>
                    <a:pt x="2407" y="1604"/>
                    <a:pt x="2760" y="1989"/>
                    <a:pt x="3225" y="2182"/>
                  </a:cubicBezTo>
                  <a:cubicBezTo>
                    <a:pt x="2760" y="2390"/>
                    <a:pt x="2391" y="2776"/>
                    <a:pt x="2182" y="3241"/>
                  </a:cubicBezTo>
                  <a:cubicBezTo>
                    <a:pt x="1958" y="2776"/>
                    <a:pt x="1605" y="2390"/>
                    <a:pt x="1140" y="2182"/>
                  </a:cubicBezTo>
                  <a:cubicBezTo>
                    <a:pt x="1605" y="1973"/>
                    <a:pt x="1990" y="1604"/>
                    <a:pt x="2182" y="1139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0"/>
                    <a:pt x="1958" y="209"/>
                  </a:cubicBezTo>
                  <a:cubicBezTo>
                    <a:pt x="1958" y="1171"/>
                    <a:pt x="1188" y="1973"/>
                    <a:pt x="193" y="1973"/>
                  </a:cubicBezTo>
                  <a:cubicBezTo>
                    <a:pt x="81" y="1973"/>
                    <a:pt x="0" y="2054"/>
                    <a:pt x="0" y="2166"/>
                  </a:cubicBezTo>
                  <a:cubicBezTo>
                    <a:pt x="0" y="2294"/>
                    <a:pt x="81" y="2374"/>
                    <a:pt x="193" y="2374"/>
                  </a:cubicBezTo>
                  <a:cubicBezTo>
                    <a:pt x="1156" y="2374"/>
                    <a:pt x="1958" y="3161"/>
                    <a:pt x="1958" y="4139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9" y="4332"/>
                    <a:pt x="2359" y="4252"/>
                    <a:pt x="2359" y="4139"/>
                  </a:cubicBezTo>
                  <a:cubicBezTo>
                    <a:pt x="2359" y="3177"/>
                    <a:pt x="3145" y="2374"/>
                    <a:pt x="4124" y="2374"/>
                  </a:cubicBezTo>
                  <a:cubicBezTo>
                    <a:pt x="4252" y="2374"/>
                    <a:pt x="4332" y="2294"/>
                    <a:pt x="4332" y="2166"/>
                  </a:cubicBezTo>
                  <a:cubicBezTo>
                    <a:pt x="4332" y="2054"/>
                    <a:pt x="4252" y="1973"/>
                    <a:pt x="4124" y="1973"/>
                  </a:cubicBezTo>
                  <a:cubicBezTo>
                    <a:pt x="3161" y="1973"/>
                    <a:pt x="2359" y="1187"/>
                    <a:pt x="2359" y="209"/>
                  </a:cubicBezTo>
                  <a:cubicBezTo>
                    <a:pt x="2359" y="80"/>
                    <a:pt x="2279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691650" y="4361750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385"/>
                  </a:moveTo>
                  <a:cubicBezTo>
                    <a:pt x="3033" y="385"/>
                    <a:pt x="3771" y="1140"/>
                    <a:pt x="3771" y="2070"/>
                  </a:cubicBezTo>
                  <a:cubicBezTo>
                    <a:pt x="3771" y="2985"/>
                    <a:pt x="3001" y="3755"/>
                    <a:pt x="2086" y="3755"/>
                  </a:cubicBezTo>
                  <a:cubicBezTo>
                    <a:pt x="1156" y="3755"/>
                    <a:pt x="402" y="2985"/>
                    <a:pt x="402" y="2070"/>
                  </a:cubicBezTo>
                  <a:cubicBezTo>
                    <a:pt x="402" y="1140"/>
                    <a:pt x="1156" y="385"/>
                    <a:pt x="2086" y="385"/>
                  </a:cubicBezTo>
                  <a:close/>
                  <a:moveTo>
                    <a:pt x="2086" y="0"/>
                  </a:moveTo>
                  <a:cubicBezTo>
                    <a:pt x="947" y="0"/>
                    <a:pt x="0" y="947"/>
                    <a:pt x="0" y="2086"/>
                  </a:cubicBezTo>
                  <a:cubicBezTo>
                    <a:pt x="0" y="3225"/>
                    <a:pt x="947" y="4172"/>
                    <a:pt x="2086" y="4172"/>
                  </a:cubicBezTo>
                  <a:cubicBezTo>
                    <a:pt x="3241" y="4172"/>
                    <a:pt x="4172" y="3225"/>
                    <a:pt x="4172" y="2086"/>
                  </a:cubicBezTo>
                  <a:cubicBezTo>
                    <a:pt x="4172" y="915"/>
                    <a:pt x="3225" y="0"/>
                    <a:pt x="208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637500" y="4482075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52" y="402"/>
                  </a:moveTo>
                  <a:cubicBezTo>
                    <a:pt x="6322" y="402"/>
                    <a:pt x="7974" y="2022"/>
                    <a:pt x="8103" y="4043"/>
                  </a:cubicBezTo>
                  <a:lnTo>
                    <a:pt x="402" y="4043"/>
                  </a:lnTo>
                  <a:cubicBezTo>
                    <a:pt x="498" y="2022"/>
                    <a:pt x="2183" y="402"/>
                    <a:pt x="4252" y="402"/>
                  </a:cubicBezTo>
                  <a:close/>
                  <a:moveTo>
                    <a:pt x="4252" y="0"/>
                  </a:moveTo>
                  <a:cubicBezTo>
                    <a:pt x="1910" y="0"/>
                    <a:pt x="1" y="1910"/>
                    <a:pt x="1" y="4252"/>
                  </a:cubicBezTo>
                  <a:cubicBezTo>
                    <a:pt x="1" y="4364"/>
                    <a:pt x="81" y="4445"/>
                    <a:pt x="193" y="4445"/>
                  </a:cubicBezTo>
                  <a:lnTo>
                    <a:pt x="8295" y="4445"/>
                  </a:lnTo>
                  <a:cubicBezTo>
                    <a:pt x="8423" y="4445"/>
                    <a:pt x="8504" y="4364"/>
                    <a:pt x="8504" y="4252"/>
                  </a:cubicBezTo>
                  <a:cubicBezTo>
                    <a:pt x="8504" y="1910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489100" y="4649325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402"/>
                  </a:moveTo>
                  <a:cubicBezTo>
                    <a:pt x="3017" y="402"/>
                    <a:pt x="3771" y="1172"/>
                    <a:pt x="3771" y="2086"/>
                  </a:cubicBezTo>
                  <a:cubicBezTo>
                    <a:pt x="3771" y="3017"/>
                    <a:pt x="3033" y="3771"/>
                    <a:pt x="2086" y="3771"/>
                  </a:cubicBezTo>
                  <a:cubicBezTo>
                    <a:pt x="1140" y="3771"/>
                    <a:pt x="402" y="3017"/>
                    <a:pt x="402" y="2086"/>
                  </a:cubicBezTo>
                  <a:cubicBezTo>
                    <a:pt x="402" y="1172"/>
                    <a:pt x="1156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1" y="947"/>
                    <a:pt x="1" y="2086"/>
                  </a:cubicBezTo>
                  <a:cubicBezTo>
                    <a:pt x="1" y="3241"/>
                    <a:pt x="931" y="4172"/>
                    <a:pt x="2086" y="4172"/>
                  </a:cubicBezTo>
                  <a:cubicBezTo>
                    <a:pt x="3241" y="4172"/>
                    <a:pt x="4172" y="3241"/>
                    <a:pt x="4172" y="2086"/>
                  </a:cubicBezTo>
                  <a:cubicBezTo>
                    <a:pt x="4172" y="947"/>
                    <a:pt x="3241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438975" y="4770450"/>
              <a:ext cx="204575" cy="77450"/>
            </a:xfrm>
            <a:custGeom>
              <a:avLst/>
              <a:gdLst/>
              <a:ahLst/>
              <a:cxnLst/>
              <a:rect l="l" t="t" r="r" b="b"/>
              <a:pathLst>
                <a:path w="8183" h="3098" extrusionOk="0">
                  <a:moveTo>
                    <a:pt x="4091" y="1"/>
                  </a:moveTo>
                  <a:cubicBezTo>
                    <a:pt x="2150" y="1"/>
                    <a:pt x="497" y="1316"/>
                    <a:pt x="0" y="3097"/>
                  </a:cubicBezTo>
                  <a:lnTo>
                    <a:pt x="417" y="3097"/>
                  </a:lnTo>
                  <a:cubicBezTo>
                    <a:pt x="899" y="1541"/>
                    <a:pt x="2358" y="402"/>
                    <a:pt x="4091" y="402"/>
                  </a:cubicBezTo>
                  <a:cubicBezTo>
                    <a:pt x="5808" y="402"/>
                    <a:pt x="7268" y="1541"/>
                    <a:pt x="7765" y="3097"/>
                  </a:cubicBezTo>
                  <a:lnTo>
                    <a:pt x="8182" y="3097"/>
                  </a:lnTo>
                  <a:cubicBezTo>
                    <a:pt x="7701" y="1316"/>
                    <a:pt x="6048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894200" y="4649325"/>
              <a:ext cx="104300" cy="104300"/>
            </a:xfrm>
            <a:custGeom>
              <a:avLst/>
              <a:gdLst/>
              <a:ahLst/>
              <a:cxnLst/>
              <a:rect l="l" t="t" r="r" b="b"/>
              <a:pathLst>
                <a:path w="4172" h="4172" extrusionOk="0">
                  <a:moveTo>
                    <a:pt x="2086" y="402"/>
                  </a:moveTo>
                  <a:cubicBezTo>
                    <a:pt x="3001" y="402"/>
                    <a:pt x="3771" y="1172"/>
                    <a:pt x="3771" y="2086"/>
                  </a:cubicBezTo>
                  <a:cubicBezTo>
                    <a:pt x="3771" y="3017"/>
                    <a:pt x="3001" y="3771"/>
                    <a:pt x="2086" y="3771"/>
                  </a:cubicBezTo>
                  <a:cubicBezTo>
                    <a:pt x="1140" y="3771"/>
                    <a:pt x="402" y="3017"/>
                    <a:pt x="402" y="2086"/>
                  </a:cubicBezTo>
                  <a:cubicBezTo>
                    <a:pt x="402" y="1172"/>
                    <a:pt x="1156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7"/>
                    <a:pt x="0" y="2086"/>
                  </a:cubicBezTo>
                  <a:cubicBezTo>
                    <a:pt x="0" y="3241"/>
                    <a:pt x="947" y="4172"/>
                    <a:pt x="2086" y="4172"/>
                  </a:cubicBezTo>
                  <a:cubicBezTo>
                    <a:pt x="3241" y="4172"/>
                    <a:pt x="4172" y="3241"/>
                    <a:pt x="4172" y="2086"/>
                  </a:cubicBezTo>
                  <a:cubicBezTo>
                    <a:pt x="4172" y="947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844075" y="4770450"/>
              <a:ext cx="204575" cy="77450"/>
            </a:xfrm>
            <a:custGeom>
              <a:avLst/>
              <a:gdLst/>
              <a:ahLst/>
              <a:cxnLst/>
              <a:rect l="l" t="t" r="r" b="b"/>
              <a:pathLst>
                <a:path w="8183" h="3098" extrusionOk="0">
                  <a:moveTo>
                    <a:pt x="4091" y="1"/>
                  </a:moveTo>
                  <a:cubicBezTo>
                    <a:pt x="2150" y="1"/>
                    <a:pt x="497" y="1316"/>
                    <a:pt x="0" y="3097"/>
                  </a:cubicBezTo>
                  <a:lnTo>
                    <a:pt x="417" y="3097"/>
                  </a:lnTo>
                  <a:cubicBezTo>
                    <a:pt x="898" y="1541"/>
                    <a:pt x="2358" y="402"/>
                    <a:pt x="4091" y="402"/>
                  </a:cubicBezTo>
                  <a:cubicBezTo>
                    <a:pt x="5808" y="402"/>
                    <a:pt x="7284" y="1541"/>
                    <a:pt x="7765" y="3097"/>
                  </a:cubicBezTo>
                  <a:lnTo>
                    <a:pt x="8182" y="3097"/>
                  </a:lnTo>
                  <a:cubicBezTo>
                    <a:pt x="7685" y="1316"/>
                    <a:pt x="6032" y="1"/>
                    <a:pt x="4091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676000" y="4642100"/>
              <a:ext cx="137200" cy="159675"/>
            </a:xfrm>
            <a:custGeom>
              <a:avLst/>
              <a:gdLst/>
              <a:ahLst/>
              <a:cxnLst/>
              <a:rect l="l" t="t" r="r" b="b"/>
              <a:pathLst>
                <a:path w="5488" h="6387" extrusionOk="0">
                  <a:moveTo>
                    <a:pt x="2744" y="1"/>
                  </a:moveTo>
                  <a:cubicBezTo>
                    <a:pt x="2632" y="1"/>
                    <a:pt x="2552" y="81"/>
                    <a:pt x="2552" y="193"/>
                  </a:cubicBezTo>
                  <a:lnTo>
                    <a:pt x="2552" y="3578"/>
                  </a:lnTo>
                  <a:lnTo>
                    <a:pt x="81" y="6049"/>
                  </a:lnTo>
                  <a:cubicBezTo>
                    <a:pt x="1" y="6129"/>
                    <a:pt x="1" y="6258"/>
                    <a:pt x="81" y="6338"/>
                  </a:cubicBezTo>
                  <a:cubicBezTo>
                    <a:pt x="121" y="6370"/>
                    <a:pt x="173" y="6386"/>
                    <a:pt x="223" y="6386"/>
                  </a:cubicBezTo>
                  <a:cubicBezTo>
                    <a:pt x="274" y="6386"/>
                    <a:pt x="322" y="6370"/>
                    <a:pt x="354" y="6338"/>
                  </a:cubicBezTo>
                  <a:lnTo>
                    <a:pt x="2744" y="3947"/>
                  </a:lnTo>
                  <a:lnTo>
                    <a:pt x="5135" y="6338"/>
                  </a:lnTo>
                  <a:cubicBezTo>
                    <a:pt x="5167" y="6370"/>
                    <a:pt x="5231" y="6386"/>
                    <a:pt x="5279" y="6386"/>
                  </a:cubicBezTo>
                  <a:cubicBezTo>
                    <a:pt x="5311" y="6386"/>
                    <a:pt x="5375" y="6370"/>
                    <a:pt x="5407" y="6338"/>
                  </a:cubicBezTo>
                  <a:cubicBezTo>
                    <a:pt x="5488" y="6258"/>
                    <a:pt x="5488" y="6129"/>
                    <a:pt x="5407" y="6049"/>
                  </a:cubicBezTo>
                  <a:lnTo>
                    <a:pt x="2953" y="3578"/>
                  </a:lnTo>
                  <a:lnTo>
                    <a:pt x="2953" y="193"/>
                  </a:lnTo>
                  <a:cubicBezTo>
                    <a:pt x="2953" y="81"/>
                    <a:pt x="2873" y="1"/>
                    <a:pt x="2744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719825" y="4782500"/>
              <a:ext cx="108300" cy="65400"/>
            </a:xfrm>
            <a:custGeom>
              <a:avLst/>
              <a:gdLst/>
              <a:ahLst/>
              <a:cxnLst/>
              <a:rect l="l" t="t" r="r" b="b"/>
              <a:pathLst>
                <a:path w="4332" h="2616" extrusionOk="0">
                  <a:moveTo>
                    <a:pt x="2166" y="0"/>
                  </a:moveTo>
                  <a:cubicBezTo>
                    <a:pt x="2054" y="0"/>
                    <a:pt x="1974" y="80"/>
                    <a:pt x="1974" y="193"/>
                  </a:cubicBezTo>
                  <a:cubicBezTo>
                    <a:pt x="1974" y="1155"/>
                    <a:pt x="1187" y="1957"/>
                    <a:pt x="209" y="1957"/>
                  </a:cubicBezTo>
                  <a:cubicBezTo>
                    <a:pt x="80" y="1957"/>
                    <a:pt x="0" y="2038"/>
                    <a:pt x="0" y="2166"/>
                  </a:cubicBezTo>
                  <a:cubicBezTo>
                    <a:pt x="0" y="2278"/>
                    <a:pt x="80" y="2358"/>
                    <a:pt x="209" y="2358"/>
                  </a:cubicBezTo>
                  <a:cubicBezTo>
                    <a:pt x="546" y="2358"/>
                    <a:pt x="850" y="2455"/>
                    <a:pt x="1107" y="2615"/>
                  </a:cubicBezTo>
                  <a:lnTo>
                    <a:pt x="1749" y="2615"/>
                  </a:lnTo>
                  <a:cubicBezTo>
                    <a:pt x="1572" y="2439"/>
                    <a:pt x="1348" y="2278"/>
                    <a:pt x="1107" y="2166"/>
                  </a:cubicBezTo>
                  <a:cubicBezTo>
                    <a:pt x="1572" y="1941"/>
                    <a:pt x="1957" y="1572"/>
                    <a:pt x="2150" y="1123"/>
                  </a:cubicBezTo>
                  <a:cubicBezTo>
                    <a:pt x="2375" y="1572"/>
                    <a:pt x="2728" y="1957"/>
                    <a:pt x="3193" y="2166"/>
                  </a:cubicBezTo>
                  <a:cubicBezTo>
                    <a:pt x="2952" y="2278"/>
                    <a:pt x="2728" y="2423"/>
                    <a:pt x="2551" y="2615"/>
                  </a:cubicBezTo>
                  <a:lnTo>
                    <a:pt x="3193" y="2615"/>
                  </a:lnTo>
                  <a:cubicBezTo>
                    <a:pt x="3450" y="2455"/>
                    <a:pt x="3770" y="2358"/>
                    <a:pt x="4091" y="2358"/>
                  </a:cubicBezTo>
                  <a:cubicBezTo>
                    <a:pt x="4236" y="2358"/>
                    <a:pt x="4332" y="2278"/>
                    <a:pt x="4332" y="2166"/>
                  </a:cubicBezTo>
                  <a:cubicBezTo>
                    <a:pt x="4332" y="2038"/>
                    <a:pt x="4252" y="1957"/>
                    <a:pt x="4139" y="1957"/>
                  </a:cubicBezTo>
                  <a:cubicBezTo>
                    <a:pt x="3177" y="1957"/>
                    <a:pt x="2375" y="1171"/>
                    <a:pt x="2375" y="193"/>
                  </a:cubicBezTo>
                  <a:cubicBezTo>
                    <a:pt x="2375" y="80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092825" y="45009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72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589"/>
                    <a:pt x="1589" y="1958"/>
                    <a:pt x="1172" y="1958"/>
                  </a:cubicBezTo>
                  <a:cubicBezTo>
                    <a:pt x="755" y="1958"/>
                    <a:pt x="402" y="1605"/>
                    <a:pt x="402" y="1188"/>
                  </a:cubicBezTo>
                  <a:cubicBezTo>
                    <a:pt x="402" y="771"/>
                    <a:pt x="755" y="434"/>
                    <a:pt x="1172" y="434"/>
                  </a:cubicBezTo>
                  <a:close/>
                  <a:moveTo>
                    <a:pt x="1172" y="1"/>
                  </a:moveTo>
                  <a:cubicBezTo>
                    <a:pt x="530" y="1"/>
                    <a:pt x="1" y="530"/>
                    <a:pt x="1" y="1172"/>
                  </a:cubicBezTo>
                  <a:cubicBezTo>
                    <a:pt x="1" y="1813"/>
                    <a:pt x="530" y="2327"/>
                    <a:pt x="1172" y="2327"/>
                  </a:cubicBezTo>
                  <a:cubicBezTo>
                    <a:pt x="1814" y="2327"/>
                    <a:pt x="2327" y="1813"/>
                    <a:pt x="2327" y="1172"/>
                  </a:cubicBezTo>
                  <a:cubicBezTo>
                    <a:pt x="2327" y="530"/>
                    <a:pt x="1814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613450" y="42398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55" y="401"/>
                  </a:moveTo>
                  <a:cubicBezTo>
                    <a:pt x="1588" y="401"/>
                    <a:pt x="1925" y="738"/>
                    <a:pt x="1925" y="1171"/>
                  </a:cubicBezTo>
                  <a:cubicBezTo>
                    <a:pt x="1925" y="1589"/>
                    <a:pt x="1588" y="1925"/>
                    <a:pt x="1155" y="1925"/>
                  </a:cubicBezTo>
                  <a:cubicBezTo>
                    <a:pt x="738" y="1925"/>
                    <a:pt x="401" y="1589"/>
                    <a:pt x="401" y="1171"/>
                  </a:cubicBezTo>
                  <a:cubicBezTo>
                    <a:pt x="401" y="738"/>
                    <a:pt x="738" y="401"/>
                    <a:pt x="1155" y="401"/>
                  </a:cubicBezTo>
                  <a:close/>
                  <a:moveTo>
                    <a:pt x="1155" y="0"/>
                  </a:moveTo>
                  <a:cubicBezTo>
                    <a:pt x="513" y="0"/>
                    <a:pt x="0" y="530"/>
                    <a:pt x="0" y="1171"/>
                  </a:cubicBezTo>
                  <a:cubicBezTo>
                    <a:pt x="0" y="1813"/>
                    <a:pt x="513" y="2327"/>
                    <a:pt x="1155" y="2327"/>
                  </a:cubicBezTo>
                  <a:cubicBezTo>
                    <a:pt x="1797" y="2327"/>
                    <a:pt x="2326" y="1813"/>
                    <a:pt x="2326" y="1171"/>
                  </a:cubicBezTo>
                  <a:cubicBezTo>
                    <a:pt x="2326" y="530"/>
                    <a:pt x="1797" y="0"/>
                    <a:pt x="115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160925" y="46052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55" y="434"/>
                  </a:moveTo>
                  <a:cubicBezTo>
                    <a:pt x="1589" y="434"/>
                    <a:pt x="1926" y="771"/>
                    <a:pt x="1926" y="1188"/>
                  </a:cubicBezTo>
                  <a:cubicBezTo>
                    <a:pt x="1926" y="1589"/>
                    <a:pt x="1589" y="1958"/>
                    <a:pt x="1155" y="1958"/>
                  </a:cubicBezTo>
                  <a:cubicBezTo>
                    <a:pt x="738" y="1958"/>
                    <a:pt x="401" y="1605"/>
                    <a:pt x="401" y="1188"/>
                  </a:cubicBezTo>
                  <a:cubicBezTo>
                    <a:pt x="401" y="771"/>
                    <a:pt x="738" y="434"/>
                    <a:pt x="1155" y="434"/>
                  </a:cubicBezTo>
                  <a:close/>
                  <a:moveTo>
                    <a:pt x="1155" y="1"/>
                  </a:moveTo>
                  <a:cubicBezTo>
                    <a:pt x="514" y="1"/>
                    <a:pt x="0" y="530"/>
                    <a:pt x="0" y="1172"/>
                  </a:cubicBezTo>
                  <a:cubicBezTo>
                    <a:pt x="0" y="1814"/>
                    <a:pt x="514" y="2327"/>
                    <a:pt x="1155" y="2327"/>
                  </a:cubicBezTo>
                  <a:cubicBezTo>
                    <a:pt x="1797" y="2327"/>
                    <a:pt x="2327" y="1814"/>
                    <a:pt x="2327" y="1172"/>
                  </a:cubicBezTo>
                  <a:cubicBezTo>
                    <a:pt x="2327" y="530"/>
                    <a:pt x="1797" y="1"/>
                    <a:pt x="115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094750" y="4163600"/>
              <a:ext cx="158050" cy="294425"/>
            </a:xfrm>
            <a:custGeom>
              <a:avLst/>
              <a:gdLst/>
              <a:ahLst/>
              <a:cxnLst/>
              <a:rect l="l" t="t" r="r" b="b"/>
              <a:pathLst>
                <a:path w="6322" h="11777" extrusionOk="0">
                  <a:moveTo>
                    <a:pt x="4557" y="402"/>
                  </a:moveTo>
                  <a:cubicBezTo>
                    <a:pt x="5118" y="402"/>
                    <a:pt x="5631" y="450"/>
                    <a:pt x="5920" y="466"/>
                  </a:cubicBezTo>
                  <a:lnTo>
                    <a:pt x="5920" y="1894"/>
                  </a:lnTo>
                  <a:lnTo>
                    <a:pt x="5054" y="1894"/>
                  </a:lnTo>
                  <a:cubicBezTo>
                    <a:pt x="3995" y="1894"/>
                    <a:pt x="3851" y="2536"/>
                    <a:pt x="3851" y="3065"/>
                  </a:cubicBezTo>
                  <a:lnTo>
                    <a:pt x="3851" y="4349"/>
                  </a:lnTo>
                  <a:cubicBezTo>
                    <a:pt x="3851" y="4477"/>
                    <a:pt x="3931" y="4557"/>
                    <a:pt x="4043" y="4557"/>
                  </a:cubicBezTo>
                  <a:lnTo>
                    <a:pt x="5840" y="4557"/>
                  </a:lnTo>
                  <a:lnTo>
                    <a:pt x="5631" y="6178"/>
                  </a:lnTo>
                  <a:lnTo>
                    <a:pt x="4075" y="6178"/>
                  </a:lnTo>
                  <a:cubicBezTo>
                    <a:pt x="3947" y="6178"/>
                    <a:pt x="3867" y="6258"/>
                    <a:pt x="3867" y="6386"/>
                  </a:cubicBezTo>
                  <a:lnTo>
                    <a:pt x="3867" y="11376"/>
                  </a:lnTo>
                  <a:lnTo>
                    <a:pt x="2150" y="11376"/>
                  </a:lnTo>
                  <a:lnTo>
                    <a:pt x="2150" y="6386"/>
                  </a:lnTo>
                  <a:cubicBezTo>
                    <a:pt x="2150" y="6258"/>
                    <a:pt x="2070" y="6178"/>
                    <a:pt x="1941" y="6178"/>
                  </a:cubicBezTo>
                  <a:lnTo>
                    <a:pt x="401" y="6178"/>
                  </a:lnTo>
                  <a:lnTo>
                    <a:pt x="401" y="4557"/>
                  </a:lnTo>
                  <a:lnTo>
                    <a:pt x="1941" y="4557"/>
                  </a:lnTo>
                  <a:cubicBezTo>
                    <a:pt x="2070" y="4557"/>
                    <a:pt x="2150" y="4477"/>
                    <a:pt x="2150" y="4349"/>
                  </a:cubicBezTo>
                  <a:lnTo>
                    <a:pt x="2150" y="2873"/>
                  </a:lnTo>
                  <a:cubicBezTo>
                    <a:pt x="2150" y="1333"/>
                    <a:pt x="3048" y="402"/>
                    <a:pt x="4557" y="402"/>
                  </a:cubicBezTo>
                  <a:close/>
                  <a:moveTo>
                    <a:pt x="4557" y="1"/>
                  </a:moveTo>
                  <a:cubicBezTo>
                    <a:pt x="2824" y="1"/>
                    <a:pt x="1749" y="1108"/>
                    <a:pt x="1749" y="2873"/>
                  </a:cubicBezTo>
                  <a:lnTo>
                    <a:pt x="1749" y="4156"/>
                  </a:lnTo>
                  <a:lnTo>
                    <a:pt x="193" y="4156"/>
                  </a:lnTo>
                  <a:cubicBezTo>
                    <a:pt x="80" y="4156"/>
                    <a:pt x="0" y="4236"/>
                    <a:pt x="0" y="4349"/>
                  </a:cubicBezTo>
                  <a:lnTo>
                    <a:pt x="0" y="6386"/>
                  </a:lnTo>
                  <a:cubicBezTo>
                    <a:pt x="0" y="6499"/>
                    <a:pt x="80" y="6579"/>
                    <a:pt x="193" y="6579"/>
                  </a:cubicBezTo>
                  <a:lnTo>
                    <a:pt x="1749" y="6579"/>
                  </a:lnTo>
                  <a:lnTo>
                    <a:pt x="1749" y="11568"/>
                  </a:lnTo>
                  <a:cubicBezTo>
                    <a:pt x="1749" y="11697"/>
                    <a:pt x="1829" y="11777"/>
                    <a:pt x="1941" y="11777"/>
                  </a:cubicBezTo>
                  <a:lnTo>
                    <a:pt x="4027" y="11777"/>
                  </a:lnTo>
                  <a:cubicBezTo>
                    <a:pt x="4155" y="11777"/>
                    <a:pt x="4236" y="11697"/>
                    <a:pt x="4236" y="11568"/>
                  </a:cubicBezTo>
                  <a:lnTo>
                    <a:pt x="4236" y="6579"/>
                  </a:lnTo>
                  <a:lnTo>
                    <a:pt x="5776" y="6579"/>
                  </a:lnTo>
                  <a:cubicBezTo>
                    <a:pt x="5872" y="6579"/>
                    <a:pt x="5952" y="6499"/>
                    <a:pt x="5968" y="6402"/>
                  </a:cubicBezTo>
                  <a:lnTo>
                    <a:pt x="6241" y="4381"/>
                  </a:lnTo>
                  <a:cubicBezTo>
                    <a:pt x="6241" y="4317"/>
                    <a:pt x="6209" y="4252"/>
                    <a:pt x="6193" y="4220"/>
                  </a:cubicBezTo>
                  <a:cubicBezTo>
                    <a:pt x="6177" y="4172"/>
                    <a:pt x="6097" y="4156"/>
                    <a:pt x="6033" y="4156"/>
                  </a:cubicBezTo>
                  <a:lnTo>
                    <a:pt x="4236" y="4156"/>
                  </a:lnTo>
                  <a:lnTo>
                    <a:pt x="4236" y="3065"/>
                  </a:lnTo>
                  <a:cubicBezTo>
                    <a:pt x="4236" y="2552"/>
                    <a:pt x="4348" y="2295"/>
                    <a:pt x="5038" y="2295"/>
                  </a:cubicBezTo>
                  <a:lnTo>
                    <a:pt x="6097" y="2295"/>
                  </a:lnTo>
                  <a:cubicBezTo>
                    <a:pt x="6209" y="2295"/>
                    <a:pt x="6289" y="2215"/>
                    <a:pt x="6289" y="2087"/>
                  </a:cubicBezTo>
                  <a:lnTo>
                    <a:pt x="6289" y="290"/>
                  </a:lnTo>
                  <a:cubicBezTo>
                    <a:pt x="6321" y="161"/>
                    <a:pt x="6241" y="81"/>
                    <a:pt x="6129" y="81"/>
                  </a:cubicBezTo>
                  <a:cubicBezTo>
                    <a:pt x="5936" y="65"/>
                    <a:pt x="5278" y="1"/>
                    <a:pt x="4557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114875" y="4691450"/>
              <a:ext cx="32925" cy="32100"/>
            </a:xfrm>
            <a:custGeom>
              <a:avLst/>
              <a:gdLst/>
              <a:ahLst/>
              <a:cxnLst/>
              <a:rect l="l" t="t" r="r" b="b"/>
              <a:pathLst>
                <a:path w="1317" h="1284" extrusionOk="0">
                  <a:moveTo>
                    <a:pt x="643" y="0"/>
                  </a:moveTo>
                  <a:cubicBezTo>
                    <a:pt x="290" y="0"/>
                    <a:pt x="1" y="289"/>
                    <a:pt x="1" y="642"/>
                  </a:cubicBezTo>
                  <a:cubicBezTo>
                    <a:pt x="1" y="1011"/>
                    <a:pt x="290" y="1284"/>
                    <a:pt x="643" y="1284"/>
                  </a:cubicBezTo>
                  <a:cubicBezTo>
                    <a:pt x="1012" y="1284"/>
                    <a:pt x="1284" y="1011"/>
                    <a:pt x="1284" y="642"/>
                  </a:cubicBezTo>
                  <a:cubicBezTo>
                    <a:pt x="1317" y="305"/>
                    <a:pt x="1012" y="0"/>
                    <a:pt x="643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976100" y="4715100"/>
              <a:ext cx="149650" cy="132800"/>
            </a:xfrm>
            <a:custGeom>
              <a:avLst/>
              <a:gdLst/>
              <a:ahLst/>
              <a:cxnLst/>
              <a:rect l="l" t="t" r="r" b="b"/>
              <a:pathLst>
                <a:path w="5986" h="5312" extrusionOk="0">
                  <a:moveTo>
                    <a:pt x="2985" y="1"/>
                  </a:moveTo>
                  <a:cubicBezTo>
                    <a:pt x="1349" y="1"/>
                    <a:pt x="1" y="1348"/>
                    <a:pt x="1" y="2985"/>
                  </a:cubicBezTo>
                  <a:cubicBezTo>
                    <a:pt x="1" y="3931"/>
                    <a:pt x="434" y="4782"/>
                    <a:pt x="1124" y="5311"/>
                  </a:cubicBezTo>
                  <a:lnTo>
                    <a:pt x="1862" y="5311"/>
                  </a:lnTo>
                  <a:cubicBezTo>
                    <a:pt x="996" y="4894"/>
                    <a:pt x="402" y="4012"/>
                    <a:pt x="402" y="2985"/>
                  </a:cubicBezTo>
                  <a:cubicBezTo>
                    <a:pt x="402" y="1573"/>
                    <a:pt x="1557" y="402"/>
                    <a:pt x="2985" y="402"/>
                  </a:cubicBezTo>
                  <a:cubicBezTo>
                    <a:pt x="4413" y="402"/>
                    <a:pt x="5584" y="1573"/>
                    <a:pt x="5584" y="2985"/>
                  </a:cubicBezTo>
                  <a:cubicBezTo>
                    <a:pt x="5584" y="4012"/>
                    <a:pt x="4974" y="4894"/>
                    <a:pt x="4108" y="5311"/>
                  </a:cubicBezTo>
                  <a:lnTo>
                    <a:pt x="4846" y="5311"/>
                  </a:lnTo>
                  <a:cubicBezTo>
                    <a:pt x="5536" y="4782"/>
                    <a:pt x="5985" y="3931"/>
                    <a:pt x="5985" y="2985"/>
                  </a:cubicBezTo>
                  <a:cubicBezTo>
                    <a:pt x="5985" y="1348"/>
                    <a:pt x="4638" y="1"/>
                    <a:pt x="298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903925" y="4648925"/>
              <a:ext cx="295225" cy="199775"/>
            </a:xfrm>
            <a:custGeom>
              <a:avLst/>
              <a:gdLst/>
              <a:ahLst/>
              <a:cxnLst/>
              <a:rect l="l" t="t" r="r" b="b"/>
              <a:pathLst>
                <a:path w="11809" h="7991" extrusionOk="0">
                  <a:moveTo>
                    <a:pt x="4252" y="1"/>
                  </a:moveTo>
                  <a:cubicBezTo>
                    <a:pt x="1909" y="1"/>
                    <a:pt x="0" y="1910"/>
                    <a:pt x="0" y="4252"/>
                  </a:cubicBezTo>
                  <a:lnTo>
                    <a:pt x="0" y="6995"/>
                  </a:lnTo>
                  <a:cubicBezTo>
                    <a:pt x="0" y="7348"/>
                    <a:pt x="48" y="7669"/>
                    <a:pt x="128" y="7990"/>
                  </a:cubicBezTo>
                  <a:lnTo>
                    <a:pt x="546" y="7990"/>
                  </a:lnTo>
                  <a:cubicBezTo>
                    <a:pt x="465" y="7669"/>
                    <a:pt x="417" y="7348"/>
                    <a:pt x="417" y="6995"/>
                  </a:cubicBezTo>
                  <a:lnTo>
                    <a:pt x="417" y="4252"/>
                  </a:lnTo>
                  <a:cubicBezTo>
                    <a:pt x="417" y="2134"/>
                    <a:pt x="2150" y="402"/>
                    <a:pt x="4268" y="402"/>
                  </a:cubicBezTo>
                  <a:lnTo>
                    <a:pt x="7541" y="402"/>
                  </a:lnTo>
                  <a:cubicBezTo>
                    <a:pt x="9674" y="402"/>
                    <a:pt x="11391" y="2134"/>
                    <a:pt x="11391" y="4252"/>
                  </a:cubicBezTo>
                  <a:lnTo>
                    <a:pt x="11391" y="6995"/>
                  </a:lnTo>
                  <a:cubicBezTo>
                    <a:pt x="11391" y="7348"/>
                    <a:pt x="11359" y="7669"/>
                    <a:pt x="11279" y="7990"/>
                  </a:cubicBezTo>
                  <a:lnTo>
                    <a:pt x="11696" y="7990"/>
                  </a:lnTo>
                  <a:cubicBezTo>
                    <a:pt x="11776" y="7669"/>
                    <a:pt x="11808" y="7348"/>
                    <a:pt x="11808" y="6995"/>
                  </a:cubicBezTo>
                  <a:lnTo>
                    <a:pt x="11808" y="4252"/>
                  </a:lnTo>
                  <a:lnTo>
                    <a:pt x="11760" y="4252"/>
                  </a:lnTo>
                  <a:cubicBezTo>
                    <a:pt x="11760" y="1910"/>
                    <a:pt x="9851" y="1"/>
                    <a:pt x="7508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68875" y="4407475"/>
              <a:ext cx="319675" cy="317675"/>
            </a:xfrm>
            <a:custGeom>
              <a:avLst/>
              <a:gdLst/>
              <a:ahLst/>
              <a:cxnLst/>
              <a:rect l="l" t="t" r="r" b="b"/>
              <a:pathLst>
                <a:path w="12787" h="12707" extrusionOk="0">
                  <a:moveTo>
                    <a:pt x="5054" y="498"/>
                  </a:moveTo>
                  <a:cubicBezTo>
                    <a:pt x="4621" y="883"/>
                    <a:pt x="4252" y="1412"/>
                    <a:pt x="3931" y="2102"/>
                  </a:cubicBezTo>
                  <a:cubicBezTo>
                    <a:pt x="3578" y="1942"/>
                    <a:pt x="3241" y="1733"/>
                    <a:pt x="2888" y="1492"/>
                  </a:cubicBezTo>
                  <a:lnTo>
                    <a:pt x="2952" y="1444"/>
                  </a:lnTo>
                  <a:cubicBezTo>
                    <a:pt x="3032" y="1380"/>
                    <a:pt x="3097" y="1332"/>
                    <a:pt x="3177" y="1300"/>
                  </a:cubicBezTo>
                  <a:lnTo>
                    <a:pt x="3353" y="1172"/>
                  </a:lnTo>
                  <a:cubicBezTo>
                    <a:pt x="3433" y="1139"/>
                    <a:pt x="3514" y="1075"/>
                    <a:pt x="3594" y="1027"/>
                  </a:cubicBezTo>
                  <a:cubicBezTo>
                    <a:pt x="3658" y="995"/>
                    <a:pt x="3722" y="979"/>
                    <a:pt x="3802" y="931"/>
                  </a:cubicBezTo>
                  <a:cubicBezTo>
                    <a:pt x="3835" y="915"/>
                    <a:pt x="3899" y="899"/>
                    <a:pt x="3931" y="883"/>
                  </a:cubicBezTo>
                  <a:cubicBezTo>
                    <a:pt x="4059" y="819"/>
                    <a:pt x="4155" y="770"/>
                    <a:pt x="4284" y="738"/>
                  </a:cubicBezTo>
                  <a:cubicBezTo>
                    <a:pt x="4316" y="706"/>
                    <a:pt x="4364" y="690"/>
                    <a:pt x="4412" y="674"/>
                  </a:cubicBezTo>
                  <a:cubicBezTo>
                    <a:pt x="4492" y="658"/>
                    <a:pt x="4557" y="610"/>
                    <a:pt x="4637" y="594"/>
                  </a:cubicBezTo>
                  <a:cubicBezTo>
                    <a:pt x="4733" y="546"/>
                    <a:pt x="4845" y="530"/>
                    <a:pt x="4942" y="514"/>
                  </a:cubicBezTo>
                  <a:cubicBezTo>
                    <a:pt x="4974" y="514"/>
                    <a:pt x="5022" y="498"/>
                    <a:pt x="5054" y="498"/>
                  </a:cubicBezTo>
                  <a:close/>
                  <a:moveTo>
                    <a:pt x="7781" y="498"/>
                  </a:moveTo>
                  <a:lnTo>
                    <a:pt x="7781" y="498"/>
                  </a:lnTo>
                  <a:cubicBezTo>
                    <a:pt x="7813" y="514"/>
                    <a:pt x="7845" y="514"/>
                    <a:pt x="7894" y="530"/>
                  </a:cubicBezTo>
                  <a:cubicBezTo>
                    <a:pt x="7990" y="562"/>
                    <a:pt x="8086" y="594"/>
                    <a:pt x="8182" y="610"/>
                  </a:cubicBezTo>
                  <a:cubicBezTo>
                    <a:pt x="8263" y="642"/>
                    <a:pt x="8327" y="658"/>
                    <a:pt x="8407" y="690"/>
                  </a:cubicBezTo>
                  <a:cubicBezTo>
                    <a:pt x="8455" y="722"/>
                    <a:pt x="8487" y="738"/>
                    <a:pt x="8551" y="738"/>
                  </a:cubicBezTo>
                  <a:cubicBezTo>
                    <a:pt x="8664" y="770"/>
                    <a:pt x="8792" y="835"/>
                    <a:pt x="8888" y="883"/>
                  </a:cubicBezTo>
                  <a:cubicBezTo>
                    <a:pt x="8936" y="899"/>
                    <a:pt x="8985" y="915"/>
                    <a:pt x="9033" y="931"/>
                  </a:cubicBezTo>
                  <a:cubicBezTo>
                    <a:pt x="9097" y="979"/>
                    <a:pt x="9177" y="995"/>
                    <a:pt x="9225" y="1043"/>
                  </a:cubicBezTo>
                  <a:cubicBezTo>
                    <a:pt x="9305" y="1075"/>
                    <a:pt x="9386" y="1123"/>
                    <a:pt x="9466" y="1172"/>
                  </a:cubicBezTo>
                  <a:lnTo>
                    <a:pt x="9658" y="1300"/>
                  </a:lnTo>
                  <a:cubicBezTo>
                    <a:pt x="9739" y="1332"/>
                    <a:pt x="9787" y="1396"/>
                    <a:pt x="9867" y="1444"/>
                  </a:cubicBezTo>
                  <a:cubicBezTo>
                    <a:pt x="9899" y="1460"/>
                    <a:pt x="9931" y="1476"/>
                    <a:pt x="9947" y="1492"/>
                  </a:cubicBezTo>
                  <a:cubicBezTo>
                    <a:pt x="9626" y="1733"/>
                    <a:pt x="9273" y="1942"/>
                    <a:pt x="8904" y="2102"/>
                  </a:cubicBezTo>
                  <a:cubicBezTo>
                    <a:pt x="8616" y="1412"/>
                    <a:pt x="8230" y="883"/>
                    <a:pt x="7781" y="498"/>
                  </a:cubicBezTo>
                  <a:close/>
                  <a:moveTo>
                    <a:pt x="6209" y="353"/>
                  </a:moveTo>
                  <a:lnTo>
                    <a:pt x="6209" y="2648"/>
                  </a:lnTo>
                  <a:cubicBezTo>
                    <a:pt x="5535" y="2615"/>
                    <a:pt x="4893" y="2487"/>
                    <a:pt x="4284" y="2263"/>
                  </a:cubicBezTo>
                  <a:cubicBezTo>
                    <a:pt x="4765" y="1172"/>
                    <a:pt x="5439" y="450"/>
                    <a:pt x="6209" y="353"/>
                  </a:cubicBezTo>
                  <a:close/>
                  <a:moveTo>
                    <a:pt x="6610" y="353"/>
                  </a:moveTo>
                  <a:cubicBezTo>
                    <a:pt x="7364" y="450"/>
                    <a:pt x="8022" y="1172"/>
                    <a:pt x="8519" y="2263"/>
                  </a:cubicBezTo>
                  <a:cubicBezTo>
                    <a:pt x="7926" y="2503"/>
                    <a:pt x="7284" y="2615"/>
                    <a:pt x="6594" y="2648"/>
                  </a:cubicBezTo>
                  <a:lnTo>
                    <a:pt x="6594" y="353"/>
                  </a:lnTo>
                  <a:close/>
                  <a:moveTo>
                    <a:pt x="8664" y="2615"/>
                  </a:moveTo>
                  <a:cubicBezTo>
                    <a:pt x="9033" y="3578"/>
                    <a:pt x="9273" y="4781"/>
                    <a:pt x="9289" y="6097"/>
                  </a:cubicBezTo>
                  <a:lnTo>
                    <a:pt x="6610" y="6097"/>
                  </a:lnTo>
                  <a:lnTo>
                    <a:pt x="6610" y="3049"/>
                  </a:lnTo>
                  <a:cubicBezTo>
                    <a:pt x="7332" y="3017"/>
                    <a:pt x="8022" y="2888"/>
                    <a:pt x="8664" y="2615"/>
                  </a:cubicBezTo>
                  <a:close/>
                  <a:moveTo>
                    <a:pt x="2551" y="1765"/>
                  </a:moveTo>
                  <a:cubicBezTo>
                    <a:pt x="2936" y="2038"/>
                    <a:pt x="3337" y="2295"/>
                    <a:pt x="3754" y="2487"/>
                  </a:cubicBezTo>
                  <a:cubicBezTo>
                    <a:pt x="3369" y="3482"/>
                    <a:pt x="3129" y="4749"/>
                    <a:pt x="3113" y="6113"/>
                  </a:cubicBezTo>
                  <a:lnTo>
                    <a:pt x="449" y="6113"/>
                  </a:lnTo>
                  <a:cubicBezTo>
                    <a:pt x="514" y="4364"/>
                    <a:pt x="1316" y="2808"/>
                    <a:pt x="2551" y="1765"/>
                  </a:cubicBezTo>
                  <a:close/>
                  <a:moveTo>
                    <a:pt x="4139" y="2648"/>
                  </a:moveTo>
                  <a:cubicBezTo>
                    <a:pt x="4797" y="2888"/>
                    <a:pt x="5487" y="3017"/>
                    <a:pt x="6209" y="3065"/>
                  </a:cubicBezTo>
                  <a:lnTo>
                    <a:pt x="6209" y="6113"/>
                  </a:lnTo>
                  <a:lnTo>
                    <a:pt x="3514" y="6113"/>
                  </a:lnTo>
                  <a:cubicBezTo>
                    <a:pt x="3530" y="4813"/>
                    <a:pt x="3754" y="3610"/>
                    <a:pt x="4139" y="2648"/>
                  </a:cubicBezTo>
                  <a:close/>
                  <a:moveTo>
                    <a:pt x="10252" y="1749"/>
                  </a:moveTo>
                  <a:cubicBezTo>
                    <a:pt x="11503" y="2824"/>
                    <a:pt x="12322" y="4364"/>
                    <a:pt x="12386" y="6113"/>
                  </a:cubicBezTo>
                  <a:lnTo>
                    <a:pt x="9690" y="6113"/>
                  </a:lnTo>
                  <a:cubicBezTo>
                    <a:pt x="9674" y="4749"/>
                    <a:pt x="9434" y="3482"/>
                    <a:pt x="9049" y="2487"/>
                  </a:cubicBezTo>
                  <a:cubicBezTo>
                    <a:pt x="9466" y="2279"/>
                    <a:pt x="9867" y="2038"/>
                    <a:pt x="10252" y="1749"/>
                  </a:cubicBezTo>
                  <a:close/>
                  <a:moveTo>
                    <a:pt x="9289" y="6514"/>
                  </a:moveTo>
                  <a:cubicBezTo>
                    <a:pt x="9273" y="7814"/>
                    <a:pt x="9049" y="9017"/>
                    <a:pt x="8664" y="9979"/>
                  </a:cubicBezTo>
                  <a:cubicBezTo>
                    <a:pt x="8006" y="9739"/>
                    <a:pt x="7332" y="9594"/>
                    <a:pt x="6610" y="9562"/>
                  </a:cubicBezTo>
                  <a:lnTo>
                    <a:pt x="6610" y="6514"/>
                  </a:lnTo>
                  <a:close/>
                  <a:moveTo>
                    <a:pt x="6209" y="6530"/>
                  </a:moveTo>
                  <a:lnTo>
                    <a:pt x="6209" y="9578"/>
                  </a:lnTo>
                  <a:cubicBezTo>
                    <a:pt x="5487" y="9594"/>
                    <a:pt x="4781" y="9739"/>
                    <a:pt x="4139" y="9995"/>
                  </a:cubicBezTo>
                  <a:cubicBezTo>
                    <a:pt x="3770" y="9033"/>
                    <a:pt x="3530" y="7830"/>
                    <a:pt x="3514" y="6530"/>
                  </a:cubicBezTo>
                  <a:close/>
                  <a:moveTo>
                    <a:pt x="3113" y="6530"/>
                  </a:moveTo>
                  <a:cubicBezTo>
                    <a:pt x="3129" y="7894"/>
                    <a:pt x="3369" y="9161"/>
                    <a:pt x="3754" y="10156"/>
                  </a:cubicBezTo>
                  <a:cubicBezTo>
                    <a:pt x="3337" y="10348"/>
                    <a:pt x="2936" y="10589"/>
                    <a:pt x="2551" y="10878"/>
                  </a:cubicBezTo>
                  <a:cubicBezTo>
                    <a:pt x="1300" y="9819"/>
                    <a:pt x="481" y="8279"/>
                    <a:pt x="417" y="6530"/>
                  </a:cubicBezTo>
                  <a:close/>
                  <a:moveTo>
                    <a:pt x="12386" y="6530"/>
                  </a:moveTo>
                  <a:cubicBezTo>
                    <a:pt x="12322" y="8263"/>
                    <a:pt x="11503" y="9819"/>
                    <a:pt x="10252" y="10878"/>
                  </a:cubicBezTo>
                  <a:cubicBezTo>
                    <a:pt x="9867" y="10605"/>
                    <a:pt x="9466" y="10348"/>
                    <a:pt x="9049" y="10156"/>
                  </a:cubicBezTo>
                  <a:cubicBezTo>
                    <a:pt x="9434" y="9161"/>
                    <a:pt x="9674" y="7894"/>
                    <a:pt x="9690" y="6530"/>
                  </a:cubicBezTo>
                  <a:close/>
                  <a:moveTo>
                    <a:pt x="8872" y="10509"/>
                  </a:moveTo>
                  <a:cubicBezTo>
                    <a:pt x="9225" y="10669"/>
                    <a:pt x="9578" y="10862"/>
                    <a:pt x="9915" y="11102"/>
                  </a:cubicBezTo>
                  <a:cubicBezTo>
                    <a:pt x="9915" y="11151"/>
                    <a:pt x="9867" y="11167"/>
                    <a:pt x="9851" y="11183"/>
                  </a:cubicBezTo>
                  <a:cubicBezTo>
                    <a:pt x="9771" y="11247"/>
                    <a:pt x="9706" y="11279"/>
                    <a:pt x="9626" y="11327"/>
                  </a:cubicBezTo>
                  <a:lnTo>
                    <a:pt x="9450" y="11439"/>
                  </a:lnTo>
                  <a:cubicBezTo>
                    <a:pt x="9370" y="11488"/>
                    <a:pt x="9289" y="11552"/>
                    <a:pt x="9209" y="11584"/>
                  </a:cubicBezTo>
                  <a:cubicBezTo>
                    <a:pt x="9145" y="11632"/>
                    <a:pt x="9097" y="11648"/>
                    <a:pt x="9017" y="11680"/>
                  </a:cubicBezTo>
                  <a:cubicBezTo>
                    <a:pt x="8968" y="11712"/>
                    <a:pt x="8904" y="11728"/>
                    <a:pt x="8872" y="11744"/>
                  </a:cubicBezTo>
                  <a:cubicBezTo>
                    <a:pt x="8744" y="11808"/>
                    <a:pt x="8632" y="11840"/>
                    <a:pt x="8519" y="11889"/>
                  </a:cubicBezTo>
                  <a:cubicBezTo>
                    <a:pt x="8487" y="11905"/>
                    <a:pt x="8439" y="11921"/>
                    <a:pt x="8391" y="11921"/>
                  </a:cubicBezTo>
                  <a:cubicBezTo>
                    <a:pt x="8311" y="11953"/>
                    <a:pt x="8247" y="11985"/>
                    <a:pt x="8166" y="12001"/>
                  </a:cubicBezTo>
                  <a:cubicBezTo>
                    <a:pt x="8070" y="12049"/>
                    <a:pt x="7974" y="12065"/>
                    <a:pt x="7861" y="12081"/>
                  </a:cubicBezTo>
                  <a:cubicBezTo>
                    <a:pt x="7829" y="12081"/>
                    <a:pt x="7781" y="12113"/>
                    <a:pt x="7749" y="12113"/>
                  </a:cubicBezTo>
                  <a:cubicBezTo>
                    <a:pt x="8182" y="11728"/>
                    <a:pt x="8551" y="11183"/>
                    <a:pt x="8872" y="10509"/>
                  </a:cubicBezTo>
                  <a:close/>
                  <a:moveTo>
                    <a:pt x="3899" y="10541"/>
                  </a:moveTo>
                  <a:cubicBezTo>
                    <a:pt x="4186" y="11228"/>
                    <a:pt x="4570" y="11757"/>
                    <a:pt x="5017" y="12141"/>
                  </a:cubicBezTo>
                  <a:lnTo>
                    <a:pt x="5017" y="12141"/>
                  </a:lnTo>
                  <a:cubicBezTo>
                    <a:pt x="4998" y="12127"/>
                    <a:pt x="4955" y="12113"/>
                    <a:pt x="4926" y="12113"/>
                  </a:cubicBezTo>
                  <a:cubicBezTo>
                    <a:pt x="4813" y="12081"/>
                    <a:pt x="4717" y="12049"/>
                    <a:pt x="4621" y="12033"/>
                  </a:cubicBezTo>
                  <a:cubicBezTo>
                    <a:pt x="4540" y="12001"/>
                    <a:pt x="4476" y="11985"/>
                    <a:pt x="4396" y="11953"/>
                  </a:cubicBezTo>
                  <a:cubicBezTo>
                    <a:pt x="4364" y="11921"/>
                    <a:pt x="4316" y="11905"/>
                    <a:pt x="4252" y="11889"/>
                  </a:cubicBezTo>
                  <a:cubicBezTo>
                    <a:pt x="4139" y="11840"/>
                    <a:pt x="4011" y="11792"/>
                    <a:pt x="3915" y="11744"/>
                  </a:cubicBezTo>
                  <a:cubicBezTo>
                    <a:pt x="3867" y="11728"/>
                    <a:pt x="3819" y="11712"/>
                    <a:pt x="3770" y="11680"/>
                  </a:cubicBezTo>
                  <a:cubicBezTo>
                    <a:pt x="3706" y="11648"/>
                    <a:pt x="3658" y="11632"/>
                    <a:pt x="3578" y="11584"/>
                  </a:cubicBezTo>
                  <a:cubicBezTo>
                    <a:pt x="3498" y="11552"/>
                    <a:pt x="3417" y="11504"/>
                    <a:pt x="3337" y="11439"/>
                  </a:cubicBezTo>
                  <a:cubicBezTo>
                    <a:pt x="3273" y="11407"/>
                    <a:pt x="3209" y="11359"/>
                    <a:pt x="3145" y="11343"/>
                  </a:cubicBezTo>
                  <a:cubicBezTo>
                    <a:pt x="3064" y="11311"/>
                    <a:pt x="3016" y="11247"/>
                    <a:pt x="2936" y="11199"/>
                  </a:cubicBezTo>
                  <a:cubicBezTo>
                    <a:pt x="2904" y="11183"/>
                    <a:pt x="2872" y="11167"/>
                    <a:pt x="2856" y="11151"/>
                  </a:cubicBezTo>
                  <a:cubicBezTo>
                    <a:pt x="3177" y="10910"/>
                    <a:pt x="3530" y="10701"/>
                    <a:pt x="3899" y="10541"/>
                  </a:cubicBezTo>
                  <a:close/>
                  <a:moveTo>
                    <a:pt x="6209" y="9979"/>
                  </a:moveTo>
                  <a:lnTo>
                    <a:pt x="6209" y="12274"/>
                  </a:lnTo>
                  <a:cubicBezTo>
                    <a:pt x="5439" y="12161"/>
                    <a:pt x="4781" y="11439"/>
                    <a:pt x="4284" y="10364"/>
                  </a:cubicBezTo>
                  <a:cubicBezTo>
                    <a:pt x="4877" y="10124"/>
                    <a:pt x="5519" y="9995"/>
                    <a:pt x="6209" y="9979"/>
                  </a:cubicBezTo>
                  <a:close/>
                  <a:moveTo>
                    <a:pt x="6610" y="9979"/>
                  </a:moveTo>
                  <a:cubicBezTo>
                    <a:pt x="7268" y="9995"/>
                    <a:pt x="7910" y="10140"/>
                    <a:pt x="8519" y="10364"/>
                  </a:cubicBezTo>
                  <a:cubicBezTo>
                    <a:pt x="8054" y="11439"/>
                    <a:pt x="7364" y="12161"/>
                    <a:pt x="6610" y="12274"/>
                  </a:cubicBezTo>
                  <a:lnTo>
                    <a:pt x="6610" y="9979"/>
                  </a:lnTo>
                  <a:close/>
                  <a:moveTo>
                    <a:pt x="6385" y="0"/>
                  </a:moveTo>
                  <a:cubicBezTo>
                    <a:pt x="6225" y="0"/>
                    <a:pt x="6065" y="0"/>
                    <a:pt x="5904" y="16"/>
                  </a:cubicBezTo>
                  <a:lnTo>
                    <a:pt x="5776" y="16"/>
                  </a:lnTo>
                  <a:lnTo>
                    <a:pt x="5359" y="81"/>
                  </a:lnTo>
                  <a:cubicBezTo>
                    <a:pt x="5295" y="81"/>
                    <a:pt x="5262" y="97"/>
                    <a:pt x="5198" y="97"/>
                  </a:cubicBezTo>
                  <a:lnTo>
                    <a:pt x="4893" y="161"/>
                  </a:lnTo>
                  <a:cubicBezTo>
                    <a:pt x="4813" y="177"/>
                    <a:pt x="4717" y="193"/>
                    <a:pt x="4637" y="209"/>
                  </a:cubicBezTo>
                  <a:cubicBezTo>
                    <a:pt x="4557" y="241"/>
                    <a:pt x="4476" y="257"/>
                    <a:pt x="4412" y="273"/>
                  </a:cubicBezTo>
                  <a:cubicBezTo>
                    <a:pt x="4332" y="289"/>
                    <a:pt x="4252" y="337"/>
                    <a:pt x="4171" y="353"/>
                  </a:cubicBezTo>
                  <a:cubicBezTo>
                    <a:pt x="4075" y="401"/>
                    <a:pt x="3979" y="434"/>
                    <a:pt x="3899" y="482"/>
                  </a:cubicBezTo>
                  <a:cubicBezTo>
                    <a:pt x="3819" y="514"/>
                    <a:pt x="3754" y="530"/>
                    <a:pt x="3674" y="578"/>
                  </a:cubicBezTo>
                  <a:cubicBezTo>
                    <a:pt x="3594" y="610"/>
                    <a:pt x="3498" y="658"/>
                    <a:pt x="3417" y="722"/>
                  </a:cubicBezTo>
                  <a:cubicBezTo>
                    <a:pt x="3337" y="754"/>
                    <a:pt x="3273" y="803"/>
                    <a:pt x="3193" y="835"/>
                  </a:cubicBezTo>
                  <a:cubicBezTo>
                    <a:pt x="3113" y="899"/>
                    <a:pt x="3016" y="931"/>
                    <a:pt x="2936" y="995"/>
                  </a:cubicBezTo>
                  <a:cubicBezTo>
                    <a:pt x="2872" y="1043"/>
                    <a:pt x="2840" y="1059"/>
                    <a:pt x="2776" y="1091"/>
                  </a:cubicBezTo>
                  <a:cubicBezTo>
                    <a:pt x="2679" y="1172"/>
                    <a:pt x="2567" y="1236"/>
                    <a:pt x="2471" y="1316"/>
                  </a:cubicBezTo>
                  <a:cubicBezTo>
                    <a:pt x="2455" y="1332"/>
                    <a:pt x="2407" y="1364"/>
                    <a:pt x="2391" y="1380"/>
                  </a:cubicBezTo>
                  <a:lnTo>
                    <a:pt x="2391" y="1396"/>
                  </a:lnTo>
                  <a:cubicBezTo>
                    <a:pt x="947" y="2567"/>
                    <a:pt x="0" y="4364"/>
                    <a:pt x="0" y="6354"/>
                  </a:cubicBezTo>
                  <a:cubicBezTo>
                    <a:pt x="0" y="8359"/>
                    <a:pt x="931" y="10140"/>
                    <a:pt x="2391" y="11311"/>
                  </a:cubicBezTo>
                  <a:lnTo>
                    <a:pt x="2391" y="11327"/>
                  </a:lnTo>
                  <a:cubicBezTo>
                    <a:pt x="2407" y="11343"/>
                    <a:pt x="2455" y="11359"/>
                    <a:pt x="2471" y="11391"/>
                  </a:cubicBezTo>
                  <a:cubicBezTo>
                    <a:pt x="2567" y="11471"/>
                    <a:pt x="2679" y="11552"/>
                    <a:pt x="2776" y="11600"/>
                  </a:cubicBezTo>
                  <a:cubicBezTo>
                    <a:pt x="2840" y="11648"/>
                    <a:pt x="2872" y="11664"/>
                    <a:pt x="2936" y="11712"/>
                  </a:cubicBezTo>
                  <a:cubicBezTo>
                    <a:pt x="3016" y="11760"/>
                    <a:pt x="3097" y="11808"/>
                    <a:pt x="3193" y="11873"/>
                  </a:cubicBezTo>
                  <a:cubicBezTo>
                    <a:pt x="3273" y="11905"/>
                    <a:pt x="3337" y="11953"/>
                    <a:pt x="3417" y="11985"/>
                  </a:cubicBezTo>
                  <a:cubicBezTo>
                    <a:pt x="3498" y="12033"/>
                    <a:pt x="3594" y="12081"/>
                    <a:pt x="3674" y="12129"/>
                  </a:cubicBezTo>
                  <a:cubicBezTo>
                    <a:pt x="3738" y="12161"/>
                    <a:pt x="3819" y="12193"/>
                    <a:pt x="3899" y="12225"/>
                  </a:cubicBezTo>
                  <a:cubicBezTo>
                    <a:pt x="3995" y="12274"/>
                    <a:pt x="4075" y="12306"/>
                    <a:pt x="4171" y="12354"/>
                  </a:cubicBezTo>
                  <a:cubicBezTo>
                    <a:pt x="4252" y="12370"/>
                    <a:pt x="4332" y="12402"/>
                    <a:pt x="4412" y="12434"/>
                  </a:cubicBezTo>
                  <a:cubicBezTo>
                    <a:pt x="4492" y="12450"/>
                    <a:pt x="4557" y="12466"/>
                    <a:pt x="4637" y="12482"/>
                  </a:cubicBezTo>
                  <a:cubicBezTo>
                    <a:pt x="4717" y="12514"/>
                    <a:pt x="4813" y="12530"/>
                    <a:pt x="4893" y="12546"/>
                  </a:cubicBezTo>
                  <a:lnTo>
                    <a:pt x="5198" y="12611"/>
                  </a:lnTo>
                  <a:cubicBezTo>
                    <a:pt x="5262" y="12611"/>
                    <a:pt x="5295" y="12627"/>
                    <a:pt x="5359" y="12627"/>
                  </a:cubicBezTo>
                  <a:lnTo>
                    <a:pt x="5776" y="12691"/>
                  </a:lnTo>
                  <a:lnTo>
                    <a:pt x="5904" y="12691"/>
                  </a:lnTo>
                  <a:cubicBezTo>
                    <a:pt x="6065" y="12707"/>
                    <a:pt x="6225" y="12707"/>
                    <a:pt x="6385" y="12707"/>
                  </a:cubicBezTo>
                  <a:cubicBezTo>
                    <a:pt x="6546" y="12707"/>
                    <a:pt x="6706" y="12707"/>
                    <a:pt x="6867" y="12691"/>
                  </a:cubicBezTo>
                  <a:lnTo>
                    <a:pt x="6979" y="12691"/>
                  </a:lnTo>
                  <a:lnTo>
                    <a:pt x="7412" y="12627"/>
                  </a:lnTo>
                  <a:cubicBezTo>
                    <a:pt x="7460" y="12627"/>
                    <a:pt x="7509" y="12611"/>
                    <a:pt x="7573" y="12611"/>
                  </a:cubicBezTo>
                  <a:lnTo>
                    <a:pt x="7861" y="12546"/>
                  </a:lnTo>
                  <a:cubicBezTo>
                    <a:pt x="7974" y="12530"/>
                    <a:pt x="8054" y="12514"/>
                    <a:pt x="8134" y="12466"/>
                  </a:cubicBezTo>
                  <a:cubicBezTo>
                    <a:pt x="8214" y="12450"/>
                    <a:pt x="8263" y="12434"/>
                    <a:pt x="8343" y="12402"/>
                  </a:cubicBezTo>
                  <a:cubicBezTo>
                    <a:pt x="8423" y="12386"/>
                    <a:pt x="8535" y="12354"/>
                    <a:pt x="8616" y="12322"/>
                  </a:cubicBezTo>
                  <a:cubicBezTo>
                    <a:pt x="8712" y="12290"/>
                    <a:pt x="8792" y="12242"/>
                    <a:pt x="8888" y="12225"/>
                  </a:cubicBezTo>
                  <a:cubicBezTo>
                    <a:pt x="8968" y="12193"/>
                    <a:pt x="9033" y="12161"/>
                    <a:pt x="9113" y="12129"/>
                  </a:cubicBezTo>
                  <a:cubicBezTo>
                    <a:pt x="9193" y="12081"/>
                    <a:pt x="9289" y="12049"/>
                    <a:pt x="9370" y="12001"/>
                  </a:cubicBezTo>
                  <a:cubicBezTo>
                    <a:pt x="9450" y="11969"/>
                    <a:pt x="9514" y="11921"/>
                    <a:pt x="9594" y="11889"/>
                  </a:cubicBezTo>
                  <a:cubicBezTo>
                    <a:pt x="9674" y="11840"/>
                    <a:pt x="9755" y="11792"/>
                    <a:pt x="9851" y="11728"/>
                  </a:cubicBezTo>
                  <a:cubicBezTo>
                    <a:pt x="9915" y="11680"/>
                    <a:pt x="9947" y="11664"/>
                    <a:pt x="10011" y="11632"/>
                  </a:cubicBezTo>
                  <a:cubicBezTo>
                    <a:pt x="10108" y="11552"/>
                    <a:pt x="10220" y="11488"/>
                    <a:pt x="10316" y="11407"/>
                  </a:cubicBezTo>
                  <a:cubicBezTo>
                    <a:pt x="10332" y="11391"/>
                    <a:pt x="10380" y="11359"/>
                    <a:pt x="10396" y="11343"/>
                  </a:cubicBezTo>
                  <a:lnTo>
                    <a:pt x="10396" y="11327"/>
                  </a:lnTo>
                  <a:cubicBezTo>
                    <a:pt x="11840" y="10156"/>
                    <a:pt x="12787" y="8359"/>
                    <a:pt x="12787" y="6370"/>
                  </a:cubicBezTo>
                  <a:cubicBezTo>
                    <a:pt x="12787" y="4300"/>
                    <a:pt x="11840" y="2519"/>
                    <a:pt x="10396" y="1364"/>
                  </a:cubicBezTo>
                  <a:cubicBezTo>
                    <a:pt x="10348" y="1332"/>
                    <a:pt x="10332" y="1316"/>
                    <a:pt x="10316" y="1300"/>
                  </a:cubicBezTo>
                  <a:cubicBezTo>
                    <a:pt x="10220" y="1220"/>
                    <a:pt x="10108" y="1156"/>
                    <a:pt x="10011" y="1075"/>
                  </a:cubicBezTo>
                  <a:cubicBezTo>
                    <a:pt x="9947" y="1043"/>
                    <a:pt x="9915" y="995"/>
                    <a:pt x="9851" y="979"/>
                  </a:cubicBezTo>
                  <a:cubicBezTo>
                    <a:pt x="9771" y="915"/>
                    <a:pt x="9690" y="883"/>
                    <a:pt x="9594" y="819"/>
                  </a:cubicBezTo>
                  <a:cubicBezTo>
                    <a:pt x="9514" y="770"/>
                    <a:pt x="9450" y="738"/>
                    <a:pt x="9370" y="690"/>
                  </a:cubicBezTo>
                  <a:cubicBezTo>
                    <a:pt x="9289" y="658"/>
                    <a:pt x="9193" y="610"/>
                    <a:pt x="9113" y="578"/>
                  </a:cubicBezTo>
                  <a:cubicBezTo>
                    <a:pt x="9033" y="530"/>
                    <a:pt x="8968" y="514"/>
                    <a:pt x="8888" y="482"/>
                  </a:cubicBezTo>
                  <a:cubicBezTo>
                    <a:pt x="8808" y="434"/>
                    <a:pt x="8712" y="401"/>
                    <a:pt x="8616" y="369"/>
                  </a:cubicBezTo>
                  <a:cubicBezTo>
                    <a:pt x="8535" y="337"/>
                    <a:pt x="8455" y="321"/>
                    <a:pt x="8343" y="289"/>
                  </a:cubicBezTo>
                  <a:cubicBezTo>
                    <a:pt x="8263" y="273"/>
                    <a:pt x="8214" y="257"/>
                    <a:pt x="8134" y="241"/>
                  </a:cubicBezTo>
                  <a:cubicBezTo>
                    <a:pt x="8054" y="209"/>
                    <a:pt x="7942" y="193"/>
                    <a:pt x="7861" y="161"/>
                  </a:cubicBezTo>
                  <a:lnTo>
                    <a:pt x="7573" y="97"/>
                  </a:lnTo>
                  <a:cubicBezTo>
                    <a:pt x="7509" y="97"/>
                    <a:pt x="7460" y="81"/>
                    <a:pt x="7412" y="81"/>
                  </a:cubicBezTo>
                  <a:lnTo>
                    <a:pt x="6979" y="16"/>
                  </a:lnTo>
                  <a:lnTo>
                    <a:pt x="6867" y="16"/>
                  </a:lnTo>
                  <a:cubicBezTo>
                    <a:pt x="6706" y="0"/>
                    <a:pt x="6546" y="0"/>
                    <a:pt x="638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2544350" y="909600"/>
              <a:ext cx="337350" cy="206175"/>
            </a:xfrm>
            <a:custGeom>
              <a:avLst/>
              <a:gdLst/>
              <a:ahLst/>
              <a:cxnLst/>
              <a:rect l="l" t="t" r="r" b="b"/>
              <a:pathLst>
                <a:path w="13494" h="8247" extrusionOk="0">
                  <a:moveTo>
                    <a:pt x="7798" y="450"/>
                  </a:moveTo>
                  <a:cubicBezTo>
                    <a:pt x="9531" y="450"/>
                    <a:pt x="10959" y="1846"/>
                    <a:pt x="10959" y="3594"/>
                  </a:cubicBezTo>
                  <a:cubicBezTo>
                    <a:pt x="10959" y="3707"/>
                    <a:pt x="11039" y="3803"/>
                    <a:pt x="11151" y="3803"/>
                  </a:cubicBezTo>
                  <a:cubicBezTo>
                    <a:pt x="12258" y="3835"/>
                    <a:pt x="13092" y="4733"/>
                    <a:pt x="13092" y="5840"/>
                  </a:cubicBezTo>
                  <a:cubicBezTo>
                    <a:pt x="13092" y="6963"/>
                    <a:pt x="12178" y="7894"/>
                    <a:pt x="11055" y="7894"/>
                  </a:cubicBezTo>
                  <a:lnTo>
                    <a:pt x="2456" y="7894"/>
                  </a:lnTo>
                  <a:cubicBezTo>
                    <a:pt x="1332" y="7894"/>
                    <a:pt x="402" y="6963"/>
                    <a:pt x="402" y="5840"/>
                  </a:cubicBezTo>
                  <a:cubicBezTo>
                    <a:pt x="402" y="4798"/>
                    <a:pt x="1172" y="3947"/>
                    <a:pt x="2167" y="3803"/>
                  </a:cubicBezTo>
                  <a:cubicBezTo>
                    <a:pt x="2263" y="3787"/>
                    <a:pt x="2343" y="3707"/>
                    <a:pt x="2343" y="3594"/>
                  </a:cubicBezTo>
                  <a:lnTo>
                    <a:pt x="2343" y="3578"/>
                  </a:lnTo>
                  <a:cubicBezTo>
                    <a:pt x="2343" y="2744"/>
                    <a:pt x="3033" y="2054"/>
                    <a:pt x="3867" y="2054"/>
                  </a:cubicBezTo>
                  <a:cubicBezTo>
                    <a:pt x="4156" y="2054"/>
                    <a:pt x="4429" y="2134"/>
                    <a:pt x="4702" y="2295"/>
                  </a:cubicBezTo>
                  <a:cubicBezTo>
                    <a:pt x="4720" y="2314"/>
                    <a:pt x="4750" y="2321"/>
                    <a:pt x="4785" y="2321"/>
                  </a:cubicBezTo>
                  <a:cubicBezTo>
                    <a:pt x="4809" y="2321"/>
                    <a:pt x="4835" y="2317"/>
                    <a:pt x="4862" y="2311"/>
                  </a:cubicBezTo>
                  <a:cubicBezTo>
                    <a:pt x="4910" y="2295"/>
                    <a:pt x="4958" y="2263"/>
                    <a:pt x="4974" y="2215"/>
                  </a:cubicBezTo>
                  <a:cubicBezTo>
                    <a:pt x="5504" y="1140"/>
                    <a:pt x="6579" y="450"/>
                    <a:pt x="7798" y="450"/>
                  </a:cubicBezTo>
                  <a:close/>
                  <a:moveTo>
                    <a:pt x="7830" y="1"/>
                  </a:moveTo>
                  <a:cubicBezTo>
                    <a:pt x="6515" y="1"/>
                    <a:pt x="5359" y="690"/>
                    <a:pt x="4734" y="1813"/>
                  </a:cubicBezTo>
                  <a:cubicBezTo>
                    <a:pt x="4477" y="1685"/>
                    <a:pt x="4188" y="1605"/>
                    <a:pt x="3899" y="1605"/>
                  </a:cubicBezTo>
                  <a:cubicBezTo>
                    <a:pt x="2873" y="1605"/>
                    <a:pt x="2054" y="2391"/>
                    <a:pt x="1974" y="3402"/>
                  </a:cubicBezTo>
                  <a:cubicBezTo>
                    <a:pt x="851" y="3642"/>
                    <a:pt x="17" y="4621"/>
                    <a:pt x="17" y="5776"/>
                  </a:cubicBezTo>
                  <a:cubicBezTo>
                    <a:pt x="1" y="7172"/>
                    <a:pt x="1108" y="8247"/>
                    <a:pt x="2456" y="8247"/>
                  </a:cubicBezTo>
                  <a:lnTo>
                    <a:pt x="11055" y="8247"/>
                  </a:lnTo>
                  <a:cubicBezTo>
                    <a:pt x="12402" y="8247"/>
                    <a:pt x="13493" y="7156"/>
                    <a:pt x="13493" y="5808"/>
                  </a:cubicBezTo>
                  <a:cubicBezTo>
                    <a:pt x="13493" y="4557"/>
                    <a:pt x="12579" y="3514"/>
                    <a:pt x="11360" y="3370"/>
                  </a:cubicBezTo>
                  <a:cubicBezTo>
                    <a:pt x="11247" y="1509"/>
                    <a:pt x="9707" y="1"/>
                    <a:pt x="7830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624875" y="858675"/>
              <a:ext cx="304850" cy="208975"/>
            </a:xfrm>
            <a:custGeom>
              <a:avLst/>
              <a:gdLst/>
              <a:ahLst/>
              <a:cxnLst/>
              <a:rect l="l" t="t" r="r" b="b"/>
              <a:pathLst>
                <a:path w="12194" h="8359" extrusionOk="0">
                  <a:moveTo>
                    <a:pt x="4589" y="0"/>
                  </a:moveTo>
                  <a:cubicBezTo>
                    <a:pt x="3531" y="1267"/>
                    <a:pt x="1958" y="2070"/>
                    <a:pt x="193" y="2070"/>
                  </a:cubicBezTo>
                  <a:cubicBezTo>
                    <a:pt x="81" y="2070"/>
                    <a:pt x="1" y="2150"/>
                    <a:pt x="1" y="2262"/>
                  </a:cubicBezTo>
                  <a:cubicBezTo>
                    <a:pt x="1" y="2390"/>
                    <a:pt x="81" y="2471"/>
                    <a:pt x="193" y="2471"/>
                  </a:cubicBezTo>
                  <a:cubicBezTo>
                    <a:pt x="3322" y="2471"/>
                    <a:pt x="5889" y="5022"/>
                    <a:pt x="5889" y="8166"/>
                  </a:cubicBezTo>
                  <a:cubicBezTo>
                    <a:pt x="5889" y="8278"/>
                    <a:pt x="5969" y="8359"/>
                    <a:pt x="6097" y="8359"/>
                  </a:cubicBezTo>
                  <a:cubicBezTo>
                    <a:pt x="6210" y="8359"/>
                    <a:pt x="6290" y="8278"/>
                    <a:pt x="6290" y="8166"/>
                  </a:cubicBezTo>
                  <a:cubicBezTo>
                    <a:pt x="6290" y="5038"/>
                    <a:pt x="8841" y="2471"/>
                    <a:pt x="11985" y="2471"/>
                  </a:cubicBezTo>
                  <a:cubicBezTo>
                    <a:pt x="12114" y="2471"/>
                    <a:pt x="12194" y="2390"/>
                    <a:pt x="12194" y="2262"/>
                  </a:cubicBezTo>
                  <a:cubicBezTo>
                    <a:pt x="12194" y="2150"/>
                    <a:pt x="12114" y="2070"/>
                    <a:pt x="11985" y="2070"/>
                  </a:cubicBezTo>
                  <a:cubicBezTo>
                    <a:pt x="10221" y="2070"/>
                    <a:pt x="8664" y="1267"/>
                    <a:pt x="7622" y="0"/>
                  </a:cubicBezTo>
                  <a:lnTo>
                    <a:pt x="7124" y="0"/>
                  </a:lnTo>
                  <a:cubicBezTo>
                    <a:pt x="7942" y="1107"/>
                    <a:pt x="9098" y="1909"/>
                    <a:pt x="10445" y="2262"/>
                  </a:cubicBezTo>
                  <a:cubicBezTo>
                    <a:pt x="8344" y="2824"/>
                    <a:pt x="6659" y="4492"/>
                    <a:pt x="6114" y="6594"/>
                  </a:cubicBezTo>
                  <a:cubicBezTo>
                    <a:pt x="5552" y="4492"/>
                    <a:pt x="3883" y="2808"/>
                    <a:pt x="1782" y="2262"/>
                  </a:cubicBezTo>
                  <a:cubicBezTo>
                    <a:pt x="3113" y="1909"/>
                    <a:pt x="4269" y="1107"/>
                    <a:pt x="5087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547475" y="1123775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6" y="1108"/>
                  </a:moveTo>
                  <a:cubicBezTo>
                    <a:pt x="2391" y="1573"/>
                    <a:pt x="2760" y="1958"/>
                    <a:pt x="3209" y="2151"/>
                  </a:cubicBezTo>
                  <a:cubicBezTo>
                    <a:pt x="2760" y="2375"/>
                    <a:pt x="2375" y="2728"/>
                    <a:pt x="2166" y="3193"/>
                  </a:cubicBezTo>
                  <a:cubicBezTo>
                    <a:pt x="1958" y="2728"/>
                    <a:pt x="1589" y="2343"/>
                    <a:pt x="1124" y="2151"/>
                  </a:cubicBezTo>
                  <a:cubicBezTo>
                    <a:pt x="1589" y="1958"/>
                    <a:pt x="1958" y="1573"/>
                    <a:pt x="2166" y="1108"/>
                  </a:cubicBezTo>
                  <a:close/>
                  <a:moveTo>
                    <a:pt x="2166" y="1"/>
                  </a:moveTo>
                  <a:cubicBezTo>
                    <a:pt x="2054" y="1"/>
                    <a:pt x="1974" y="81"/>
                    <a:pt x="1974" y="209"/>
                  </a:cubicBezTo>
                  <a:cubicBezTo>
                    <a:pt x="1974" y="1172"/>
                    <a:pt x="1188" y="1974"/>
                    <a:pt x="209" y="1974"/>
                  </a:cubicBezTo>
                  <a:cubicBezTo>
                    <a:pt x="81" y="1974"/>
                    <a:pt x="1" y="2054"/>
                    <a:pt x="1" y="2167"/>
                  </a:cubicBezTo>
                  <a:cubicBezTo>
                    <a:pt x="1" y="2295"/>
                    <a:pt x="113" y="2375"/>
                    <a:pt x="209" y="2375"/>
                  </a:cubicBezTo>
                  <a:cubicBezTo>
                    <a:pt x="1172" y="2375"/>
                    <a:pt x="1974" y="3161"/>
                    <a:pt x="1974" y="4140"/>
                  </a:cubicBezTo>
                  <a:cubicBezTo>
                    <a:pt x="1974" y="4252"/>
                    <a:pt x="2054" y="4332"/>
                    <a:pt x="2166" y="4332"/>
                  </a:cubicBezTo>
                  <a:cubicBezTo>
                    <a:pt x="2295" y="4332"/>
                    <a:pt x="2375" y="4252"/>
                    <a:pt x="2375" y="4140"/>
                  </a:cubicBezTo>
                  <a:cubicBezTo>
                    <a:pt x="2375" y="3177"/>
                    <a:pt x="3161" y="2375"/>
                    <a:pt x="4140" y="2375"/>
                  </a:cubicBezTo>
                  <a:cubicBezTo>
                    <a:pt x="4252" y="2375"/>
                    <a:pt x="4332" y="2295"/>
                    <a:pt x="4332" y="2167"/>
                  </a:cubicBezTo>
                  <a:cubicBezTo>
                    <a:pt x="4332" y="2054"/>
                    <a:pt x="4252" y="1974"/>
                    <a:pt x="4140" y="1974"/>
                  </a:cubicBezTo>
                  <a:cubicBezTo>
                    <a:pt x="3177" y="1974"/>
                    <a:pt x="2375" y="1188"/>
                    <a:pt x="2375" y="209"/>
                  </a:cubicBezTo>
                  <a:cubicBezTo>
                    <a:pt x="2375" y="81"/>
                    <a:pt x="2295" y="1"/>
                    <a:pt x="216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001200" y="1074850"/>
              <a:ext cx="108325" cy="108325"/>
            </a:xfrm>
            <a:custGeom>
              <a:avLst/>
              <a:gdLst/>
              <a:ahLst/>
              <a:cxnLst/>
              <a:rect l="l" t="t" r="r" b="b"/>
              <a:pathLst>
                <a:path w="4333" h="4333" extrusionOk="0">
                  <a:moveTo>
                    <a:pt x="2166" y="1123"/>
                  </a:moveTo>
                  <a:cubicBezTo>
                    <a:pt x="2391" y="1589"/>
                    <a:pt x="2744" y="1958"/>
                    <a:pt x="3209" y="2166"/>
                  </a:cubicBezTo>
                  <a:cubicBezTo>
                    <a:pt x="2744" y="2391"/>
                    <a:pt x="2359" y="2744"/>
                    <a:pt x="2166" y="3209"/>
                  </a:cubicBezTo>
                  <a:cubicBezTo>
                    <a:pt x="1942" y="2744"/>
                    <a:pt x="1589" y="2359"/>
                    <a:pt x="1123" y="2166"/>
                  </a:cubicBezTo>
                  <a:cubicBezTo>
                    <a:pt x="1589" y="1942"/>
                    <a:pt x="1942" y="1589"/>
                    <a:pt x="2166" y="1123"/>
                  </a:cubicBezTo>
                  <a:close/>
                  <a:moveTo>
                    <a:pt x="2166" y="0"/>
                  </a:moveTo>
                  <a:cubicBezTo>
                    <a:pt x="2038" y="0"/>
                    <a:pt x="1958" y="81"/>
                    <a:pt x="1958" y="193"/>
                  </a:cubicBezTo>
                  <a:cubicBezTo>
                    <a:pt x="1958" y="1156"/>
                    <a:pt x="1188" y="1958"/>
                    <a:pt x="193" y="1958"/>
                  </a:cubicBezTo>
                  <a:cubicBezTo>
                    <a:pt x="81" y="1958"/>
                    <a:pt x="0" y="2038"/>
                    <a:pt x="0" y="2166"/>
                  </a:cubicBezTo>
                  <a:cubicBezTo>
                    <a:pt x="0" y="2279"/>
                    <a:pt x="97" y="2359"/>
                    <a:pt x="193" y="2359"/>
                  </a:cubicBezTo>
                  <a:cubicBezTo>
                    <a:pt x="1156" y="2359"/>
                    <a:pt x="1958" y="3145"/>
                    <a:pt x="1958" y="4124"/>
                  </a:cubicBezTo>
                  <a:cubicBezTo>
                    <a:pt x="1958" y="4252"/>
                    <a:pt x="2038" y="4332"/>
                    <a:pt x="2166" y="4332"/>
                  </a:cubicBezTo>
                  <a:cubicBezTo>
                    <a:pt x="2279" y="4332"/>
                    <a:pt x="2359" y="4252"/>
                    <a:pt x="2359" y="4124"/>
                  </a:cubicBezTo>
                  <a:cubicBezTo>
                    <a:pt x="2359" y="3161"/>
                    <a:pt x="3145" y="2359"/>
                    <a:pt x="4124" y="2359"/>
                  </a:cubicBezTo>
                  <a:cubicBezTo>
                    <a:pt x="4252" y="2359"/>
                    <a:pt x="4332" y="2279"/>
                    <a:pt x="4332" y="2166"/>
                  </a:cubicBezTo>
                  <a:cubicBezTo>
                    <a:pt x="4332" y="2038"/>
                    <a:pt x="4252" y="1958"/>
                    <a:pt x="4124" y="1958"/>
                  </a:cubicBezTo>
                  <a:cubicBezTo>
                    <a:pt x="3161" y="1958"/>
                    <a:pt x="2359" y="1188"/>
                    <a:pt x="2359" y="193"/>
                  </a:cubicBezTo>
                  <a:cubicBezTo>
                    <a:pt x="2359" y="81"/>
                    <a:pt x="2279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997900" y="1179525"/>
              <a:ext cx="104300" cy="104725"/>
            </a:xfrm>
            <a:custGeom>
              <a:avLst/>
              <a:gdLst/>
              <a:ahLst/>
              <a:cxnLst/>
              <a:rect l="l" t="t" r="r" b="b"/>
              <a:pathLst>
                <a:path w="4172" h="4189" extrusionOk="0">
                  <a:moveTo>
                    <a:pt x="2086" y="402"/>
                  </a:moveTo>
                  <a:cubicBezTo>
                    <a:pt x="3033" y="402"/>
                    <a:pt x="3771" y="1172"/>
                    <a:pt x="3771" y="2086"/>
                  </a:cubicBezTo>
                  <a:cubicBezTo>
                    <a:pt x="3771" y="3017"/>
                    <a:pt x="3000" y="3771"/>
                    <a:pt x="2086" y="3771"/>
                  </a:cubicBezTo>
                  <a:cubicBezTo>
                    <a:pt x="1155" y="3771"/>
                    <a:pt x="401" y="3017"/>
                    <a:pt x="401" y="2086"/>
                  </a:cubicBezTo>
                  <a:cubicBezTo>
                    <a:pt x="401" y="1172"/>
                    <a:pt x="1139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31" y="1"/>
                    <a:pt x="0" y="947"/>
                    <a:pt x="0" y="2086"/>
                  </a:cubicBezTo>
                  <a:cubicBezTo>
                    <a:pt x="0" y="3225"/>
                    <a:pt x="915" y="4188"/>
                    <a:pt x="2086" y="4188"/>
                  </a:cubicBezTo>
                  <a:cubicBezTo>
                    <a:pt x="3241" y="4188"/>
                    <a:pt x="4172" y="3258"/>
                    <a:pt x="4172" y="2102"/>
                  </a:cubicBezTo>
                  <a:cubicBezTo>
                    <a:pt x="4172" y="963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943750" y="1300250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52" y="402"/>
                  </a:moveTo>
                  <a:cubicBezTo>
                    <a:pt x="6322" y="402"/>
                    <a:pt x="7974" y="2038"/>
                    <a:pt x="8086" y="4060"/>
                  </a:cubicBezTo>
                  <a:lnTo>
                    <a:pt x="402" y="4060"/>
                  </a:lnTo>
                  <a:cubicBezTo>
                    <a:pt x="498" y="2038"/>
                    <a:pt x="2182" y="402"/>
                    <a:pt x="4252" y="402"/>
                  </a:cubicBezTo>
                  <a:close/>
                  <a:moveTo>
                    <a:pt x="4252" y="1"/>
                  </a:moveTo>
                  <a:cubicBezTo>
                    <a:pt x="1894" y="1"/>
                    <a:pt x="1" y="1910"/>
                    <a:pt x="1" y="4252"/>
                  </a:cubicBezTo>
                  <a:cubicBezTo>
                    <a:pt x="1" y="4381"/>
                    <a:pt x="81" y="4461"/>
                    <a:pt x="193" y="4461"/>
                  </a:cubicBezTo>
                  <a:lnTo>
                    <a:pt x="8295" y="4461"/>
                  </a:lnTo>
                  <a:cubicBezTo>
                    <a:pt x="8423" y="4461"/>
                    <a:pt x="8504" y="4381"/>
                    <a:pt x="8504" y="4252"/>
                  </a:cubicBezTo>
                  <a:cubicBezTo>
                    <a:pt x="8504" y="1910"/>
                    <a:pt x="6594" y="1"/>
                    <a:pt x="425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3795350" y="14679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086" y="402"/>
                  </a:moveTo>
                  <a:cubicBezTo>
                    <a:pt x="3033" y="402"/>
                    <a:pt x="3771" y="1156"/>
                    <a:pt x="3771" y="2087"/>
                  </a:cubicBezTo>
                  <a:cubicBezTo>
                    <a:pt x="3771" y="3001"/>
                    <a:pt x="3001" y="3771"/>
                    <a:pt x="2086" y="3771"/>
                  </a:cubicBezTo>
                  <a:cubicBezTo>
                    <a:pt x="1156" y="3771"/>
                    <a:pt x="402" y="3001"/>
                    <a:pt x="402" y="2087"/>
                  </a:cubicBezTo>
                  <a:cubicBezTo>
                    <a:pt x="402" y="1156"/>
                    <a:pt x="1140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8"/>
                    <a:pt x="0" y="2087"/>
                  </a:cubicBezTo>
                  <a:cubicBezTo>
                    <a:pt x="0" y="3242"/>
                    <a:pt x="915" y="4172"/>
                    <a:pt x="2086" y="4172"/>
                  </a:cubicBezTo>
                  <a:cubicBezTo>
                    <a:pt x="3241" y="4172"/>
                    <a:pt x="4172" y="3226"/>
                    <a:pt x="4172" y="2087"/>
                  </a:cubicBezTo>
                  <a:cubicBezTo>
                    <a:pt x="4172" y="915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3741200" y="1588250"/>
              <a:ext cx="212600" cy="111125"/>
            </a:xfrm>
            <a:custGeom>
              <a:avLst/>
              <a:gdLst/>
              <a:ahLst/>
              <a:cxnLst/>
              <a:rect l="l" t="t" r="r" b="b"/>
              <a:pathLst>
                <a:path w="8504" h="4445" extrusionOk="0">
                  <a:moveTo>
                    <a:pt x="4252" y="401"/>
                  </a:moveTo>
                  <a:cubicBezTo>
                    <a:pt x="6322" y="401"/>
                    <a:pt x="7974" y="2022"/>
                    <a:pt x="8103" y="4043"/>
                  </a:cubicBezTo>
                  <a:lnTo>
                    <a:pt x="402" y="4043"/>
                  </a:lnTo>
                  <a:cubicBezTo>
                    <a:pt x="498" y="2022"/>
                    <a:pt x="2182" y="401"/>
                    <a:pt x="4252" y="401"/>
                  </a:cubicBezTo>
                  <a:close/>
                  <a:moveTo>
                    <a:pt x="4252" y="0"/>
                  </a:moveTo>
                  <a:cubicBezTo>
                    <a:pt x="1910" y="0"/>
                    <a:pt x="1" y="1909"/>
                    <a:pt x="1" y="4252"/>
                  </a:cubicBezTo>
                  <a:cubicBezTo>
                    <a:pt x="1" y="4364"/>
                    <a:pt x="81" y="4444"/>
                    <a:pt x="193" y="4444"/>
                  </a:cubicBezTo>
                  <a:lnTo>
                    <a:pt x="8295" y="4444"/>
                  </a:lnTo>
                  <a:cubicBezTo>
                    <a:pt x="8407" y="4444"/>
                    <a:pt x="8504" y="4364"/>
                    <a:pt x="8504" y="4252"/>
                  </a:cubicBezTo>
                  <a:cubicBezTo>
                    <a:pt x="8504" y="1909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200050" y="1467900"/>
              <a:ext cx="104300" cy="104325"/>
            </a:xfrm>
            <a:custGeom>
              <a:avLst/>
              <a:gdLst/>
              <a:ahLst/>
              <a:cxnLst/>
              <a:rect l="l" t="t" r="r" b="b"/>
              <a:pathLst>
                <a:path w="4172" h="4173" extrusionOk="0">
                  <a:moveTo>
                    <a:pt x="2086" y="402"/>
                  </a:moveTo>
                  <a:cubicBezTo>
                    <a:pt x="3016" y="402"/>
                    <a:pt x="3770" y="1156"/>
                    <a:pt x="3770" y="2087"/>
                  </a:cubicBezTo>
                  <a:cubicBezTo>
                    <a:pt x="3770" y="3001"/>
                    <a:pt x="3000" y="3771"/>
                    <a:pt x="2086" y="3771"/>
                  </a:cubicBezTo>
                  <a:cubicBezTo>
                    <a:pt x="1155" y="3771"/>
                    <a:pt x="401" y="3001"/>
                    <a:pt x="401" y="2087"/>
                  </a:cubicBezTo>
                  <a:cubicBezTo>
                    <a:pt x="401" y="1156"/>
                    <a:pt x="1155" y="402"/>
                    <a:pt x="2086" y="402"/>
                  </a:cubicBezTo>
                  <a:close/>
                  <a:moveTo>
                    <a:pt x="2086" y="1"/>
                  </a:moveTo>
                  <a:cubicBezTo>
                    <a:pt x="915" y="1"/>
                    <a:pt x="0" y="948"/>
                    <a:pt x="0" y="2087"/>
                  </a:cubicBezTo>
                  <a:cubicBezTo>
                    <a:pt x="0" y="3242"/>
                    <a:pt x="931" y="4172"/>
                    <a:pt x="2086" y="4172"/>
                  </a:cubicBezTo>
                  <a:cubicBezTo>
                    <a:pt x="3241" y="4172"/>
                    <a:pt x="4172" y="3226"/>
                    <a:pt x="4172" y="2087"/>
                  </a:cubicBezTo>
                  <a:cubicBezTo>
                    <a:pt x="4172" y="915"/>
                    <a:pt x="3225" y="1"/>
                    <a:pt x="208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145900" y="1588650"/>
              <a:ext cx="212600" cy="111525"/>
            </a:xfrm>
            <a:custGeom>
              <a:avLst/>
              <a:gdLst/>
              <a:ahLst/>
              <a:cxnLst/>
              <a:rect l="l" t="t" r="r" b="b"/>
              <a:pathLst>
                <a:path w="8504" h="4461" extrusionOk="0">
                  <a:moveTo>
                    <a:pt x="4268" y="385"/>
                  </a:moveTo>
                  <a:cubicBezTo>
                    <a:pt x="6338" y="385"/>
                    <a:pt x="7990" y="2006"/>
                    <a:pt x="8118" y="4027"/>
                  </a:cubicBezTo>
                  <a:lnTo>
                    <a:pt x="418" y="4027"/>
                  </a:lnTo>
                  <a:cubicBezTo>
                    <a:pt x="514" y="2006"/>
                    <a:pt x="2198" y="385"/>
                    <a:pt x="4268" y="385"/>
                  </a:cubicBezTo>
                  <a:close/>
                  <a:moveTo>
                    <a:pt x="4252" y="0"/>
                  </a:moveTo>
                  <a:cubicBezTo>
                    <a:pt x="1894" y="0"/>
                    <a:pt x="0" y="1909"/>
                    <a:pt x="0" y="4252"/>
                  </a:cubicBezTo>
                  <a:cubicBezTo>
                    <a:pt x="0" y="4364"/>
                    <a:pt x="81" y="4460"/>
                    <a:pt x="193" y="4460"/>
                  </a:cubicBezTo>
                  <a:lnTo>
                    <a:pt x="8295" y="4460"/>
                  </a:lnTo>
                  <a:cubicBezTo>
                    <a:pt x="8423" y="4460"/>
                    <a:pt x="8503" y="4364"/>
                    <a:pt x="8503" y="4252"/>
                  </a:cubicBezTo>
                  <a:cubicBezTo>
                    <a:pt x="8503" y="1909"/>
                    <a:pt x="6594" y="0"/>
                    <a:pt x="4252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982250" y="1460300"/>
              <a:ext cx="137600" cy="160050"/>
            </a:xfrm>
            <a:custGeom>
              <a:avLst/>
              <a:gdLst/>
              <a:ahLst/>
              <a:cxnLst/>
              <a:rect l="l" t="t" r="r" b="b"/>
              <a:pathLst>
                <a:path w="5504" h="6402" extrusionOk="0">
                  <a:moveTo>
                    <a:pt x="2744" y="0"/>
                  </a:moveTo>
                  <a:cubicBezTo>
                    <a:pt x="2632" y="0"/>
                    <a:pt x="2552" y="80"/>
                    <a:pt x="2552" y="209"/>
                  </a:cubicBezTo>
                  <a:lnTo>
                    <a:pt x="2552" y="3594"/>
                  </a:lnTo>
                  <a:lnTo>
                    <a:pt x="81" y="6065"/>
                  </a:lnTo>
                  <a:cubicBezTo>
                    <a:pt x="1" y="6145"/>
                    <a:pt x="1" y="6257"/>
                    <a:pt x="81" y="6337"/>
                  </a:cubicBezTo>
                  <a:cubicBezTo>
                    <a:pt x="121" y="6377"/>
                    <a:pt x="173" y="6397"/>
                    <a:pt x="225" y="6397"/>
                  </a:cubicBezTo>
                  <a:cubicBezTo>
                    <a:pt x="277" y="6397"/>
                    <a:pt x="330" y="6377"/>
                    <a:pt x="370" y="6337"/>
                  </a:cubicBezTo>
                  <a:lnTo>
                    <a:pt x="2744" y="3947"/>
                  </a:lnTo>
                  <a:lnTo>
                    <a:pt x="5135" y="6337"/>
                  </a:lnTo>
                  <a:cubicBezTo>
                    <a:pt x="5183" y="6385"/>
                    <a:pt x="5231" y="6402"/>
                    <a:pt x="5279" y="6402"/>
                  </a:cubicBezTo>
                  <a:cubicBezTo>
                    <a:pt x="5311" y="6402"/>
                    <a:pt x="5375" y="6385"/>
                    <a:pt x="5423" y="6337"/>
                  </a:cubicBezTo>
                  <a:cubicBezTo>
                    <a:pt x="5504" y="6257"/>
                    <a:pt x="5504" y="6145"/>
                    <a:pt x="5423" y="6065"/>
                  </a:cubicBezTo>
                  <a:lnTo>
                    <a:pt x="2953" y="3594"/>
                  </a:lnTo>
                  <a:lnTo>
                    <a:pt x="2953" y="209"/>
                  </a:lnTo>
                  <a:cubicBezTo>
                    <a:pt x="2953" y="80"/>
                    <a:pt x="2872" y="0"/>
                    <a:pt x="2744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3025675" y="1600675"/>
              <a:ext cx="108300" cy="108325"/>
            </a:xfrm>
            <a:custGeom>
              <a:avLst/>
              <a:gdLst/>
              <a:ahLst/>
              <a:cxnLst/>
              <a:rect l="l" t="t" r="r" b="b"/>
              <a:pathLst>
                <a:path w="4332" h="4333" extrusionOk="0">
                  <a:moveTo>
                    <a:pt x="2166" y="1139"/>
                  </a:moveTo>
                  <a:cubicBezTo>
                    <a:pt x="2391" y="1605"/>
                    <a:pt x="2743" y="1990"/>
                    <a:pt x="3209" y="2182"/>
                  </a:cubicBezTo>
                  <a:cubicBezTo>
                    <a:pt x="2759" y="2391"/>
                    <a:pt x="2391" y="2776"/>
                    <a:pt x="2166" y="3225"/>
                  </a:cubicBezTo>
                  <a:cubicBezTo>
                    <a:pt x="1941" y="2760"/>
                    <a:pt x="1588" y="2391"/>
                    <a:pt x="1123" y="2182"/>
                  </a:cubicBezTo>
                  <a:cubicBezTo>
                    <a:pt x="1588" y="1974"/>
                    <a:pt x="1957" y="1605"/>
                    <a:pt x="2166" y="1139"/>
                  </a:cubicBezTo>
                  <a:close/>
                  <a:moveTo>
                    <a:pt x="2166" y="0"/>
                  </a:moveTo>
                  <a:cubicBezTo>
                    <a:pt x="2054" y="0"/>
                    <a:pt x="1973" y="81"/>
                    <a:pt x="1973" y="209"/>
                  </a:cubicBezTo>
                  <a:cubicBezTo>
                    <a:pt x="1973" y="1172"/>
                    <a:pt x="1187" y="1974"/>
                    <a:pt x="209" y="1974"/>
                  </a:cubicBezTo>
                  <a:cubicBezTo>
                    <a:pt x="80" y="1974"/>
                    <a:pt x="0" y="2054"/>
                    <a:pt x="0" y="2166"/>
                  </a:cubicBezTo>
                  <a:cubicBezTo>
                    <a:pt x="0" y="2295"/>
                    <a:pt x="80" y="2375"/>
                    <a:pt x="209" y="2375"/>
                  </a:cubicBezTo>
                  <a:cubicBezTo>
                    <a:pt x="1171" y="2375"/>
                    <a:pt x="1973" y="3145"/>
                    <a:pt x="1973" y="4140"/>
                  </a:cubicBezTo>
                  <a:cubicBezTo>
                    <a:pt x="1973" y="4252"/>
                    <a:pt x="2054" y="4332"/>
                    <a:pt x="2166" y="4332"/>
                  </a:cubicBezTo>
                  <a:cubicBezTo>
                    <a:pt x="2294" y="4332"/>
                    <a:pt x="2374" y="4252"/>
                    <a:pt x="2374" y="4140"/>
                  </a:cubicBezTo>
                  <a:cubicBezTo>
                    <a:pt x="2358" y="3177"/>
                    <a:pt x="3161" y="2375"/>
                    <a:pt x="4139" y="2375"/>
                  </a:cubicBezTo>
                  <a:cubicBezTo>
                    <a:pt x="4252" y="2375"/>
                    <a:pt x="4332" y="2295"/>
                    <a:pt x="4332" y="2166"/>
                  </a:cubicBezTo>
                  <a:cubicBezTo>
                    <a:pt x="4332" y="2054"/>
                    <a:pt x="4252" y="1974"/>
                    <a:pt x="4139" y="1974"/>
                  </a:cubicBezTo>
                  <a:cubicBezTo>
                    <a:pt x="3177" y="1974"/>
                    <a:pt x="2374" y="1188"/>
                    <a:pt x="2374" y="209"/>
                  </a:cubicBezTo>
                  <a:cubicBezTo>
                    <a:pt x="2374" y="81"/>
                    <a:pt x="2294" y="0"/>
                    <a:pt x="2166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3398675" y="1319900"/>
              <a:ext cx="58175" cy="58200"/>
            </a:xfrm>
            <a:custGeom>
              <a:avLst/>
              <a:gdLst/>
              <a:ahLst/>
              <a:cxnLst/>
              <a:rect l="l" t="t" r="r" b="b"/>
              <a:pathLst>
                <a:path w="2327" h="2328" extrusionOk="0">
                  <a:moveTo>
                    <a:pt x="1172" y="386"/>
                  </a:moveTo>
                  <a:cubicBezTo>
                    <a:pt x="1589" y="386"/>
                    <a:pt x="1926" y="723"/>
                    <a:pt x="1926" y="1140"/>
                  </a:cubicBezTo>
                  <a:cubicBezTo>
                    <a:pt x="1926" y="1573"/>
                    <a:pt x="1589" y="1910"/>
                    <a:pt x="1172" y="1910"/>
                  </a:cubicBezTo>
                  <a:cubicBezTo>
                    <a:pt x="738" y="1910"/>
                    <a:pt x="402" y="1573"/>
                    <a:pt x="402" y="1140"/>
                  </a:cubicBezTo>
                  <a:cubicBezTo>
                    <a:pt x="402" y="723"/>
                    <a:pt x="738" y="386"/>
                    <a:pt x="1172" y="386"/>
                  </a:cubicBezTo>
                  <a:close/>
                  <a:moveTo>
                    <a:pt x="1172" y="1"/>
                  </a:moveTo>
                  <a:cubicBezTo>
                    <a:pt x="530" y="1"/>
                    <a:pt x="0" y="530"/>
                    <a:pt x="0" y="1172"/>
                  </a:cubicBezTo>
                  <a:cubicBezTo>
                    <a:pt x="0" y="1814"/>
                    <a:pt x="530" y="2327"/>
                    <a:pt x="1172" y="2327"/>
                  </a:cubicBezTo>
                  <a:cubicBezTo>
                    <a:pt x="1813" y="2327"/>
                    <a:pt x="2327" y="1814"/>
                    <a:pt x="2327" y="1172"/>
                  </a:cubicBezTo>
                  <a:cubicBezTo>
                    <a:pt x="2327" y="530"/>
                    <a:pt x="1813" y="1"/>
                    <a:pt x="1172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3919675" y="1058400"/>
              <a:ext cx="58200" cy="58175"/>
            </a:xfrm>
            <a:custGeom>
              <a:avLst/>
              <a:gdLst/>
              <a:ahLst/>
              <a:cxnLst/>
              <a:rect l="l" t="t" r="r" b="b"/>
              <a:pathLst>
                <a:path w="2328" h="2327" extrusionOk="0">
                  <a:moveTo>
                    <a:pt x="1156" y="402"/>
                  </a:moveTo>
                  <a:cubicBezTo>
                    <a:pt x="1589" y="402"/>
                    <a:pt x="1926" y="739"/>
                    <a:pt x="1926" y="1156"/>
                  </a:cubicBezTo>
                  <a:cubicBezTo>
                    <a:pt x="1926" y="1573"/>
                    <a:pt x="1589" y="1910"/>
                    <a:pt x="1156" y="1910"/>
                  </a:cubicBezTo>
                  <a:cubicBezTo>
                    <a:pt x="739" y="1910"/>
                    <a:pt x="402" y="1573"/>
                    <a:pt x="402" y="1156"/>
                  </a:cubicBezTo>
                  <a:cubicBezTo>
                    <a:pt x="402" y="739"/>
                    <a:pt x="739" y="402"/>
                    <a:pt x="1156" y="402"/>
                  </a:cubicBezTo>
                  <a:close/>
                  <a:moveTo>
                    <a:pt x="1156" y="1"/>
                  </a:moveTo>
                  <a:cubicBezTo>
                    <a:pt x="514" y="1"/>
                    <a:pt x="1" y="514"/>
                    <a:pt x="1" y="1156"/>
                  </a:cubicBezTo>
                  <a:cubicBezTo>
                    <a:pt x="1" y="1798"/>
                    <a:pt x="514" y="2327"/>
                    <a:pt x="1156" y="2327"/>
                  </a:cubicBezTo>
                  <a:cubicBezTo>
                    <a:pt x="1798" y="2327"/>
                    <a:pt x="2327" y="1798"/>
                    <a:pt x="2327" y="1156"/>
                  </a:cubicBezTo>
                  <a:cubicBezTo>
                    <a:pt x="2327" y="514"/>
                    <a:pt x="1798" y="1"/>
                    <a:pt x="1156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466775" y="1423800"/>
              <a:ext cx="57775" cy="58175"/>
            </a:xfrm>
            <a:custGeom>
              <a:avLst/>
              <a:gdLst/>
              <a:ahLst/>
              <a:cxnLst/>
              <a:rect l="l" t="t" r="r" b="b"/>
              <a:pathLst>
                <a:path w="2311" h="2327" extrusionOk="0">
                  <a:moveTo>
                    <a:pt x="1155" y="401"/>
                  </a:moveTo>
                  <a:cubicBezTo>
                    <a:pt x="1572" y="401"/>
                    <a:pt x="1925" y="738"/>
                    <a:pt x="1925" y="1155"/>
                  </a:cubicBezTo>
                  <a:cubicBezTo>
                    <a:pt x="1925" y="1589"/>
                    <a:pt x="1572" y="1925"/>
                    <a:pt x="1155" y="1925"/>
                  </a:cubicBezTo>
                  <a:cubicBezTo>
                    <a:pt x="738" y="1925"/>
                    <a:pt x="401" y="1589"/>
                    <a:pt x="401" y="1155"/>
                  </a:cubicBezTo>
                  <a:cubicBezTo>
                    <a:pt x="401" y="738"/>
                    <a:pt x="738" y="401"/>
                    <a:pt x="1155" y="401"/>
                  </a:cubicBezTo>
                  <a:close/>
                  <a:moveTo>
                    <a:pt x="1155" y="0"/>
                  </a:moveTo>
                  <a:cubicBezTo>
                    <a:pt x="514" y="0"/>
                    <a:pt x="0" y="514"/>
                    <a:pt x="0" y="1155"/>
                  </a:cubicBezTo>
                  <a:cubicBezTo>
                    <a:pt x="0" y="1797"/>
                    <a:pt x="514" y="2327"/>
                    <a:pt x="1155" y="2327"/>
                  </a:cubicBezTo>
                  <a:cubicBezTo>
                    <a:pt x="1797" y="2327"/>
                    <a:pt x="2310" y="1797"/>
                    <a:pt x="2310" y="1155"/>
                  </a:cubicBezTo>
                  <a:cubicBezTo>
                    <a:pt x="2310" y="514"/>
                    <a:pt x="1797" y="0"/>
                    <a:pt x="115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400575" y="982200"/>
              <a:ext cx="157675" cy="294025"/>
            </a:xfrm>
            <a:custGeom>
              <a:avLst/>
              <a:gdLst/>
              <a:ahLst/>
              <a:cxnLst/>
              <a:rect l="l" t="t" r="r" b="b"/>
              <a:pathLst>
                <a:path w="6307" h="11761" extrusionOk="0">
                  <a:moveTo>
                    <a:pt x="4541" y="401"/>
                  </a:moveTo>
                  <a:cubicBezTo>
                    <a:pt x="5103" y="401"/>
                    <a:pt x="5632" y="434"/>
                    <a:pt x="5905" y="450"/>
                  </a:cubicBezTo>
                  <a:lnTo>
                    <a:pt x="5905" y="1877"/>
                  </a:lnTo>
                  <a:lnTo>
                    <a:pt x="5055" y="1877"/>
                  </a:lnTo>
                  <a:cubicBezTo>
                    <a:pt x="3980" y="1877"/>
                    <a:pt x="3851" y="2519"/>
                    <a:pt x="3851" y="3065"/>
                  </a:cubicBezTo>
                  <a:lnTo>
                    <a:pt x="3851" y="4348"/>
                  </a:lnTo>
                  <a:cubicBezTo>
                    <a:pt x="3851" y="4460"/>
                    <a:pt x="3932" y="4541"/>
                    <a:pt x="4044" y="4541"/>
                  </a:cubicBezTo>
                  <a:lnTo>
                    <a:pt x="5825" y="4541"/>
                  </a:lnTo>
                  <a:lnTo>
                    <a:pt x="5632" y="6177"/>
                  </a:lnTo>
                  <a:lnTo>
                    <a:pt x="4060" y="6177"/>
                  </a:lnTo>
                  <a:cubicBezTo>
                    <a:pt x="3948" y="6177"/>
                    <a:pt x="3867" y="6257"/>
                    <a:pt x="3867" y="6370"/>
                  </a:cubicBezTo>
                  <a:lnTo>
                    <a:pt x="3867" y="11359"/>
                  </a:lnTo>
                  <a:lnTo>
                    <a:pt x="2167" y="11359"/>
                  </a:lnTo>
                  <a:lnTo>
                    <a:pt x="2167" y="6370"/>
                  </a:lnTo>
                  <a:cubicBezTo>
                    <a:pt x="2167" y="6257"/>
                    <a:pt x="2087" y="6177"/>
                    <a:pt x="1958" y="6177"/>
                  </a:cubicBezTo>
                  <a:lnTo>
                    <a:pt x="402" y="6177"/>
                  </a:lnTo>
                  <a:lnTo>
                    <a:pt x="402" y="4541"/>
                  </a:lnTo>
                  <a:lnTo>
                    <a:pt x="1942" y="4541"/>
                  </a:lnTo>
                  <a:cubicBezTo>
                    <a:pt x="2055" y="4541"/>
                    <a:pt x="2135" y="4460"/>
                    <a:pt x="2135" y="4348"/>
                  </a:cubicBezTo>
                  <a:lnTo>
                    <a:pt x="2135" y="2856"/>
                  </a:lnTo>
                  <a:cubicBezTo>
                    <a:pt x="2135" y="1316"/>
                    <a:pt x="3049" y="401"/>
                    <a:pt x="4541" y="401"/>
                  </a:cubicBezTo>
                  <a:close/>
                  <a:moveTo>
                    <a:pt x="4541" y="0"/>
                  </a:moveTo>
                  <a:cubicBezTo>
                    <a:pt x="2825" y="0"/>
                    <a:pt x="1734" y="1091"/>
                    <a:pt x="1734" y="2856"/>
                  </a:cubicBezTo>
                  <a:lnTo>
                    <a:pt x="1734" y="4140"/>
                  </a:lnTo>
                  <a:lnTo>
                    <a:pt x="194" y="4140"/>
                  </a:lnTo>
                  <a:cubicBezTo>
                    <a:pt x="65" y="4140"/>
                    <a:pt x="1" y="4220"/>
                    <a:pt x="1" y="4348"/>
                  </a:cubicBezTo>
                  <a:lnTo>
                    <a:pt x="1" y="6370"/>
                  </a:lnTo>
                  <a:cubicBezTo>
                    <a:pt x="1" y="6498"/>
                    <a:pt x="65" y="6578"/>
                    <a:pt x="194" y="6578"/>
                  </a:cubicBezTo>
                  <a:lnTo>
                    <a:pt x="1734" y="6578"/>
                  </a:lnTo>
                  <a:lnTo>
                    <a:pt x="1734" y="11568"/>
                  </a:lnTo>
                  <a:lnTo>
                    <a:pt x="1766" y="11568"/>
                  </a:lnTo>
                  <a:cubicBezTo>
                    <a:pt x="1766" y="11680"/>
                    <a:pt x="1846" y="11760"/>
                    <a:pt x="1958" y="11760"/>
                  </a:cubicBezTo>
                  <a:lnTo>
                    <a:pt x="4044" y="11760"/>
                  </a:lnTo>
                  <a:cubicBezTo>
                    <a:pt x="4172" y="11760"/>
                    <a:pt x="4253" y="11680"/>
                    <a:pt x="4253" y="11568"/>
                  </a:cubicBezTo>
                  <a:lnTo>
                    <a:pt x="4253" y="6578"/>
                  </a:lnTo>
                  <a:lnTo>
                    <a:pt x="5793" y="6578"/>
                  </a:lnTo>
                  <a:cubicBezTo>
                    <a:pt x="5889" y="6578"/>
                    <a:pt x="5969" y="6498"/>
                    <a:pt x="5985" y="6386"/>
                  </a:cubicBezTo>
                  <a:lnTo>
                    <a:pt x="6258" y="4364"/>
                  </a:lnTo>
                  <a:cubicBezTo>
                    <a:pt x="6258" y="4300"/>
                    <a:pt x="6226" y="4252"/>
                    <a:pt x="6210" y="4204"/>
                  </a:cubicBezTo>
                  <a:cubicBezTo>
                    <a:pt x="6194" y="4172"/>
                    <a:pt x="6114" y="4140"/>
                    <a:pt x="6049" y="4140"/>
                  </a:cubicBezTo>
                  <a:lnTo>
                    <a:pt x="4253" y="4140"/>
                  </a:lnTo>
                  <a:lnTo>
                    <a:pt x="4253" y="3065"/>
                  </a:lnTo>
                  <a:cubicBezTo>
                    <a:pt x="4253" y="2535"/>
                    <a:pt x="4365" y="2279"/>
                    <a:pt x="5055" y="2279"/>
                  </a:cubicBezTo>
                  <a:lnTo>
                    <a:pt x="6114" y="2279"/>
                  </a:lnTo>
                  <a:cubicBezTo>
                    <a:pt x="6226" y="2279"/>
                    <a:pt x="6306" y="2198"/>
                    <a:pt x="6306" y="2086"/>
                  </a:cubicBezTo>
                  <a:lnTo>
                    <a:pt x="6306" y="273"/>
                  </a:lnTo>
                  <a:cubicBezTo>
                    <a:pt x="6306" y="177"/>
                    <a:pt x="6226" y="97"/>
                    <a:pt x="6130" y="81"/>
                  </a:cubicBezTo>
                  <a:cubicBezTo>
                    <a:pt x="5937" y="49"/>
                    <a:pt x="5263" y="0"/>
                    <a:pt x="4541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421125" y="1510425"/>
              <a:ext cx="32125" cy="32125"/>
            </a:xfrm>
            <a:custGeom>
              <a:avLst/>
              <a:gdLst/>
              <a:ahLst/>
              <a:cxnLst/>
              <a:rect l="l" t="t" r="r" b="b"/>
              <a:pathLst>
                <a:path w="1285" h="1285" extrusionOk="0">
                  <a:moveTo>
                    <a:pt x="643" y="1"/>
                  </a:moveTo>
                  <a:cubicBezTo>
                    <a:pt x="290" y="1"/>
                    <a:pt x="1" y="289"/>
                    <a:pt x="1" y="642"/>
                  </a:cubicBezTo>
                  <a:cubicBezTo>
                    <a:pt x="1" y="979"/>
                    <a:pt x="290" y="1284"/>
                    <a:pt x="643" y="1284"/>
                  </a:cubicBezTo>
                  <a:cubicBezTo>
                    <a:pt x="1012" y="1284"/>
                    <a:pt x="1284" y="1011"/>
                    <a:pt x="1284" y="642"/>
                  </a:cubicBezTo>
                  <a:cubicBezTo>
                    <a:pt x="1284" y="289"/>
                    <a:pt x="1012" y="1"/>
                    <a:pt x="64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281950" y="153370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5969" h="5969" extrusionOk="0">
                  <a:moveTo>
                    <a:pt x="2985" y="401"/>
                  </a:moveTo>
                  <a:cubicBezTo>
                    <a:pt x="4413" y="401"/>
                    <a:pt x="5568" y="1556"/>
                    <a:pt x="5568" y="2984"/>
                  </a:cubicBezTo>
                  <a:cubicBezTo>
                    <a:pt x="5568" y="4412"/>
                    <a:pt x="4413" y="5567"/>
                    <a:pt x="2985" y="5567"/>
                  </a:cubicBezTo>
                  <a:cubicBezTo>
                    <a:pt x="1557" y="5567"/>
                    <a:pt x="402" y="4412"/>
                    <a:pt x="402" y="2984"/>
                  </a:cubicBezTo>
                  <a:cubicBezTo>
                    <a:pt x="402" y="1556"/>
                    <a:pt x="1557" y="401"/>
                    <a:pt x="2985" y="401"/>
                  </a:cubicBezTo>
                  <a:close/>
                  <a:moveTo>
                    <a:pt x="2985" y="0"/>
                  </a:moveTo>
                  <a:cubicBezTo>
                    <a:pt x="1348" y="0"/>
                    <a:pt x="1" y="1332"/>
                    <a:pt x="1" y="2984"/>
                  </a:cubicBezTo>
                  <a:cubicBezTo>
                    <a:pt x="1" y="4621"/>
                    <a:pt x="1348" y="5968"/>
                    <a:pt x="2985" y="5968"/>
                  </a:cubicBezTo>
                  <a:cubicBezTo>
                    <a:pt x="4621" y="5968"/>
                    <a:pt x="5969" y="4621"/>
                    <a:pt x="5969" y="2984"/>
                  </a:cubicBezTo>
                  <a:cubicBezTo>
                    <a:pt x="5969" y="1332"/>
                    <a:pt x="4621" y="0"/>
                    <a:pt x="2985" y="0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208950" y="1466700"/>
              <a:ext cx="294425" cy="281200"/>
            </a:xfrm>
            <a:custGeom>
              <a:avLst/>
              <a:gdLst/>
              <a:ahLst/>
              <a:cxnLst/>
              <a:rect l="l" t="t" r="r" b="b"/>
              <a:pathLst>
                <a:path w="11777" h="11248" extrusionOk="0">
                  <a:moveTo>
                    <a:pt x="7557" y="402"/>
                  </a:moveTo>
                  <a:cubicBezTo>
                    <a:pt x="9675" y="402"/>
                    <a:pt x="11408" y="2135"/>
                    <a:pt x="11408" y="4252"/>
                  </a:cubicBezTo>
                  <a:lnTo>
                    <a:pt x="11408" y="6996"/>
                  </a:lnTo>
                  <a:cubicBezTo>
                    <a:pt x="11408" y="9130"/>
                    <a:pt x="9675" y="10846"/>
                    <a:pt x="7557" y="10846"/>
                  </a:cubicBezTo>
                  <a:lnTo>
                    <a:pt x="4284" y="10846"/>
                  </a:lnTo>
                  <a:cubicBezTo>
                    <a:pt x="4275" y="10846"/>
                    <a:pt x="4265" y="10846"/>
                    <a:pt x="4255" y="10846"/>
                  </a:cubicBezTo>
                  <a:cubicBezTo>
                    <a:pt x="2135" y="10846"/>
                    <a:pt x="434" y="9120"/>
                    <a:pt x="434" y="6996"/>
                  </a:cubicBezTo>
                  <a:lnTo>
                    <a:pt x="434" y="4252"/>
                  </a:lnTo>
                  <a:cubicBezTo>
                    <a:pt x="434" y="2135"/>
                    <a:pt x="2151" y="402"/>
                    <a:pt x="4284" y="402"/>
                  </a:cubicBezTo>
                  <a:close/>
                  <a:moveTo>
                    <a:pt x="4252" y="1"/>
                  </a:moveTo>
                  <a:cubicBezTo>
                    <a:pt x="1910" y="1"/>
                    <a:pt x="1" y="1910"/>
                    <a:pt x="1" y="4252"/>
                  </a:cubicBezTo>
                  <a:lnTo>
                    <a:pt x="1" y="6996"/>
                  </a:lnTo>
                  <a:cubicBezTo>
                    <a:pt x="1" y="9354"/>
                    <a:pt x="1910" y="11247"/>
                    <a:pt x="4252" y="11247"/>
                  </a:cubicBezTo>
                  <a:lnTo>
                    <a:pt x="7525" y="11247"/>
                  </a:lnTo>
                  <a:cubicBezTo>
                    <a:pt x="7535" y="11247"/>
                    <a:pt x="7545" y="11247"/>
                    <a:pt x="7555" y="11247"/>
                  </a:cubicBezTo>
                  <a:cubicBezTo>
                    <a:pt x="9884" y="11247"/>
                    <a:pt x="11777" y="9344"/>
                    <a:pt x="11777" y="6996"/>
                  </a:cubicBezTo>
                  <a:lnTo>
                    <a:pt x="11777" y="4252"/>
                  </a:lnTo>
                  <a:cubicBezTo>
                    <a:pt x="11777" y="1910"/>
                    <a:pt x="9868" y="1"/>
                    <a:pt x="7525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2676325" y="1225650"/>
              <a:ext cx="318875" cy="316900"/>
            </a:xfrm>
            <a:custGeom>
              <a:avLst/>
              <a:gdLst/>
              <a:ahLst/>
              <a:cxnLst/>
              <a:rect l="l" t="t" r="r" b="b"/>
              <a:pathLst>
                <a:path w="12755" h="12676" extrusionOk="0">
                  <a:moveTo>
                    <a:pt x="7747" y="510"/>
                  </a:moveTo>
                  <a:cubicBezTo>
                    <a:pt x="7775" y="531"/>
                    <a:pt x="7804" y="533"/>
                    <a:pt x="7845" y="546"/>
                  </a:cubicBezTo>
                  <a:cubicBezTo>
                    <a:pt x="7942" y="562"/>
                    <a:pt x="8038" y="610"/>
                    <a:pt x="8134" y="626"/>
                  </a:cubicBezTo>
                  <a:cubicBezTo>
                    <a:pt x="8214" y="642"/>
                    <a:pt x="8279" y="659"/>
                    <a:pt x="8359" y="707"/>
                  </a:cubicBezTo>
                  <a:cubicBezTo>
                    <a:pt x="8407" y="723"/>
                    <a:pt x="8439" y="739"/>
                    <a:pt x="8503" y="739"/>
                  </a:cubicBezTo>
                  <a:cubicBezTo>
                    <a:pt x="8616" y="787"/>
                    <a:pt x="8744" y="851"/>
                    <a:pt x="8840" y="883"/>
                  </a:cubicBezTo>
                  <a:cubicBezTo>
                    <a:pt x="8888" y="899"/>
                    <a:pt x="8936" y="931"/>
                    <a:pt x="8985" y="947"/>
                  </a:cubicBezTo>
                  <a:cubicBezTo>
                    <a:pt x="9049" y="979"/>
                    <a:pt x="9129" y="1011"/>
                    <a:pt x="9177" y="1044"/>
                  </a:cubicBezTo>
                  <a:cubicBezTo>
                    <a:pt x="9257" y="1092"/>
                    <a:pt x="9337" y="1124"/>
                    <a:pt x="9418" y="1188"/>
                  </a:cubicBezTo>
                  <a:lnTo>
                    <a:pt x="9610" y="1300"/>
                  </a:lnTo>
                  <a:cubicBezTo>
                    <a:pt x="9690" y="1348"/>
                    <a:pt x="9739" y="1413"/>
                    <a:pt x="9819" y="1445"/>
                  </a:cubicBezTo>
                  <a:cubicBezTo>
                    <a:pt x="9851" y="1461"/>
                    <a:pt x="9883" y="1493"/>
                    <a:pt x="9899" y="1509"/>
                  </a:cubicBezTo>
                  <a:cubicBezTo>
                    <a:pt x="9578" y="1749"/>
                    <a:pt x="9225" y="1942"/>
                    <a:pt x="8856" y="2102"/>
                  </a:cubicBezTo>
                  <a:cubicBezTo>
                    <a:pt x="8570" y="1436"/>
                    <a:pt x="8190" y="895"/>
                    <a:pt x="7747" y="510"/>
                  </a:cubicBezTo>
                  <a:close/>
                  <a:moveTo>
                    <a:pt x="5006" y="530"/>
                  </a:moveTo>
                  <a:cubicBezTo>
                    <a:pt x="4573" y="899"/>
                    <a:pt x="4204" y="1445"/>
                    <a:pt x="3883" y="2135"/>
                  </a:cubicBezTo>
                  <a:cubicBezTo>
                    <a:pt x="3530" y="1974"/>
                    <a:pt x="3193" y="1766"/>
                    <a:pt x="2840" y="1525"/>
                  </a:cubicBezTo>
                  <a:cubicBezTo>
                    <a:pt x="2840" y="1477"/>
                    <a:pt x="2872" y="1461"/>
                    <a:pt x="2904" y="1445"/>
                  </a:cubicBezTo>
                  <a:cubicBezTo>
                    <a:pt x="2984" y="1380"/>
                    <a:pt x="3048" y="1348"/>
                    <a:pt x="3129" y="1284"/>
                  </a:cubicBezTo>
                  <a:cubicBezTo>
                    <a:pt x="3193" y="1252"/>
                    <a:pt x="3241" y="1204"/>
                    <a:pt x="3305" y="1188"/>
                  </a:cubicBezTo>
                  <a:cubicBezTo>
                    <a:pt x="3385" y="1140"/>
                    <a:pt x="3466" y="1092"/>
                    <a:pt x="3546" y="1044"/>
                  </a:cubicBezTo>
                  <a:cubicBezTo>
                    <a:pt x="3610" y="1011"/>
                    <a:pt x="3674" y="979"/>
                    <a:pt x="3754" y="947"/>
                  </a:cubicBezTo>
                  <a:cubicBezTo>
                    <a:pt x="3786" y="931"/>
                    <a:pt x="3851" y="899"/>
                    <a:pt x="3883" y="883"/>
                  </a:cubicBezTo>
                  <a:cubicBezTo>
                    <a:pt x="4011" y="819"/>
                    <a:pt x="4107" y="787"/>
                    <a:pt x="4236" y="739"/>
                  </a:cubicBezTo>
                  <a:cubicBezTo>
                    <a:pt x="4268" y="723"/>
                    <a:pt x="4300" y="707"/>
                    <a:pt x="4364" y="707"/>
                  </a:cubicBezTo>
                  <a:cubicBezTo>
                    <a:pt x="4444" y="691"/>
                    <a:pt x="4508" y="642"/>
                    <a:pt x="4589" y="626"/>
                  </a:cubicBezTo>
                  <a:cubicBezTo>
                    <a:pt x="4685" y="578"/>
                    <a:pt x="4797" y="562"/>
                    <a:pt x="4893" y="546"/>
                  </a:cubicBezTo>
                  <a:cubicBezTo>
                    <a:pt x="4926" y="546"/>
                    <a:pt x="4974" y="530"/>
                    <a:pt x="5006" y="530"/>
                  </a:cubicBezTo>
                  <a:close/>
                  <a:moveTo>
                    <a:pt x="6161" y="370"/>
                  </a:moveTo>
                  <a:lnTo>
                    <a:pt x="6161" y="2648"/>
                  </a:lnTo>
                  <a:cubicBezTo>
                    <a:pt x="5487" y="2632"/>
                    <a:pt x="4845" y="2487"/>
                    <a:pt x="4236" y="2263"/>
                  </a:cubicBezTo>
                  <a:cubicBezTo>
                    <a:pt x="4717" y="1188"/>
                    <a:pt x="5391" y="482"/>
                    <a:pt x="6161" y="370"/>
                  </a:cubicBezTo>
                  <a:close/>
                  <a:moveTo>
                    <a:pt x="6562" y="370"/>
                  </a:moveTo>
                  <a:cubicBezTo>
                    <a:pt x="7316" y="466"/>
                    <a:pt x="7974" y="1188"/>
                    <a:pt x="8487" y="2263"/>
                  </a:cubicBezTo>
                  <a:cubicBezTo>
                    <a:pt x="7878" y="2504"/>
                    <a:pt x="7236" y="2632"/>
                    <a:pt x="6562" y="2648"/>
                  </a:cubicBezTo>
                  <a:lnTo>
                    <a:pt x="6562" y="370"/>
                  </a:lnTo>
                  <a:close/>
                  <a:moveTo>
                    <a:pt x="8616" y="2632"/>
                  </a:moveTo>
                  <a:cubicBezTo>
                    <a:pt x="8985" y="3594"/>
                    <a:pt x="9225" y="4798"/>
                    <a:pt x="9241" y="6097"/>
                  </a:cubicBezTo>
                  <a:lnTo>
                    <a:pt x="6562" y="6097"/>
                  </a:lnTo>
                  <a:lnTo>
                    <a:pt x="6562" y="3049"/>
                  </a:lnTo>
                  <a:cubicBezTo>
                    <a:pt x="7284" y="3033"/>
                    <a:pt x="7974" y="2889"/>
                    <a:pt x="8616" y="2632"/>
                  </a:cubicBezTo>
                  <a:close/>
                  <a:moveTo>
                    <a:pt x="2503" y="1766"/>
                  </a:moveTo>
                  <a:cubicBezTo>
                    <a:pt x="2888" y="2054"/>
                    <a:pt x="3289" y="2311"/>
                    <a:pt x="3706" y="2487"/>
                  </a:cubicBezTo>
                  <a:cubicBezTo>
                    <a:pt x="3321" y="3498"/>
                    <a:pt x="3081" y="4750"/>
                    <a:pt x="3064" y="6113"/>
                  </a:cubicBezTo>
                  <a:lnTo>
                    <a:pt x="385" y="6113"/>
                  </a:lnTo>
                  <a:cubicBezTo>
                    <a:pt x="433" y="4381"/>
                    <a:pt x="1236" y="2808"/>
                    <a:pt x="2503" y="1766"/>
                  </a:cubicBezTo>
                  <a:close/>
                  <a:moveTo>
                    <a:pt x="4091" y="2648"/>
                  </a:moveTo>
                  <a:cubicBezTo>
                    <a:pt x="4749" y="2889"/>
                    <a:pt x="5439" y="3033"/>
                    <a:pt x="6161" y="3065"/>
                  </a:cubicBezTo>
                  <a:lnTo>
                    <a:pt x="6161" y="6113"/>
                  </a:lnTo>
                  <a:lnTo>
                    <a:pt x="3466" y="6113"/>
                  </a:lnTo>
                  <a:cubicBezTo>
                    <a:pt x="3482" y="4814"/>
                    <a:pt x="3706" y="3611"/>
                    <a:pt x="4091" y="2648"/>
                  </a:cubicBezTo>
                  <a:close/>
                  <a:moveTo>
                    <a:pt x="10204" y="1766"/>
                  </a:moveTo>
                  <a:cubicBezTo>
                    <a:pt x="11455" y="2824"/>
                    <a:pt x="12273" y="4381"/>
                    <a:pt x="12338" y="6113"/>
                  </a:cubicBezTo>
                  <a:lnTo>
                    <a:pt x="9642" y="6113"/>
                  </a:lnTo>
                  <a:cubicBezTo>
                    <a:pt x="9626" y="4750"/>
                    <a:pt x="9386" y="3498"/>
                    <a:pt x="9001" y="2487"/>
                  </a:cubicBezTo>
                  <a:cubicBezTo>
                    <a:pt x="9418" y="2295"/>
                    <a:pt x="9819" y="2054"/>
                    <a:pt x="10204" y="1766"/>
                  </a:cubicBezTo>
                  <a:close/>
                  <a:moveTo>
                    <a:pt x="9241" y="6514"/>
                  </a:moveTo>
                  <a:cubicBezTo>
                    <a:pt x="9225" y="7830"/>
                    <a:pt x="9001" y="9033"/>
                    <a:pt x="8616" y="9996"/>
                  </a:cubicBezTo>
                  <a:cubicBezTo>
                    <a:pt x="7958" y="9755"/>
                    <a:pt x="7268" y="9611"/>
                    <a:pt x="6562" y="9563"/>
                  </a:cubicBezTo>
                  <a:lnTo>
                    <a:pt x="6562" y="6514"/>
                  </a:lnTo>
                  <a:close/>
                  <a:moveTo>
                    <a:pt x="6161" y="6546"/>
                  </a:moveTo>
                  <a:lnTo>
                    <a:pt x="6161" y="9595"/>
                  </a:lnTo>
                  <a:cubicBezTo>
                    <a:pt x="5439" y="9611"/>
                    <a:pt x="4733" y="9755"/>
                    <a:pt x="4091" y="10012"/>
                  </a:cubicBezTo>
                  <a:cubicBezTo>
                    <a:pt x="3722" y="9049"/>
                    <a:pt x="3482" y="7846"/>
                    <a:pt x="3466" y="6546"/>
                  </a:cubicBezTo>
                  <a:close/>
                  <a:moveTo>
                    <a:pt x="3064" y="6546"/>
                  </a:moveTo>
                  <a:cubicBezTo>
                    <a:pt x="3081" y="7910"/>
                    <a:pt x="3321" y="9162"/>
                    <a:pt x="3706" y="10172"/>
                  </a:cubicBezTo>
                  <a:cubicBezTo>
                    <a:pt x="3289" y="10349"/>
                    <a:pt x="2888" y="10589"/>
                    <a:pt x="2503" y="10894"/>
                  </a:cubicBezTo>
                  <a:cubicBezTo>
                    <a:pt x="1268" y="9835"/>
                    <a:pt x="433" y="8279"/>
                    <a:pt x="385" y="6546"/>
                  </a:cubicBezTo>
                  <a:close/>
                  <a:moveTo>
                    <a:pt x="12338" y="6546"/>
                  </a:moveTo>
                  <a:cubicBezTo>
                    <a:pt x="12257" y="8263"/>
                    <a:pt x="11455" y="9835"/>
                    <a:pt x="10204" y="10894"/>
                  </a:cubicBezTo>
                  <a:cubicBezTo>
                    <a:pt x="9819" y="10605"/>
                    <a:pt x="9418" y="10349"/>
                    <a:pt x="9001" y="10172"/>
                  </a:cubicBezTo>
                  <a:cubicBezTo>
                    <a:pt x="9386" y="9162"/>
                    <a:pt x="9626" y="7910"/>
                    <a:pt x="9642" y="6546"/>
                  </a:cubicBezTo>
                  <a:close/>
                  <a:moveTo>
                    <a:pt x="3867" y="10509"/>
                  </a:moveTo>
                  <a:cubicBezTo>
                    <a:pt x="4171" y="11183"/>
                    <a:pt x="4557" y="11729"/>
                    <a:pt x="4990" y="12114"/>
                  </a:cubicBezTo>
                  <a:cubicBezTo>
                    <a:pt x="4958" y="12114"/>
                    <a:pt x="4909" y="12098"/>
                    <a:pt x="4877" y="12098"/>
                  </a:cubicBezTo>
                  <a:cubicBezTo>
                    <a:pt x="4765" y="12081"/>
                    <a:pt x="4669" y="12049"/>
                    <a:pt x="4573" y="12017"/>
                  </a:cubicBezTo>
                  <a:cubicBezTo>
                    <a:pt x="4492" y="12001"/>
                    <a:pt x="4428" y="11969"/>
                    <a:pt x="4348" y="11937"/>
                  </a:cubicBezTo>
                  <a:cubicBezTo>
                    <a:pt x="4316" y="11921"/>
                    <a:pt x="4252" y="11889"/>
                    <a:pt x="4204" y="11873"/>
                  </a:cubicBezTo>
                  <a:cubicBezTo>
                    <a:pt x="4091" y="11825"/>
                    <a:pt x="3995" y="11777"/>
                    <a:pt x="3867" y="11729"/>
                  </a:cubicBezTo>
                  <a:cubicBezTo>
                    <a:pt x="3835" y="11712"/>
                    <a:pt x="3770" y="11696"/>
                    <a:pt x="3722" y="11664"/>
                  </a:cubicBezTo>
                  <a:cubicBezTo>
                    <a:pt x="3674" y="11632"/>
                    <a:pt x="3610" y="11616"/>
                    <a:pt x="3530" y="11568"/>
                  </a:cubicBezTo>
                  <a:cubicBezTo>
                    <a:pt x="3450" y="11536"/>
                    <a:pt x="3369" y="11472"/>
                    <a:pt x="3289" y="11424"/>
                  </a:cubicBezTo>
                  <a:cubicBezTo>
                    <a:pt x="3225" y="11392"/>
                    <a:pt x="3161" y="11376"/>
                    <a:pt x="3129" y="11327"/>
                  </a:cubicBezTo>
                  <a:cubicBezTo>
                    <a:pt x="3048" y="11295"/>
                    <a:pt x="2984" y="11231"/>
                    <a:pt x="2904" y="11167"/>
                  </a:cubicBezTo>
                  <a:cubicBezTo>
                    <a:pt x="2888" y="11151"/>
                    <a:pt x="2840" y="11135"/>
                    <a:pt x="2824" y="11103"/>
                  </a:cubicBezTo>
                  <a:cubicBezTo>
                    <a:pt x="3145" y="10862"/>
                    <a:pt x="3514" y="10670"/>
                    <a:pt x="3867" y="10509"/>
                  </a:cubicBezTo>
                  <a:close/>
                  <a:moveTo>
                    <a:pt x="8792" y="10509"/>
                  </a:moveTo>
                  <a:cubicBezTo>
                    <a:pt x="9161" y="10670"/>
                    <a:pt x="9498" y="10862"/>
                    <a:pt x="9835" y="11103"/>
                  </a:cubicBezTo>
                  <a:cubicBezTo>
                    <a:pt x="9851" y="11151"/>
                    <a:pt x="9819" y="11167"/>
                    <a:pt x="9787" y="11199"/>
                  </a:cubicBezTo>
                  <a:cubicBezTo>
                    <a:pt x="9706" y="11247"/>
                    <a:pt x="9642" y="11295"/>
                    <a:pt x="9562" y="11327"/>
                  </a:cubicBezTo>
                  <a:lnTo>
                    <a:pt x="9386" y="11456"/>
                  </a:lnTo>
                  <a:cubicBezTo>
                    <a:pt x="9305" y="11488"/>
                    <a:pt x="9225" y="11536"/>
                    <a:pt x="9145" y="11584"/>
                  </a:cubicBezTo>
                  <a:cubicBezTo>
                    <a:pt x="9081" y="11632"/>
                    <a:pt x="9017" y="11648"/>
                    <a:pt x="8936" y="11696"/>
                  </a:cubicBezTo>
                  <a:cubicBezTo>
                    <a:pt x="8904" y="11712"/>
                    <a:pt x="8840" y="11729"/>
                    <a:pt x="8792" y="11745"/>
                  </a:cubicBezTo>
                  <a:cubicBezTo>
                    <a:pt x="8680" y="11809"/>
                    <a:pt x="8551" y="11857"/>
                    <a:pt x="8455" y="11889"/>
                  </a:cubicBezTo>
                  <a:cubicBezTo>
                    <a:pt x="8423" y="11905"/>
                    <a:pt x="8375" y="11937"/>
                    <a:pt x="8311" y="11937"/>
                  </a:cubicBezTo>
                  <a:cubicBezTo>
                    <a:pt x="8230" y="11953"/>
                    <a:pt x="8182" y="11985"/>
                    <a:pt x="8102" y="12017"/>
                  </a:cubicBezTo>
                  <a:cubicBezTo>
                    <a:pt x="7990" y="12049"/>
                    <a:pt x="7894" y="12065"/>
                    <a:pt x="7797" y="12098"/>
                  </a:cubicBezTo>
                  <a:cubicBezTo>
                    <a:pt x="7749" y="12098"/>
                    <a:pt x="7717" y="12114"/>
                    <a:pt x="7669" y="12114"/>
                  </a:cubicBezTo>
                  <a:cubicBezTo>
                    <a:pt x="8118" y="11729"/>
                    <a:pt x="8471" y="11183"/>
                    <a:pt x="8792" y="10509"/>
                  </a:cubicBezTo>
                  <a:close/>
                  <a:moveTo>
                    <a:pt x="6161" y="9996"/>
                  </a:moveTo>
                  <a:lnTo>
                    <a:pt x="6161" y="12274"/>
                  </a:lnTo>
                  <a:cubicBezTo>
                    <a:pt x="5391" y="12178"/>
                    <a:pt x="4733" y="11456"/>
                    <a:pt x="4236" y="10365"/>
                  </a:cubicBezTo>
                  <a:cubicBezTo>
                    <a:pt x="4829" y="10124"/>
                    <a:pt x="5471" y="10012"/>
                    <a:pt x="6161" y="9996"/>
                  </a:cubicBezTo>
                  <a:close/>
                  <a:moveTo>
                    <a:pt x="6562" y="9996"/>
                  </a:moveTo>
                  <a:cubicBezTo>
                    <a:pt x="7220" y="10012"/>
                    <a:pt x="7861" y="10156"/>
                    <a:pt x="8487" y="10365"/>
                  </a:cubicBezTo>
                  <a:cubicBezTo>
                    <a:pt x="8006" y="11456"/>
                    <a:pt x="7316" y="12178"/>
                    <a:pt x="6562" y="12274"/>
                  </a:cubicBezTo>
                  <a:lnTo>
                    <a:pt x="6562" y="9996"/>
                  </a:lnTo>
                  <a:close/>
                  <a:moveTo>
                    <a:pt x="6353" y="1"/>
                  </a:moveTo>
                  <a:cubicBezTo>
                    <a:pt x="6193" y="1"/>
                    <a:pt x="6033" y="1"/>
                    <a:pt x="5872" y="17"/>
                  </a:cubicBezTo>
                  <a:lnTo>
                    <a:pt x="5760" y="17"/>
                  </a:lnTo>
                  <a:lnTo>
                    <a:pt x="5327" y="81"/>
                  </a:lnTo>
                  <a:cubicBezTo>
                    <a:pt x="5278" y="81"/>
                    <a:pt x="5230" y="97"/>
                    <a:pt x="5166" y="97"/>
                  </a:cubicBezTo>
                  <a:lnTo>
                    <a:pt x="4877" y="161"/>
                  </a:lnTo>
                  <a:cubicBezTo>
                    <a:pt x="4765" y="177"/>
                    <a:pt x="4685" y="193"/>
                    <a:pt x="4605" y="241"/>
                  </a:cubicBezTo>
                  <a:cubicBezTo>
                    <a:pt x="4524" y="257"/>
                    <a:pt x="4444" y="273"/>
                    <a:pt x="4396" y="306"/>
                  </a:cubicBezTo>
                  <a:cubicBezTo>
                    <a:pt x="4316" y="322"/>
                    <a:pt x="4236" y="354"/>
                    <a:pt x="4155" y="386"/>
                  </a:cubicBezTo>
                  <a:cubicBezTo>
                    <a:pt x="4043" y="418"/>
                    <a:pt x="3963" y="466"/>
                    <a:pt x="3867" y="498"/>
                  </a:cubicBezTo>
                  <a:cubicBezTo>
                    <a:pt x="3786" y="546"/>
                    <a:pt x="3722" y="562"/>
                    <a:pt x="3642" y="594"/>
                  </a:cubicBezTo>
                  <a:cubicBezTo>
                    <a:pt x="3546" y="642"/>
                    <a:pt x="3466" y="675"/>
                    <a:pt x="3385" y="739"/>
                  </a:cubicBezTo>
                  <a:cubicBezTo>
                    <a:pt x="3305" y="787"/>
                    <a:pt x="3241" y="819"/>
                    <a:pt x="3193" y="867"/>
                  </a:cubicBezTo>
                  <a:cubicBezTo>
                    <a:pt x="3113" y="915"/>
                    <a:pt x="3000" y="963"/>
                    <a:pt x="2920" y="1028"/>
                  </a:cubicBezTo>
                  <a:cubicBezTo>
                    <a:pt x="2872" y="1060"/>
                    <a:pt x="2824" y="1076"/>
                    <a:pt x="2760" y="1124"/>
                  </a:cubicBezTo>
                  <a:cubicBezTo>
                    <a:pt x="2663" y="1204"/>
                    <a:pt x="2567" y="1268"/>
                    <a:pt x="2471" y="1348"/>
                  </a:cubicBezTo>
                  <a:cubicBezTo>
                    <a:pt x="2439" y="1364"/>
                    <a:pt x="2423" y="1380"/>
                    <a:pt x="2391" y="1397"/>
                  </a:cubicBezTo>
                  <a:cubicBezTo>
                    <a:pt x="947" y="2568"/>
                    <a:pt x="0" y="4365"/>
                    <a:pt x="0" y="6354"/>
                  </a:cubicBezTo>
                  <a:cubicBezTo>
                    <a:pt x="0" y="8343"/>
                    <a:pt x="915" y="10140"/>
                    <a:pt x="2391" y="11311"/>
                  </a:cubicBezTo>
                  <a:cubicBezTo>
                    <a:pt x="2407" y="11327"/>
                    <a:pt x="2423" y="11343"/>
                    <a:pt x="2471" y="11376"/>
                  </a:cubicBezTo>
                  <a:cubicBezTo>
                    <a:pt x="2567" y="11456"/>
                    <a:pt x="2663" y="11536"/>
                    <a:pt x="2760" y="11584"/>
                  </a:cubicBezTo>
                  <a:cubicBezTo>
                    <a:pt x="2808" y="11632"/>
                    <a:pt x="2872" y="11648"/>
                    <a:pt x="2920" y="11696"/>
                  </a:cubicBezTo>
                  <a:cubicBezTo>
                    <a:pt x="3000" y="11745"/>
                    <a:pt x="3097" y="11793"/>
                    <a:pt x="3193" y="11857"/>
                  </a:cubicBezTo>
                  <a:cubicBezTo>
                    <a:pt x="3241" y="11889"/>
                    <a:pt x="3321" y="11937"/>
                    <a:pt x="3385" y="11969"/>
                  </a:cubicBezTo>
                  <a:cubicBezTo>
                    <a:pt x="3466" y="12017"/>
                    <a:pt x="3562" y="12065"/>
                    <a:pt x="3642" y="12114"/>
                  </a:cubicBezTo>
                  <a:cubicBezTo>
                    <a:pt x="3722" y="12146"/>
                    <a:pt x="3786" y="12178"/>
                    <a:pt x="3867" y="12210"/>
                  </a:cubicBezTo>
                  <a:cubicBezTo>
                    <a:pt x="3963" y="12258"/>
                    <a:pt x="4043" y="12290"/>
                    <a:pt x="4155" y="12338"/>
                  </a:cubicBezTo>
                  <a:cubicBezTo>
                    <a:pt x="4236" y="12370"/>
                    <a:pt x="4316" y="12386"/>
                    <a:pt x="4396" y="12418"/>
                  </a:cubicBezTo>
                  <a:cubicBezTo>
                    <a:pt x="4476" y="12434"/>
                    <a:pt x="4524" y="12450"/>
                    <a:pt x="4605" y="12467"/>
                  </a:cubicBezTo>
                  <a:cubicBezTo>
                    <a:pt x="4685" y="12499"/>
                    <a:pt x="4797" y="12515"/>
                    <a:pt x="4877" y="12547"/>
                  </a:cubicBezTo>
                  <a:cubicBezTo>
                    <a:pt x="4896" y="12544"/>
                    <a:pt x="4914" y="12542"/>
                    <a:pt x="4933" y="12542"/>
                  </a:cubicBezTo>
                  <a:cubicBezTo>
                    <a:pt x="5010" y="12542"/>
                    <a:pt x="5088" y="12566"/>
                    <a:pt x="5166" y="12579"/>
                  </a:cubicBezTo>
                  <a:cubicBezTo>
                    <a:pt x="5230" y="12579"/>
                    <a:pt x="5278" y="12595"/>
                    <a:pt x="5327" y="12595"/>
                  </a:cubicBezTo>
                  <a:lnTo>
                    <a:pt x="5760" y="12659"/>
                  </a:lnTo>
                  <a:lnTo>
                    <a:pt x="5872" y="12659"/>
                  </a:lnTo>
                  <a:cubicBezTo>
                    <a:pt x="6033" y="12675"/>
                    <a:pt x="6193" y="12675"/>
                    <a:pt x="6353" y="12675"/>
                  </a:cubicBezTo>
                  <a:cubicBezTo>
                    <a:pt x="6514" y="12675"/>
                    <a:pt x="6674" y="12675"/>
                    <a:pt x="6835" y="12659"/>
                  </a:cubicBezTo>
                  <a:lnTo>
                    <a:pt x="6963" y="12659"/>
                  </a:lnTo>
                  <a:lnTo>
                    <a:pt x="7380" y="12595"/>
                  </a:lnTo>
                  <a:cubicBezTo>
                    <a:pt x="7444" y="12595"/>
                    <a:pt x="7476" y="12579"/>
                    <a:pt x="7541" y="12579"/>
                  </a:cubicBezTo>
                  <a:lnTo>
                    <a:pt x="7845" y="12515"/>
                  </a:lnTo>
                  <a:cubicBezTo>
                    <a:pt x="7942" y="12499"/>
                    <a:pt x="8022" y="12483"/>
                    <a:pt x="8102" y="12434"/>
                  </a:cubicBezTo>
                  <a:cubicBezTo>
                    <a:pt x="8182" y="12418"/>
                    <a:pt x="8247" y="12402"/>
                    <a:pt x="8311" y="12370"/>
                  </a:cubicBezTo>
                  <a:cubicBezTo>
                    <a:pt x="8391" y="12354"/>
                    <a:pt x="8503" y="12306"/>
                    <a:pt x="8583" y="12290"/>
                  </a:cubicBezTo>
                  <a:cubicBezTo>
                    <a:pt x="8680" y="12258"/>
                    <a:pt x="8760" y="12210"/>
                    <a:pt x="8856" y="12194"/>
                  </a:cubicBezTo>
                  <a:cubicBezTo>
                    <a:pt x="8936" y="12146"/>
                    <a:pt x="9001" y="12130"/>
                    <a:pt x="9081" y="12098"/>
                  </a:cubicBezTo>
                  <a:cubicBezTo>
                    <a:pt x="9161" y="12049"/>
                    <a:pt x="9257" y="12017"/>
                    <a:pt x="9337" y="11969"/>
                  </a:cubicBezTo>
                  <a:cubicBezTo>
                    <a:pt x="9418" y="11937"/>
                    <a:pt x="9482" y="11889"/>
                    <a:pt x="9562" y="11857"/>
                  </a:cubicBezTo>
                  <a:cubicBezTo>
                    <a:pt x="9642" y="11809"/>
                    <a:pt x="9723" y="11745"/>
                    <a:pt x="9819" y="11696"/>
                  </a:cubicBezTo>
                  <a:cubicBezTo>
                    <a:pt x="9883" y="11648"/>
                    <a:pt x="9915" y="11632"/>
                    <a:pt x="9979" y="11584"/>
                  </a:cubicBezTo>
                  <a:cubicBezTo>
                    <a:pt x="10075" y="11504"/>
                    <a:pt x="10188" y="11456"/>
                    <a:pt x="10284" y="11376"/>
                  </a:cubicBezTo>
                  <a:cubicBezTo>
                    <a:pt x="10300" y="11343"/>
                    <a:pt x="10348" y="11327"/>
                    <a:pt x="10364" y="11311"/>
                  </a:cubicBezTo>
                  <a:lnTo>
                    <a:pt x="10364" y="11295"/>
                  </a:lnTo>
                  <a:cubicBezTo>
                    <a:pt x="11808" y="10124"/>
                    <a:pt x="12755" y="8327"/>
                    <a:pt x="12755" y="6338"/>
                  </a:cubicBezTo>
                  <a:cubicBezTo>
                    <a:pt x="12755" y="4349"/>
                    <a:pt x="11824" y="2552"/>
                    <a:pt x="10364" y="1380"/>
                  </a:cubicBezTo>
                  <a:lnTo>
                    <a:pt x="10364" y="1364"/>
                  </a:lnTo>
                  <a:cubicBezTo>
                    <a:pt x="10348" y="1348"/>
                    <a:pt x="10300" y="1316"/>
                    <a:pt x="10284" y="1300"/>
                  </a:cubicBezTo>
                  <a:cubicBezTo>
                    <a:pt x="10188" y="1220"/>
                    <a:pt x="10075" y="1156"/>
                    <a:pt x="9979" y="1076"/>
                  </a:cubicBezTo>
                  <a:cubicBezTo>
                    <a:pt x="9915" y="1044"/>
                    <a:pt x="9883" y="995"/>
                    <a:pt x="9819" y="979"/>
                  </a:cubicBezTo>
                  <a:cubicBezTo>
                    <a:pt x="9739" y="915"/>
                    <a:pt x="9658" y="883"/>
                    <a:pt x="9562" y="819"/>
                  </a:cubicBezTo>
                  <a:cubicBezTo>
                    <a:pt x="9482" y="787"/>
                    <a:pt x="9418" y="739"/>
                    <a:pt x="9337" y="707"/>
                  </a:cubicBezTo>
                  <a:cubicBezTo>
                    <a:pt x="9257" y="659"/>
                    <a:pt x="9161" y="626"/>
                    <a:pt x="9081" y="578"/>
                  </a:cubicBezTo>
                  <a:cubicBezTo>
                    <a:pt x="9001" y="546"/>
                    <a:pt x="8936" y="530"/>
                    <a:pt x="8856" y="482"/>
                  </a:cubicBezTo>
                  <a:cubicBezTo>
                    <a:pt x="8776" y="434"/>
                    <a:pt x="8680" y="402"/>
                    <a:pt x="8583" y="386"/>
                  </a:cubicBezTo>
                  <a:cubicBezTo>
                    <a:pt x="8503" y="338"/>
                    <a:pt x="8423" y="322"/>
                    <a:pt x="8311" y="306"/>
                  </a:cubicBezTo>
                  <a:cubicBezTo>
                    <a:pt x="8247" y="273"/>
                    <a:pt x="8182" y="257"/>
                    <a:pt x="8102" y="241"/>
                  </a:cubicBezTo>
                  <a:cubicBezTo>
                    <a:pt x="8022" y="225"/>
                    <a:pt x="7910" y="193"/>
                    <a:pt x="7845" y="161"/>
                  </a:cubicBezTo>
                  <a:lnTo>
                    <a:pt x="7541" y="97"/>
                  </a:lnTo>
                  <a:cubicBezTo>
                    <a:pt x="7476" y="97"/>
                    <a:pt x="7444" y="81"/>
                    <a:pt x="7380" y="81"/>
                  </a:cubicBezTo>
                  <a:lnTo>
                    <a:pt x="6963" y="17"/>
                  </a:lnTo>
                  <a:lnTo>
                    <a:pt x="6835" y="17"/>
                  </a:lnTo>
                  <a:cubicBezTo>
                    <a:pt x="6674" y="1"/>
                    <a:pt x="6514" y="1"/>
                    <a:pt x="6353" y="1"/>
                  </a:cubicBezTo>
                  <a:close/>
                </a:path>
              </a:pathLst>
            </a:custGeom>
            <a:solidFill>
              <a:srgbClr val="FFFFFF">
                <a:alpha val="254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3"/>
          <p:cNvGrpSpPr/>
          <p:nvPr/>
        </p:nvGrpSpPr>
        <p:grpSpPr>
          <a:xfrm>
            <a:off x="3731015" y="-1224453"/>
            <a:ext cx="6943435" cy="7011795"/>
            <a:chOff x="4829603" y="195829"/>
            <a:chExt cx="4569853" cy="4614844"/>
          </a:xfrm>
        </p:grpSpPr>
        <p:sp>
          <p:nvSpPr>
            <p:cNvPr id="157" name="Google Shape;157;p3"/>
            <p:cNvSpPr/>
            <p:nvPr/>
          </p:nvSpPr>
          <p:spPr>
            <a:xfrm>
              <a:off x="4830281" y="195829"/>
              <a:ext cx="4568496" cy="4614844"/>
            </a:xfrm>
            <a:custGeom>
              <a:avLst/>
              <a:gdLst/>
              <a:ahLst/>
              <a:cxnLst/>
              <a:rect l="l" t="t" r="r" b="b"/>
              <a:pathLst>
                <a:path w="205418" h="207502" extrusionOk="0">
                  <a:moveTo>
                    <a:pt x="71753" y="0"/>
                  </a:moveTo>
                  <a:cubicBezTo>
                    <a:pt x="58891" y="0"/>
                    <a:pt x="45222" y="8920"/>
                    <a:pt x="41145" y="24928"/>
                  </a:cubicBezTo>
                  <a:cubicBezTo>
                    <a:pt x="36161" y="44194"/>
                    <a:pt x="41692" y="50940"/>
                    <a:pt x="30023" y="54647"/>
                  </a:cubicBezTo>
                  <a:cubicBezTo>
                    <a:pt x="18415" y="58294"/>
                    <a:pt x="0" y="69658"/>
                    <a:pt x="5045" y="87708"/>
                  </a:cubicBezTo>
                  <a:cubicBezTo>
                    <a:pt x="8995" y="101990"/>
                    <a:pt x="27045" y="93360"/>
                    <a:pt x="30205" y="107278"/>
                  </a:cubicBezTo>
                  <a:cubicBezTo>
                    <a:pt x="33305" y="121134"/>
                    <a:pt x="16531" y="124051"/>
                    <a:pt x="27227" y="136146"/>
                  </a:cubicBezTo>
                  <a:lnTo>
                    <a:pt x="28078" y="137179"/>
                  </a:lnTo>
                  <a:cubicBezTo>
                    <a:pt x="35189" y="145140"/>
                    <a:pt x="39929" y="154986"/>
                    <a:pt x="41692" y="165560"/>
                  </a:cubicBezTo>
                  <a:cubicBezTo>
                    <a:pt x="43029" y="172914"/>
                    <a:pt x="46006" y="181119"/>
                    <a:pt x="55062" y="189505"/>
                  </a:cubicBezTo>
                  <a:cubicBezTo>
                    <a:pt x="60602" y="194617"/>
                    <a:pt x="71971" y="199060"/>
                    <a:pt x="83204" y="199060"/>
                  </a:cubicBezTo>
                  <a:cubicBezTo>
                    <a:pt x="87865" y="199060"/>
                    <a:pt x="92504" y="198295"/>
                    <a:pt x="96692" y="196495"/>
                  </a:cubicBezTo>
                  <a:cubicBezTo>
                    <a:pt x="98971" y="195528"/>
                    <a:pt x="100893" y="195117"/>
                    <a:pt x="102609" y="195117"/>
                  </a:cubicBezTo>
                  <a:cubicBezTo>
                    <a:pt x="109957" y="195117"/>
                    <a:pt x="113554" y="202645"/>
                    <a:pt x="125378" y="206340"/>
                  </a:cubicBezTo>
                  <a:cubicBezTo>
                    <a:pt x="127862" y="207120"/>
                    <a:pt x="130475" y="207501"/>
                    <a:pt x="133124" y="207501"/>
                  </a:cubicBezTo>
                  <a:cubicBezTo>
                    <a:pt x="145962" y="207501"/>
                    <a:pt x="159656" y="198547"/>
                    <a:pt x="163787" y="182577"/>
                  </a:cubicBezTo>
                  <a:cubicBezTo>
                    <a:pt x="168770" y="163312"/>
                    <a:pt x="163240" y="156505"/>
                    <a:pt x="174848" y="152859"/>
                  </a:cubicBezTo>
                  <a:cubicBezTo>
                    <a:pt x="186456" y="149212"/>
                    <a:pt x="205417" y="137665"/>
                    <a:pt x="199826" y="119797"/>
                  </a:cubicBezTo>
                  <a:cubicBezTo>
                    <a:pt x="194842" y="103753"/>
                    <a:pt x="177826" y="114145"/>
                    <a:pt x="174665" y="100228"/>
                  </a:cubicBezTo>
                  <a:cubicBezTo>
                    <a:pt x="171566" y="86311"/>
                    <a:pt x="188340" y="83454"/>
                    <a:pt x="177643" y="71360"/>
                  </a:cubicBezTo>
                  <a:lnTo>
                    <a:pt x="176793" y="70327"/>
                  </a:lnTo>
                  <a:cubicBezTo>
                    <a:pt x="169682" y="62305"/>
                    <a:pt x="164942" y="52459"/>
                    <a:pt x="163179" y="41945"/>
                  </a:cubicBezTo>
                  <a:cubicBezTo>
                    <a:pt x="161903" y="34592"/>
                    <a:pt x="158986" y="26266"/>
                    <a:pt x="149809" y="18000"/>
                  </a:cubicBezTo>
                  <a:cubicBezTo>
                    <a:pt x="142872" y="11753"/>
                    <a:pt x="131713" y="7862"/>
                    <a:pt x="121678" y="7862"/>
                  </a:cubicBezTo>
                  <a:cubicBezTo>
                    <a:pt x="116678" y="7862"/>
                    <a:pt x="111958" y="8828"/>
                    <a:pt x="108178" y="10950"/>
                  </a:cubicBezTo>
                  <a:cubicBezTo>
                    <a:pt x="105815" y="12290"/>
                    <a:pt x="103825" y="12847"/>
                    <a:pt x="102024" y="12847"/>
                  </a:cubicBezTo>
                  <a:cubicBezTo>
                    <a:pt x="95166" y="12847"/>
                    <a:pt x="91058" y="4776"/>
                    <a:pt x="79554" y="1166"/>
                  </a:cubicBezTo>
                  <a:cubicBezTo>
                    <a:pt x="77050" y="383"/>
                    <a:pt x="74419" y="0"/>
                    <a:pt x="71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829603" y="195829"/>
              <a:ext cx="4569853" cy="4614844"/>
            </a:xfrm>
            <a:custGeom>
              <a:avLst/>
              <a:gdLst/>
              <a:ahLst/>
              <a:cxnLst/>
              <a:rect l="l" t="t" r="r" b="b"/>
              <a:pathLst>
                <a:path w="205479" h="207502" extrusionOk="0">
                  <a:moveTo>
                    <a:pt x="71758" y="0"/>
                  </a:moveTo>
                  <a:cubicBezTo>
                    <a:pt x="58908" y="0"/>
                    <a:pt x="45273" y="8920"/>
                    <a:pt x="41145" y="24928"/>
                  </a:cubicBezTo>
                  <a:cubicBezTo>
                    <a:pt x="36161" y="44194"/>
                    <a:pt x="41692" y="50940"/>
                    <a:pt x="30084" y="54647"/>
                  </a:cubicBezTo>
                  <a:cubicBezTo>
                    <a:pt x="18415" y="58294"/>
                    <a:pt x="1" y="69658"/>
                    <a:pt x="5045" y="87708"/>
                  </a:cubicBezTo>
                  <a:cubicBezTo>
                    <a:pt x="9056" y="101990"/>
                    <a:pt x="27106" y="93360"/>
                    <a:pt x="30205" y="107278"/>
                  </a:cubicBezTo>
                  <a:cubicBezTo>
                    <a:pt x="33305" y="121134"/>
                    <a:pt x="16531" y="124051"/>
                    <a:pt x="27227" y="136146"/>
                  </a:cubicBezTo>
                  <a:lnTo>
                    <a:pt x="28139" y="137179"/>
                  </a:lnTo>
                  <a:cubicBezTo>
                    <a:pt x="35250" y="145140"/>
                    <a:pt x="39929" y="154986"/>
                    <a:pt x="41692" y="165560"/>
                  </a:cubicBezTo>
                  <a:cubicBezTo>
                    <a:pt x="43029" y="172914"/>
                    <a:pt x="46007" y="181119"/>
                    <a:pt x="55123" y="189505"/>
                  </a:cubicBezTo>
                  <a:cubicBezTo>
                    <a:pt x="60620" y="194617"/>
                    <a:pt x="72007" y="199060"/>
                    <a:pt x="83254" y="199060"/>
                  </a:cubicBezTo>
                  <a:cubicBezTo>
                    <a:pt x="87921" y="199060"/>
                    <a:pt x="92564" y="198295"/>
                    <a:pt x="96753" y="196495"/>
                  </a:cubicBezTo>
                  <a:cubicBezTo>
                    <a:pt x="99021" y="195528"/>
                    <a:pt x="100935" y="195117"/>
                    <a:pt x="102647" y="195117"/>
                  </a:cubicBezTo>
                  <a:cubicBezTo>
                    <a:pt x="109976" y="195117"/>
                    <a:pt x="113604" y="202645"/>
                    <a:pt x="125378" y="206340"/>
                  </a:cubicBezTo>
                  <a:cubicBezTo>
                    <a:pt x="127873" y="207120"/>
                    <a:pt x="130493" y="207501"/>
                    <a:pt x="133146" y="207501"/>
                  </a:cubicBezTo>
                  <a:cubicBezTo>
                    <a:pt x="146004" y="207501"/>
                    <a:pt x="159656" y="198547"/>
                    <a:pt x="163787" y="182577"/>
                  </a:cubicBezTo>
                  <a:cubicBezTo>
                    <a:pt x="168770" y="163312"/>
                    <a:pt x="163240" y="156566"/>
                    <a:pt x="174848" y="152859"/>
                  </a:cubicBezTo>
                  <a:cubicBezTo>
                    <a:pt x="186516" y="149212"/>
                    <a:pt x="205478" y="137665"/>
                    <a:pt x="199887" y="119797"/>
                  </a:cubicBezTo>
                  <a:cubicBezTo>
                    <a:pt x="194843" y="103753"/>
                    <a:pt x="177826" y="114145"/>
                    <a:pt x="174726" y="100228"/>
                  </a:cubicBezTo>
                  <a:cubicBezTo>
                    <a:pt x="171566" y="86311"/>
                    <a:pt x="188400" y="83454"/>
                    <a:pt x="177704" y="71360"/>
                  </a:cubicBezTo>
                  <a:lnTo>
                    <a:pt x="176793" y="70327"/>
                  </a:lnTo>
                  <a:cubicBezTo>
                    <a:pt x="169682" y="62305"/>
                    <a:pt x="165002" y="52459"/>
                    <a:pt x="163179" y="41945"/>
                  </a:cubicBezTo>
                  <a:cubicBezTo>
                    <a:pt x="161903" y="34592"/>
                    <a:pt x="159047" y="26266"/>
                    <a:pt x="149809" y="18000"/>
                  </a:cubicBezTo>
                  <a:cubicBezTo>
                    <a:pt x="142873" y="11753"/>
                    <a:pt x="131713" y="7862"/>
                    <a:pt x="121678" y="7862"/>
                  </a:cubicBezTo>
                  <a:cubicBezTo>
                    <a:pt x="116679" y="7862"/>
                    <a:pt x="111958" y="8828"/>
                    <a:pt x="108179" y="10950"/>
                  </a:cubicBezTo>
                  <a:cubicBezTo>
                    <a:pt x="105815" y="12290"/>
                    <a:pt x="103825" y="12847"/>
                    <a:pt x="102024" y="12847"/>
                  </a:cubicBezTo>
                  <a:cubicBezTo>
                    <a:pt x="95166" y="12847"/>
                    <a:pt x="91058" y="4776"/>
                    <a:pt x="79554" y="1166"/>
                  </a:cubicBezTo>
                  <a:cubicBezTo>
                    <a:pt x="77050" y="383"/>
                    <a:pt x="74421" y="0"/>
                    <a:pt x="717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3"/>
          <p:cNvSpPr/>
          <p:nvPr/>
        </p:nvSpPr>
        <p:spPr>
          <a:xfrm>
            <a:off x="-70875" y="-26200"/>
            <a:ext cx="5014261" cy="5197294"/>
          </a:xfrm>
          <a:custGeom>
            <a:avLst/>
            <a:gdLst/>
            <a:ahLst/>
            <a:cxnLst/>
            <a:rect l="l" t="t" r="r" b="b"/>
            <a:pathLst>
              <a:path w="167687" h="173808" extrusionOk="0">
                <a:moveTo>
                  <a:pt x="954" y="1"/>
                </a:moveTo>
                <a:cubicBezTo>
                  <a:pt x="600" y="1"/>
                  <a:pt x="280" y="9"/>
                  <a:pt x="0" y="21"/>
                </a:cubicBezTo>
                <a:lnTo>
                  <a:pt x="0" y="30969"/>
                </a:lnTo>
                <a:lnTo>
                  <a:pt x="0" y="86880"/>
                </a:lnTo>
                <a:lnTo>
                  <a:pt x="0" y="86912"/>
                </a:lnTo>
                <a:lnTo>
                  <a:pt x="0" y="142840"/>
                </a:lnTo>
                <a:lnTo>
                  <a:pt x="0" y="173787"/>
                </a:lnTo>
                <a:cubicBezTo>
                  <a:pt x="280" y="173800"/>
                  <a:pt x="600" y="173808"/>
                  <a:pt x="954" y="173808"/>
                </a:cubicBezTo>
                <a:cubicBezTo>
                  <a:pt x="5277" y="173808"/>
                  <a:pt x="14632" y="172585"/>
                  <a:pt x="17969" y="162397"/>
                </a:cubicBezTo>
                <a:cubicBezTo>
                  <a:pt x="20925" y="153355"/>
                  <a:pt x="28504" y="151874"/>
                  <a:pt x="33151" y="151874"/>
                </a:cubicBezTo>
                <a:cubicBezTo>
                  <a:pt x="35413" y="151874"/>
                  <a:pt x="36980" y="152225"/>
                  <a:pt x="36980" y="152225"/>
                </a:cubicBezTo>
                <a:cubicBezTo>
                  <a:pt x="36980" y="152225"/>
                  <a:pt x="41083" y="153482"/>
                  <a:pt x="46552" y="153482"/>
                </a:cubicBezTo>
                <a:cubicBezTo>
                  <a:pt x="53346" y="153482"/>
                  <a:pt x="62248" y="151542"/>
                  <a:pt x="68008" y="142840"/>
                </a:cubicBezTo>
                <a:cubicBezTo>
                  <a:pt x="68008" y="142840"/>
                  <a:pt x="70635" y="136687"/>
                  <a:pt x="77941" y="136687"/>
                </a:cubicBezTo>
                <a:cubicBezTo>
                  <a:pt x="79143" y="136687"/>
                  <a:pt x="80471" y="136853"/>
                  <a:pt x="81934" y="137240"/>
                </a:cubicBezTo>
                <a:cubicBezTo>
                  <a:pt x="90344" y="139463"/>
                  <a:pt x="99955" y="147363"/>
                  <a:pt x="112277" y="147363"/>
                </a:cubicBezTo>
                <a:cubicBezTo>
                  <a:pt x="115163" y="147363"/>
                  <a:pt x="118198" y="146929"/>
                  <a:pt x="121401" y="145888"/>
                </a:cubicBezTo>
                <a:cubicBezTo>
                  <a:pt x="131508" y="142599"/>
                  <a:pt x="136674" y="134272"/>
                  <a:pt x="139177" y="128144"/>
                </a:cubicBezTo>
                <a:cubicBezTo>
                  <a:pt x="140493" y="124887"/>
                  <a:pt x="141054" y="121373"/>
                  <a:pt x="140974" y="117844"/>
                </a:cubicBezTo>
                <a:cubicBezTo>
                  <a:pt x="140878" y="114122"/>
                  <a:pt x="142017" y="108057"/>
                  <a:pt x="150183" y="106405"/>
                </a:cubicBezTo>
                <a:cubicBezTo>
                  <a:pt x="162199" y="103998"/>
                  <a:pt x="167349" y="96073"/>
                  <a:pt x="167686" y="86912"/>
                </a:cubicBezTo>
                <a:cubicBezTo>
                  <a:pt x="167365" y="77767"/>
                  <a:pt x="162215" y="69826"/>
                  <a:pt x="150183" y="67387"/>
                </a:cubicBezTo>
                <a:cubicBezTo>
                  <a:pt x="142017" y="65719"/>
                  <a:pt x="140878" y="59670"/>
                  <a:pt x="140974" y="55948"/>
                </a:cubicBezTo>
                <a:cubicBezTo>
                  <a:pt x="141086" y="52435"/>
                  <a:pt x="140525" y="48921"/>
                  <a:pt x="139177" y="45648"/>
                </a:cubicBezTo>
                <a:cubicBezTo>
                  <a:pt x="136674" y="39504"/>
                  <a:pt x="131508" y="31193"/>
                  <a:pt x="121401" y="27904"/>
                </a:cubicBezTo>
                <a:cubicBezTo>
                  <a:pt x="118194" y="26859"/>
                  <a:pt x="115155" y="26424"/>
                  <a:pt x="112266" y="26424"/>
                </a:cubicBezTo>
                <a:cubicBezTo>
                  <a:pt x="99949" y="26424"/>
                  <a:pt x="90342" y="34330"/>
                  <a:pt x="81934" y="36552"/>
                </a:cubicBezTo>
                <a:cubicBezTo>
                  <a:pt x="80471" y="36939"/>
                  <a:pt x="79143" y="37106"/>
                  <a:pt x="77941" y="37106"/>
                </a:cubicBezTo>
                <a:cubicBezTo>
                  <a:pt x="70635" y="37106"/>
                  <a:pt x="68008" y="30953"/>
                  <a:pt x="68008" y="30953"/>
                </a:cubicBezTo>
                <a:lnTo>
                  <a:pt x="67976" y="30953"/>
                </a:lnTo>
                <a:cubicBezTo>
                  <a:pt x="62220" y="22269"/>
                  <a:pt x="53316" y="20335"/>
                  <a:pt x="46526" y="20335"/>
                </a:cubicBezTo>
                <a:cubicBezTo>
                  <a:pt x="41071" y="20335"/>
                  <a:pt x="36980" y="21583"/>
                  <a:pt x="36980" y="21583"/>
                </a:cubicBezTo>
                <a:cubicBezTo>
                  <a:pt x="36980" y="21583"/>
                  <a:pt x="35421" y="21931"/>
                  <a:pt x="33168" y="21931"/>
                </a:cubicBezTo>
                <a:cubicBezTo>
                  <a:pt x="28523" y="21931"/>
                  <a:pt x="20929" y="20454"/>
                  <a:pt x="17969" y="11412"/>
                </a:cubicBezTo>
                <a:cubicBezTo>
                  <a:pt x="14632" y="1224"/>
                  <a:pt x="5277" y="1"/>
                  <a:pt x="95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"/>
          <p:cNvSpPr/>
          <p:nvPr/>
        </p:nvSpPr>
        <p:spPr>
          <a:xfrm>
            <a:off x="1438197" y="-34445"/>
            <a:ext cx="66599" cy="5781"/>
          </a:xfrm>
          <a:custGeom>
            <a:avLst/>
            <a:gdLst/>
            <a:ahLst/>
            <a:cxnLst/>
            <a:rect l="l" t="t" r="r" b="b"/>
            <a:pathLst>
              <a:path w="2039" h="177" extrusionOk="0">
                <a:moveTo>
                  <a:pt x="1" y="0"/>
                </a:moveTo>
                <a:cubicBezTo>
                  <a:pt x="322" y="128"/>
                  <a:pt x="675" y="176"/>
                  <a:pt x="1012" y="176"/>
                </a:cubicBezTo>
                <a:cubicBezTo>
                  <a:pt x="1349" y="176"/>
                  <a:pt x="1718" y="128"/>
                  <a:pt x="2039" y="0"/>
                </a:cubicBezTo>
                <a:close/>
              </a:path>
            </a:pathLst>
          </a:custGeom>
          <a:solidFill>
            <a:srgbClr val="FF8D00">
              <a:alpha val="428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 txBox="1">
            <a:spLocks noGrp="1"/>
          </p:cNvSpPr>
          <p:nvPr>
            <p:ph type="title"/>
          </p:nvPr>
        </p:nvSpPr>
        <p:spPr>
          <a:xfrm>
            <a:off x="626900" y="2089125"/>
            <a:ext cx="2231700" cy="5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"/>
          <p:cNvSpPr txBox="1">
            <a:spLocks noGrp="1"/>
          </p:cNvSpPr>
          <p:nvPr>
            <p:ph type="subTitle" idx="1"/>
          </p:nvPr>
        </p:nvSpPr>
        <p:spPr>
          <a:xfrm>
            <a:off x="626900" y="2612925"/>
            <a:ext cx="3382200" cy="7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title" idx="2" hasCustomPrompt="1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>
            <a:spLocks noGrp="1"/>
          </p:cNvSpPr>
          <p:nvPr>
            <p:ph type="title"/>
          </p:nvPr>
        </p:nvSpPr>
        <p:spPr>
          <a:xfrm>
            <a:off x="2111400" y="465250"/>
            <a:ext cx="492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2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4"/>
          <p:cNvSpPr txBox="1">
            <a:spLocks noGrp="1"/>
          </p:cNvSpPr>
          <p:nvPr>
            <p:ph type="body" idx="1"/>
          </p:nvPr>
        </p:nvSpPr>
        <p:spPr>
          <a:xfrm>
            <a:off x="665700" y="1149100"/>
            <a:ext cx="78483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Kulim Park"/>
              <a:buAutoNum type="arabicPeriod"/>
              <a:defRPr sz="11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FFFFFF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FFFFFF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FFFFFF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FFFFFF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FFFFFF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FFFFFF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FFFFFF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67" name="Google Shape;16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4"/>
          <p:cNvSpPr/>
          <p:nvPr/>
        </p:nvSpPr>
        <p:spPr>
          <a:xfrm rot="10800000" flipH="1">
            <a:off x="6676926" y="-149579"/>
            <a:ext cx="2650732" cy="120732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4"/>
          <p:cNvSpPr/>
          <p:nvPr/>
        </p:nvSpPr>
        <p:spPr>
          <a:xfrm flipH="1">
            <a:off x="-193880" y="3806438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>
            <a:spLocks noGrp="1"/>
          </p:cNvSpPr>
          <p:nvPr>
            <p:ph type="subTitle" idx="1"/>
          </p:nvPr>
        </p:nvSpPr>
        <p:spPr>
          <a:xfrm>
            <a:off x="953650" y="3366825"/>
            <a:ext cx="31203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398825" y="3003425"/>
            <a:ext cx="22326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i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subTitle" idx="2"/>
          </p:nvPr>
        </p:nvSpPr>
        <p:spPr>
          <a:xfrm>
            <a:off x="5066225" y="3366825"/>
            <a:ext cx="31203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title" idx="3"/>
          </p:nvPr>
        </p:nvSpPr>
        <p:spPr>
          <a:xfrm>
            <a:off x="5662675" y="3003425"/>
            <a:ext cx="19494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i="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C39F"/>
              </a:buClr>
              <a:buSzPts val="1600"/>
              <a:buNone/>
              <a:defRPr sz="1600">
                <a:solidFill>
                  <a:srgbClr val="FFC39F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title" idx="4"/>
          </p:nvPr>
        </p:nvSpPr>
        <p:spPr>
          <a:xfrm>
            <a:off x="2262550" y="461000"/>
            <a:ext cx="46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180800" y="3759150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 flipH="1">
            <a:off x="-44365" y="3759150"/>
            <a:ext cx="3166331" cy="1442168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7"/>
          <p:cNvGrpSpPr/>
          <p:nvPr/>
        </p:nvGrpSpPr>
        <p:grpSpPr>
          <a:xfrm>
            <a:off x="-326225" y="144049"/>
            <a:ext cx="9783301" cy="5237951"/>
            <a:chOff x="-326225" y="144049"/>
            <a:chExt cx="9783301" cy="5237951"/>
          </a:xfrm>
        </p:grpSpPr>
        <p:sp>
          <p:nvSpPr>
            <p:cNvPr id="185" name="Google Shape;185;p7"/>
            <p:cNvSpPr/>
            <p:nvPr/>
          </p:nvSpPr>
          <p:spPr>
            <a:xfrm>
              <a:off x="-313076" y="144049"/>
              <a:ext cx="9770152" cy="2949353"/>
            </a:xfrm>
            <a:custGeom>
              <a:avLst/>
              <a:gdLst/>
              <a:ahLst/>
              <a:cxnLst/>
              <a:rect l="l" t="t" r="r" b="b"/>
              <a:pathLst>
                <a:path w="285510" h="86188" extrusionOk="0">
                  <a:moveTo>
                    <a:pt x="4613" y="1"/>
                  </a:moveTo>
                  <a:cubicBezTo>
                    <a:pt x="1784" y="1"/>
                    <a:pt x="0" y="259"/>
                    <a:pt x="0" y="259"/>
                  </a:cubicBezTo>
                  <a:lnTo>
                    <a:pt x="0" y="86187"/>
                  </a:lnTo>
                  <a:lnTo>
                    <a:pt x="285509" y="86187"/>
                  </a:lnTo>
                  <a:lnTo>
                    <a:pt x="285509" y="259"/>
                  </a:lnTo>
                  <a:cubicBezTo>
                    <a:pt x="285509" y="259"/>
                    <a:pt x="283728" y="1"/>
                    <a:pt x="280901" y="1"/>
                  </a:cubicBezTo>
                  <a:cubicBezTo>
                    <a:pt x="272081" y="1"/>
                    <a:pt x="253087" y="2513"/>
                    <a:pt x="246331" y="23217"/>
                  </a:cubicBezTo>
                  <a:cubicBezTo>
                    <a:pt x="240323" y="41629"/>
                    <a:pt x="224847" y="44635"/>
                    <a:pt x="215382" y="44635"/>
                  </a:cubicBezTo>
                  <a:cubicBezTo>
                    <a:pt x="210794" y="44635"/>
                    <a:pt x="207618" y="43929"/>
                    <a:pt x="207618" y="43929"/>
                  </a:cubicBezTo>
                  <a:cubicBezTo>
                    <a:pt x="207618" y="43929"/>
                    <a:pt x="199282" y="41379"/>
                    <a:pt x="188166" y="41379"/>
                  </a:cubicBezTo>
                  <a:cubicBezTo>
                    <a:pt x="173649" y="41379"/>
                    <a:pt x="154392" y="45727"/>
                    <a:pt x="142771" y="65780"/>
                  </a:cubicBezTo>
                  <a:cubicBezTo>
                    <a:pt x="131153" y="45725"/>
                    <a:pt x="111900" y="41374"/>
                    <a:pt x="97380" y="41374"/>
                  </a:cubicBezTo>
                  <a:cubicBezTo>
                    <a:pt x="86254" y="41374"/>
                    <a:pt x="77907" y="43929"/>
                    <a:pt x="77907" y="43929"/>
                  </a:cubicBezTo>
                  <a:cubicBezTo>
                    <a:pt x="77907" y="43929"/>
                    <a:pt x="74733" y="44635"/>
                    <a:pt x="70147" y="44635"/>
                  </a:cubicBezTo>
                  <a:cubicBezTo>
                    <a:pt x="60687" y="44635"/>
                    <a:pt x="45218" y="41629"/>
                    <a:pt x="39210" y="23217"/>
                  </a:cubicBezTo>
                  <a:cubicBezTo>
                    <a:pt x="32455" y="2513"/>
                    <a:pt x="13442" y="1"/>
                    <a:pt x="4613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-326225" y="2899200"/>
              <a:ext cx="9779700" cy="2482800"/>
            </a:xfrm>
            <a:prstGeom prst="rect">
              <a:avLst/>
            </a:pr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7"/>
          <p:cNvSpPr txBox="1">
            <a:spLocks noGrp="1"/>
          </p:cNvSpPr>
          <p:nvPr>
            <p:ph type="title"/>
          </p:nvPr>
        </p:nvSpPr>
        <p:spPr>
          <a:xfrm>
            <a:off x="1399650" y="510800"/>
            <a:ext cx="6344700" cy="5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8" name="Google Shape;188;p7"/>
          <p:cNvSpPr txBox="1">
            <a:spLocks noGrp="1"/>
          </p:cNvSpPr>
          <p:nvPr>
            <p:ph type="body" idx="1"/>
          </p:nvPr>
        </p:nvSpPr>
        <p:spPr>
          <a:xfrm>
            <a:off x="834900" y="2938525"/>
            <a:ext cx="7474200" cy="16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rgbClr val="FFFFFF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9" name="Google Shape;18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>
            <a:spLocks noGrp="1"/>
          </p:cNvSpPr>
          <p:nvPr>
            <p:ph type="title" hasCustomPrompt="1"/>
          </p:nvPr>
        </p:nvSpPr>
        <p:spPr>
          <a:xfrm>
            <a:off x="4365000" y="1898875"/>
            <a:ext cx="4149000" cy="126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5060150" y="3103700"/>
            <a:ext cx="3453900" cy="8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11"/>
          <p:cNvSpPr/>
          <p:nvPr/>
        </p:nvSpPr>
        <p:spPr>
          <a:xfrm rot="10800000" flipH="1">
            <a:off x="2528700" y="-99300"/>
            <a:ext cx="665861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0">
    <p:bg>
      <p:bgPr>
        <a:solidFill>
          <a:srgbClr val="FFFFFF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1"/>
          <p:cNvSpPr/>
          <p:nvPr/>
        </p:nvSpPr>
        <p:spPr>
          <a:xfrm rot="10800000">
            <a:off x="-1530000" y="-99300"/>
            <a:ext cx="6658613" cy="5342109"/>
          </a:xfrm>
          <a:custGeom>
            <a:avLst/>
            <a:gdLst/>
            <a:ahLst/>
            <a:cxnLst/>
            <a:rect l="l" t="t" r="r" b="b"/>
            <a:pathLst>
              <a:path w="244892" h="209803" extrusionOk="0">
                <a:moveTo>
                  <a:pt x="244892" y="0"/>
                </a:moveTo>
                <a:lnTo>
                  <a:pt x="0" y="442"/>
                </a:lnTo>
                <a:cubicBezTo>
                  <a:pt x="0" y="442"/>
                  <a:pt x="31537" y="13225"/>
                  <a:pt x="35069" y="44551"/>
                </a:cubicBezTo>
                <a:cubicBezTo>
                  <a:pt x="38580" y="75877"/>
                  <a:pt x="30822" y="98374"/>
                  <a:pt x="47389" y="119125"/>
                </a:cubicBezTo>
                <a:cubicBezTo>
                  <a:pt x="63935" y="139897"/>
                  <a:pt x="83971" y="148327"/>
                  <a:pt x="78715" y="179654"/>
                </a:cubicBezTo>
                <a:cubicBezTo>
                  <a:pt x="76318" y="193824"/>
                  <a:pt x="82794" y="203390"/>
                  <a:pt x="90594" y="209593"/>
                </a:cubicBezTo>
                <a:lnTo>
                  <a:pt x="244892" y="209803"/>
                </a:lnTo>
                <a:lnTo>
                  <a:pt x="24489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6049322" y="3781046"/>
            <a:ext cx="3216250" cy="146490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1"/>
          <p:cNvSpPr/>
          <p:nvPr/>
        </p:nvSpPr>
        <p:spPr>
          <a:xfrm rot="10800000">
            <a:off x="-180" y="-76"/>
            <a:ext cx="4186830" cy="1906974"/>
          </a:xfrm>
          <a:custGeom>
            <a:avLst/>
            <a:gdLst/>
            <a:ahLst/>
            <a:cxnLst/>
            <a:rect l="l" t="t" r="r" b="b"/>
            <a:pathLst>
              <a:path w="285255" h="129925" extrusionOk="0">
                <a:moveTo>
                  <a:pt x="281161" y="0"/>
                </a:moveTo>
                <a:cubicBezTo>
                  <a:pt x="262994" y="0"/>
                  <a:pt x="223861" y="5178"/>
                  <a:pt x="209892" y="47820"/>
                </a:cubicBezTo>
                <a:cubicBezTo>
                  <a:pt x="197514" y="85754"/>
                  <a:pt x="165644" y="91947"/>
                  <a:pt x="146153" y="91947"/>
                </a:cubicBezTo>
                <a:cubicBezTo>
                  <a:pt x="136705" y="91947"/>
                  <a:pt x="130166" y="90492"/>
                  <a:pt x="130166" y="90492"/>
                </a:cubicBezTo>
                <a:cubicBezTo>
                  <a:pt x="130166" y="90492"/>
                  <a:pt x="112999" y="85248"/>
                  <a:pt x="90105" y="85248"/>
                </a:cubicBezTo>
                <a:cubicBezTo>
                  <a:pt x="61588" y="85248"/>
                  <a:pt x="24183" y="93384"/>
                  <a:pt x="0" y="129925"/>
                </a:cubicBezTo>
                <a:lnTo>
                  <a:pt x="285254" y="129925"/>
                </a:lnTo>
                <a:lnTo>
                  <a:pt x="285254" y="90"/>
                </a:lnTo>
                <a:cubicBezTo>
                  <a:pt x="284055" y="36"/>
                  <a:pt x="282681" y="0"/>
                  <a:pt x="28116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1"/>
          <p:cNvSpPr txBox="1">
            <a:spLocks noGrp="1"/>
          </p:cNvSpPr>
          <p:nvPr>
            <p:ph type="title"/>
          </p:nvPr>
        </p:nvSpPr>
        <p:spPr>
          <a:xfrm>
            <a:off x="650225" y="2173250"/>
            <a:ext cx="29178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9" name="Google Shape;669;p21"/>
          <p:cNvSpPr txBox="1">
            <a:spLocks noGrp="1"/>
          </p:cNvSpPr>
          <p:nvPr>
            <p:ph type="subTitle" idx="1"/>
          </p:nvPr>
        </p:nvSpPr>
        <p:spPr>
          <a:xfrm>
            <a:off x="5573400" y="775950"/>
            <a:ext cx="2001600" cy="5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0" name="Google Shape;670;p21"/>
          <p:cNvSpPr txBox="1">
            <a:spLocks noGrp="1"/>
          </p:cNvSpPr>
          <p:nvPr>
            <p:ph type="subTitle" idx="2"/>
          </p:nvPr>
        </p:nvSpPr>
        <p:spPr>
          <a:xfrm>
            <a:off x="5573400" y="2136725"/>
            <a:ext cx="2917800" cy="5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21"/>
          <p:cNvSpPr txBox="1">
            <a:spLocks noGrp="1"/>
          </p:cNvSpPr>
          <p:nvPr>
            <p:ph type="subTitle" idx="3"/>
          </p:nvPr>
        </p:nvSpPr>
        <p:spPr>
          <a:xfrm>
            <a:off x="5573400" y="3514375"/>
            <a:ext cx="27831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2" name="Google Shape;672;p21"/>
          <p:cNvSpPr txBox="1">
            <a:spLocks noGrp="1"/>
          </p:cNvSpPr>
          <p:nvPr>
            <p:ph type="subTitle" idx="4"/>
          </p:nvPr>
        </p:nvSpPr>
        <p:spPr>
          <a:xfrm>
            <a:off x="5573400" y="1104175"/>
            <a:ext cx="29688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3" name="Google Shape;673;p21"/>
          <p:cNvSpPr txBox="1">
            <a:spLocks noGrp="1"/>
          </p:cNvSpPr>
          <p:nvPr>
            <p:ph type="subTitle" idx="5"/>
          </p:nvPr>
        </p:nvSpPr>
        <p:spPr>
          <a:xfrm>
            <a:off x="5573400" y="2490500"/>
            <a:ext cx="30483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1"/>
          <p:cNvSpPr txBox="1">
            <a:spLocks noGrp="1"/>
          </p:cNvSpPr>
          <p:nvPr>
            <p:ph type="subTitle" idx="6"/>
          </p:nvPr>
        </p:nvSpPr>
        <p:spPr>
          <a:xfrm>
            <a:off x="5573400" y="3908300"/>
            <a:ext cx="31191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Medium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DGROUND">
  <p:cSld name="CUSTOM_1">
    <p:bg>
      <p:bgPr>
        <a:solidFill>
          <a:schemeClr val="accent2"/>
        </a:solidFill>
        <a:effectLst/>
      </p:bgPr>
    </p:bg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ExtraBold"/>
              <a:buNone/>
              <a:defRPr sz="26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7" r:id="rId6"/>
    <p:sldLayoutId id="2147483658" r:id="rId7"/>
    <p:sldLayoutId id="2147483667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7"/>
          <p:cNvSpPr txBox="1">
            <a:spLocks noGrp="1"/>
          </p:cNvSpPr>
          <p:nvPr>
            <p:ph type="ctrTitle"/>
          </p:nvPr>
        </p:nvSpPr>
        <p:spPr>
          <a:xfrm>
            <a:off x="3606156" y="782050"/>
            <a:ext cx="4682918" cy="225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N</a:t>
            </a:r>
            <a:r>
              <a:rPr lang="en" dirty="0">
                <a:solidFill>
                  <a:schemeClr val="accent2"/>
                </a:solidFill>
              </a:rPr>
              <a:t>exusBuy</a:t>
            </a:r>
            <a:br>
              <a:rPr lang="en" dirty="0"/>
            </a:br>
            <a:r>
              <a:rPr lang="en" sz="2400" dirty="0"/>
              <a:t>E – Commerce Application</a:t>
            </a:r>
            <a:endParaRPr sz="2400" dirty="0"/>
          </a:p>
        </p:txBody>
      </p:sp>
      <p:sp>
        <p:nvSpPr>
          <p:cNvPr id="959" name="Google Shape;959;p37"/>
          <p:cNvSpPr txBox="1">
            <a:spLocks noGrp="1"/>
          </p:cNvSpPr>
          <p:nvPr>
            <p:ph type="subTitle" idx="1"/>
          </p:nvPr>
        </p:nvSpPr>
        <p:spPr>
          <a:xfrm>
            <a:off x="4202158" y="3080875"/>
            <a:ext cx="4311967" cy="1751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r>
              <a:rPr lang="en-US" dirty="0"/>
              <a:t>Omar Atef Hassan Ahmed Rehan </a:t>
            </a:r>
            <a:r>
              <a:rPr lang="en-US" b="1" dirty="0"/>
              <a:t>19103202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Lecturer:-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Prof. Dr. Osama </a:t>
            </a:r>
            <a:r>
              <a:rPr lang="en-US" dirty="0" err="1"/>
              <a:t>Badawy</a:t>
            </a:r>
            <a:endParaRPr dirty="0"/>
          </a:p>
        </p:txBody>
      </p:sp>
      <p:grpSp>
        <p:nvGrpSpPr>
          <p:cNvPr id="960" name="Google Shape;960;p37"/>
          <p:cNvGrpSpPr/>
          <p:nvPr/>
        </p:nvGrpSpPr>
        <p:grpSpPr>
          <a:xfrm>
            <a:off x="483915" y="767632"/>
            <a:ext cx="3656460" cy="3608223"/>
            <a:chOff x="1473725" y="528200"/>
            <a:chExt cx="4737575" cy="4675075"/>
          </a:xfrm>
        </p:grpSpPr>
        <p:sp>
          <p:nvSpPr>
            <p:cNvPr id="961" name="Google Shape;961;p37"/>
            <p:cNvSpPr/>
            <p:nvPr/>
          </p:nvSpPr>
          <p:spPr>
            <a:xfrm>
              <a:off x="1473725" y="528200"/>
              <a:ext cx="4737575" cy="4675075"/>
            </a:xfrm>
            <a:custGeom>
              <a:avLst/>
              <a:gdLst/>
              <a:ahLst/>
              <a:cxnLst/>
              <a:rect l="l" t="t" r="r" b="b"/>
              <a:pathLst>
                <a:path w="189503" h="187003" extrusionOk="0">
                  <a:moveTo>
                    <a:pt x="84871" y="0"/>
                  </a:moveTo>
                  <a:cubicBezTo>
                    <a:pt x="65963" y="0"/>
                    <a:pt x="46277" y="7653"/>
                    <a:pt x="31756" y="22555"/>
                  </a:cubicBezTo>
                  <a:cubicBezTo>
                    <a:pt x="5071" y="49941"/>
                    <a:pt x="3470" y="78228"/>
                    <a:pt x="3470" y="78228"/>
                  </a:cubicBezTo>
                  <a:cubicBezTo>
                    <a:pt x="3470" y="78228"/>
                    <a:pt x="0" y="111552"/>
                    <a:pt x="24651" y="139205"/>
                  </a:cubicBezTo>
                  <a:cubicBezTo>
                    <a:pt x="49269" y="166858"/>
                    <a:pt x="87396" y="176131"/>
                    <a:pt x="118118" y="184471"/>
                  </a:cubicBezTo>
                  <a:cubicBezTo>
                    <a:pt x="124430" y="186182"/>
                    <a:pt x="130551" y="187003"/>
                    <a:pt x="136356" y="187003"/>
                  </a:cubicBezTo>
                  <a:cubicBezTo>
                    <a:pt x="158834" y="187003"/>
                    <a:pt x="176571" y="174695"/>
                    <a:pt x="182297" y="154149"/>
                  </a:cubicBezTo>
                  <a:cubicBezTo>
                    <a:pt x="189502" y="128297"/>
                    <a:pt x="166886" y="115755"/>
                    <a:pt x="158147" y="82931"/>
                  </a:cubicBezTo>
                  <a:cubicBezTo>
                    <a:pt x="149440" y="50108"/>
                    <a:pt x="151942" y="40401"/>
                    <a:pt x="127258" y="16350"/>
                  </a:cubicBezTo>
                  <a:cubicBezTo>
                    <a:pt x="116005" y="5371"/>
                    <a:pt x="100711" y="0"/>
                    <a:pt x="84871" y="0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1473725" y="528200"/>
              <a:ext cx="4737575" cy="4675075"/>
            </a:xfrm>
            <a:custGeom>
              <a:avLst/>
              <a:gdLst/>
              <a:ahLst/>
              <a:cxnLst/>
              <a:rect l="l" t="t" r="r" b="b"/>
              <a:pathLst>
                <a:path w="189503" h="187003" extrusionOk="0">
                  <a:moveTo>
                    <a:pt x="84871" y="0"/>
                  </a:moveTo>
                  <a:cubicBezTo>
                    <a:pt x="65963" y="0"/>
                    <a:pt x="46277" y="7653"/>
                    <a:pt x="31756" y="22555"/>
                  </a:cubicBezTo>
                  <a:cubicBezTo>
                    <a:pt x="5071" y="49941"/>
                    <a:pt x="3470" y="78228"/>
                    <a:pt x="3470" y="78228"/>
                  </a:cubicBezTo>
                  <a:cubicBezTo>
                    <a:pt x="3470" y="78228"/>
                    <a:pt x="0" y="111552"/>
                    <a:pt x="24651" y="139205"/>
                  </a:cubicBezTo>
                  <a:cubicBezTo>
                    <a:pt x="49269" y="166858"/>
                    <a:pt x="87396" y="176131"/>
                    <a:pt x="118118" y="184471"/>
                  </a:cubicBezTo>
                  <a:cubicBezTo>
                    <a:pt x="124430" y="186182"/>
                    <a:pt x="130551" y="187003"/>
                    <a:pt x="136356" y="187003"/>
                  </a:cubicBezTo>
                  <a:cubicBezTo>
                    <a:pt x="158834" y="187003"/>
                    <a:pt x="176571" y="174695"/>
                    <a:pt x="182297" y="154149"/>
                  </a:cubicBezTo>
                  <a:cubicBezTo>
                    <a:pt x="189502" y="128297"/>
                    <a:pt x="166886" y="115755"/>
                    <a:pt x="158147" y="82931"/>
                  </a:cubicBezTo>
                  <a:cubicBezTo>
                    <a:pt x="149440" y="50108"/>
                    <a:pt x="151942" y="40401"/>
                    <a:pt x="127258" y="16350"/>
                  </a:cubicBezTo>
                  <a:cubicBezTo>
                    <a:pt x="116005" y="5371"/>
                    <a:pt x="100711" y="0"/>
                    <a:pt x="84871" y="0"/>
                  </a:cubicBezTo>
                  <a:close/>
                </a:path>
              </a:pathLst>
            </a:custGeom>
            <a:solidFill>
              <a:srgbClr val="FFFFF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2511125" y="1018675"/>
              <a:ext cx="2905450" cy="2142400"/>
            </a:xfrm>
            <a:custGeom>
              <a:avLst/>
              <a:gdLst/>
              <a:ahLst/>
              <a:cxnLst/>
              <a:rect l="l" t="t" r="r" b="b"/>
              <a:pathLst>
                <a:path w="116218" h="85696" fill="none" extrusionOk="0">
                  <a:moveTo>
                    <a:pt x="1" y="0"/>
                  </a:moveTo>
                  <a:lnTo>
                    <a:pt x="52438" y="85695"/>
                  </a:lnTo>
                  <a:lnTo>
                    <a:pt x="116217" y="25318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1822300" y="2543925"/>
              <a:ext cx="1999800" cy="715550"/>
            </a:xfrm>
            <a:custGeom>
              <a:avLst/>
              <a:gdLst/>
              <a:ahLst/>
              <a:cxnLst/>
              <a:rect l="l" t="t" r="r" b="b"/>
              <a:pathLst>
                <a:path w="79992" h="28622" fill="none" extrusionOk="0">
                  <a:moveTo>
                    <a:pt x="1" y="28621"/>
                  </a:moveTo>
                  <a:lnTo>
                    <a:pt x="79991" y="24685"/>
                  </a:lnTo>
                  <a:lnTo>
                    <a:pt x="21750" y="1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3846250" y="766000"/>
              <a:ext cx="1826325" cy="2807850"/>
            </a:xfrm>
            <a:custGeom>
              <a:avLst/>
              <a:gdLst/>
              <a:ahLst/>
              <a:cxnLst/>
              <a:rect l="l" t="t" r="r" b="b"/>
              <a:pathLst>
                <a:path w="73053" h="112314" fill="none" extrusionOk="0">
                  <a:moveTo>
                    <a:pt x="11876" y="0"/>
                  </a:moveTo>
                  <a:lnTo>
                    <a:pt x="1" y="97837"/>
                  </a:lnTo>
                  <a:lnTo>
                    <a:pt x="73053" y="112314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2397725" y="3161050"/>
              <a:ext cx="2903750" cy="1525275"/>
            </a:xfrm>
            <a:custGeom>
              <a:avLst/>
              <a:gdLst/>
              <a:ahLst/>
              <a:cxnLst/>
              <a:rect l="l" t="t" r="r" b="b"/>
              <a:pathLst>
                <a:path w="116150" h="61011" fill="none" extrusionOk="0">
                  <a:moveTo>
                    <a:pt x="0" y="61010"/>
                  </a:moveTo>
                  <a:lnTo>
                    <a:pt x="56974" y="0"/>
                  </a:lnTo>
                  <a:lnTo>
                    <a:pt x="116150" y="44865"/>
                  </a:lnTo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1522925" y="2988425"/>
              <a:ext cx="508725" cy="507875"/>
            </a:xfrm>
            <a:custGeom>
              <a:avLst/>
              <a:gdLst/>
              <a:ahLst/>
              <a:cxnLst/>
              <a:rect l="l" t="t" r="r" b="b"/>
              <a:pathLst>
                <a:path w="20349" h="20315" extrusionOk="0">
                  <a:moveTo>
                    <a:pt x="10174" y="0"/>
                  </a:moveTo>
                  <a:cubicBezTo>
                    <a:pt x="4537" y="0"/>
                    <a:pt x="1" y="4537"/>
                    <a:pt x="1" y="10174"/>
                  </a:cubicBezTo>
                  <a:cubicBezTo>
                    <a:pt x="1" y="15778"/>
                    <a:pt x="4537" y="20315"/>
                    <a:pt x="10174" y="20315"/>
                  </a:cubicBezTo>
                  <a:cubicBezTo>
                    <a:pt x="15812" y="20315"/>
                    <a:pt x="20348" y="15778"/>
                    <a:pt x="20348" y="10174"/>
                  </a:cubicBezTo>
                  <a:cubicBezTo>
                    <a:pt x="20348" y="4537"/>
                    <a:pt x="15812" y="0"/>
                    <a:pt x="101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1636350" y="3095150"/>
              <a:ext cx="296900" cy="308575"/>
            </a:xfrm>
            <a:custGeom>
              <a:avLst/>
              <a:gdLst/>
              <a:ahLst/>
              <a:cxnLst/>
              <a:rect l="l" t="t" r="r" b="b"/>
              <a:pathLst>
                <a:path w="11876" h="12343" extrusionOk="0">
                  <a:moveTo>
                    <a:pt x="11875" y="5638"/>
                  </a:moveTo>
                  <a:cubicBezTo>
                    <a:pt x="11675" y="2436"/>
                    <a:pt x="8873" y="1"/>
                    <a:pt x="5637" y="234"/>
                  </a:cubicBezTo>
                  <a:cubicBezTo>
                    <a:pt x="2769" y="434"/>
                    <a:pt x="500" y="2669"/>
                    <a:pt x="200" y="5505"/>
                  </a:cubicBezTo>
                  <a:lnTo>
                    <a:pt x="200" y="5772"/>
                  </a:lnTo>
                  <a:cubicBezTo>
                    <a:pt x="200" y="6806"/>
                    <a:pt x="500" y="7840"/>
                    <a:pt x="1034" y="8774"/>
                  </a:cubicBezTo>
                  <a:lnTo>
                    <a:pt x="0" y="11843"/>
                  </a:lnTo>
                  <a:lnTo>
                    <a:pt x="3202" y="10809"/>
                  </a:lnTo>
                  <a:cubicBezTo>
                    <a:pt x="6038" y="12343"/>
                    <a:pt x="9607" y="11309"/>
                    <a:pt x="11141" y="8474"/>
                  </a:cubicBezTo>
                  <a:cubicBezTo>
                    <a:pt x="11575" y="7640"/>
                    <a:pt x="11842" y="6672"/>
                    <a:pt x="11842" y="5705"/>
                  </a:cubicBezTo>
                  <a:cubicBezTo>
                    <a:pt x="11875" y="5738"/>
                    <a:pt x="11875" y="5672"/>
                    <a:pt x="11875" y="5638"/>
                  </a:cubicBezTo>
                  <a:close/>
                  <a:moveTo>
                    <a:pt x="6038" y="10642"/>
                  </a:moveTo>
                  <a:cubicBezTo>
                    <a:pt x="5104" y="10642"/>
                    <a:pt x="4170" y="10342"/>
                    <a:pt x="3336" y="9841"/>
                  </a:cubicBezTo>
                  <a:lnTo>
                    <a:pt x="1468" y="10442"/>
                  </a:lnTo>
                  <a:lnTo>
                    <a:pt x="2102" y="8640"/>
                  </a:lnTo>
                  <a:cubicBezTo>
                    <a:pt x="1468" y="7806"/>
                    <a:pt x="1168" y="6806"/>
                    <a:pt x="1168" y="5805"/>
                  </a:cubicBezTo>
                  <a:cubicBezTo>
                    <a:pt x="1168" y="5638"/>
                    <a:pt x="1168" y="5471"/>
                    <a:pt x="1201" y="5338"/>
                  </a:cubicBezTo>
                  <a:cubicBezTo>
                    <a:pt x="1468" y="2636"/>
                    <a:pt x="3803" y="635"/>
                    <a:pt x="6505" y="901"/>
                  </a:cubicBezTo>
                  <a:cubicBezTo>
                    <a:pt x="8906" y="1102"/>
                    <a:pt x="10808" y="3003"/>
                    <a:pt x="10975" y="5438"/>
                  </a:cubicBezTo>
                  <a:lnTo>
                    <a:pt x="10975" y="5805"/>
                  </a:lnTo>
                  <a:cubicBezTo>
                    <a:pt x="10941" y="8474"/>
                    <a:pt x="8706" y="10642"/>
                    <a:pt x="6038" y="106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1714725" y="3173550"/>
              <a:ext cx="145975" cy="137625"/>
            </a:xfrm>
            <a:custGeom>
              <a:avLst/>
              <a:gdLst/>
              <a:ahLst/>
              <a:cxnLst/>
              <a:rect l="l" t="t" r="r" b="b"/>
              <a:pathLst>
                <a:path w="5839" h="5505" extrusionOk="0">
                  <a:moveTo>
                    <a:pt x="5571" y="3803"/>
                  </a:moveTo>
                  <a:cubicBezTo>
                    <a:pt x="5471" y="3703"/>
                    <a:pt x="4737" y="3369"/>
                    <a:pt x="4637" y="3336"/>
                  </a:cubicBezTo>
                  <a:cubicBezTo>
                    <a:pt x="4504" y="3303"/>
                    <a:pt x="4404" y="3236"/>
                    <a:pt x="4304" y="3403"/>
                  </a:cubicBezTo>
                  <a:cubicBezTo>
                    <a:pt x="4170" y="3570"/>
                    <a:pt x="3903" y="3870"/>
                    <a:pt x="3837" y="3970"/>
                  </a:cubicBezTo>
                  <a:cubicBezTo>
                    <a:pt x="3737" y="4037"/>
                    <a:pt x="3670" y="4070"/>
                    <a:pt x="3503" y="4003"/>
                  </a:cubicBezTo>
                  <a:cubicBezTo>
                    <a:pt x="3070" y="3836"/>
                    <a:pt x="2703" y="3603"/>
                    <a:pt x="2336" y="3303"/>
                  </a:cubicBezTo>
                  <a:cubicBezTo>
                    <a:pt x="2035" y="3003"/>
                    <a:pt x="1735" y="2669"/>
                    <a:pt x="1535" y="2335"/>
                  </a:cubicBezTo>
                  <a:cubicBezTo>
                    <a:pt x="1468" y="2202"/>
                    <a:pt x="1535" y="2135"/>
                    <a:pt x="1635" y="2035"/>
                  </a:cubicBezTo>
                  <a:cubicBezTo>
                    <a:pt x="1702" y="1968"/>
                    <a:pt x="1735" y="1868"/>
                    <a:pt x="1835" y="1802"/>
                  </a:cubicBezTo>
                  <a:lnTo>
                    <a:pt x="1869" y="1702"/>
                  </a:lnTo>
                  <a:cubicBezTo>
                    <a:pt x="1902" y="1668"/>
                    <a:pt x="1969" y="1568"/>
                    <a:pt x="1969" y="1535"/>
                  </a:cubicBezTo>
                  <a:cubicBezTo>
                    <a:pt x="2002" y="1468"/>
                    <a:pt x="2002" y="1368"/>
                    <a:pt x="1969" y="1301"/>
                  </a:cubicBezTo>
                  <a:cubicBezTo>
                    <a:pt x="1902" y="1201"/>
                    <a:pt x="1635" y="501"/>
                    <a:pt x="1502" y="267"/>
                  </a:cubicBezTo>
                  <a:cubicBezTo>
                    <a:pt x="1368" y="0"/>
                    <a:pt x="1235" y="0"/>
                    <a:pt x="1168" y="0"/>
                  </a:cubicBezTo>
                  <a:lnTo>
                    <a:pt x="868" y="0"/>
                  </a:lnTo>
                  <a:cubicBezTo>
                    <a:pt x="735" y="0"/>
                    <a:pt x="568" y="67"/>
                    <a:pt x="501" y="167"/>
                  </a:cubicBezTo>
                  <a:cubicBezTo>
                    <a:pt x="167" y="467"/>
                    <a:pt x="1" y="901"/>
                    <a:pt x="1" y="1335"/>
                  </a:cubicBezTo>
                  <a:cubicBezTo>
                    <a:pt x="1" y="1501"/>
                    <a:pt x="34" y="1668"/>
                    <a:pt x="67" y="1835"/>
                  </a:cubicBezTo>
                  <a:cubicBezTo>
                    <a:pt x="201" y="2169"/>
                    <a:pt x="368" y="2502"/>
                    <a:pt x="568" y="2836"/>
                  </a:cubicBezTo>
                  <a:cubicBezTo>
                    <a:pt x="668" y="2902"/>
                    <a:pt x="1568" y="4404"/>
                    <a:pt x="3003" y="4971"/>
                  </a:cubicBezTo>
                  <a:cubicBezTo>
                    <a:pt x="4404" y="5504"/>
                    <a:pt x="4471" y="5338"/>
                    <a:pt x="4704" y="5338"/>
                  </a:cubicBezTo>
                  <a:cubicBezTo>
                    <a:pt x="5138" y="5237"/>
                    <a:pt x="5471" y="5004"/>
                    <a:pt x="5671" y="4670"/>
                  </a:cubicBezTo>
                  <a:cubicBezTo>
                    <a:pt x="5738" y="4470"/>
                    <a:pt x="5805" y="4203"/>
                    <a:pt x="5738" y="4003"/>
                  </a:cubicBezTo>
                  <a:cubicBezTo>
                    <a:pt x="5838" y="3937"/>
                    <a:pt x="5705" y="3870"/>
                    <a:pt x="5571" y="380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2199250" y="724300"/>
              <a:ext cx="515375" cy="508750"/>
            </a:xfrm>
            <a:custGeom>
              <a:avLst/>
              <a:gdLst/>
              <a:ahLst/>
              <a:cxnLst/>
              <a:rect l="l" t="t" r="r" b="b"/>
              <a:pathLst>
                <a:path w="20615" h="20350" extrusionOk="0">
                  <a:moveTo>
                    <a:pt x="10107" y="0"/>
                  </a:moveTo>
                  <a:cubicBezTo>
                    <a:pt x="4470" y="100"/>
                    <a:pt x="0" y="4737"/>
                    <a:pt x="134" y="10374"/>
                  </a:cubicBezTo>
                  <a:cubicBezTo>
                    <a:pt x="267" y="15845"/>
                    <a:pt x="4637" y="20215"/>
                    <a:pt x="10107" y="20348"/>
                  </a:cubicBezTo>
                  <a:cubicBezTo>
                    <a:pt x="10169" y="20349"/>
                    <a:pt x="10231" y="20350"/>
                    <a:pt x="10293" y="20350"/>
                  </a:cubicBezTo>
                  <a:cubicBezTo>
                    <a:pt x="15814" y="20350"/>
                    <a:pt x="20350" y="15949"/>
                    <a:pt x="20481" y="10374"/>
                  </a:cubicBezTo>
                  <a:cubicBezTo>
                    <a:pt x="20615" y="4737"/>
                    <a:pt x="16145" y="100"/>
                    <a:pt x="105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2280975" y="859400"/>
              <a:ext cx="341925" cy="238525"/>
            </a:xfrm>
            <a:custGeom>
              <a:avLst/>
              <a:gdLst/>
              <a:ahLst/>
              <a:cxnLst/>
              <a:rect l="l" t="t" r="r" b="b"/>
              <a:pathLst>
                <a:path w="13677" h="9541" extrusionOk="0">
                  <a:moveTo>
                    <a:pt x="6838" y="0"/>
                  </a:moveTo>
                  <a:cubicBezTo>
                    <a:pt x="6838" y="0"/>
                    <a:pt x="2602" y="0"/>
                    <a:pt x="1568" y="300"/>
                  </a:cubicBezTo>
                  <a:cubicBezTo>
                    <a:pt x="1001" y="467"/>
                    <a:pt x="534" y="934"/>
                    <a:pt x="367" y="1501"/>
                  </a:cubicBezTo>
                  <a:cubicBezTo>
                    <a:pt x="0" y="3669"/>
                    <a:pt x="0" y="5871"/>
                    <a:pt x="367" y="8039"/>
                  </a:cubicBezTo>
                  <a:cubicBezTo>
                    <a:pt x="534" y="8640"/>
                    <a:pt x="1001" y="9107"/>
                    <a:pt x="1568" y="9273"/>
                  </a:cubicBezTo>
                  <a:cubicBezTo>
                    <a:pt x="2602" y="9540"/>
                    <a:pt x="6838" y="9540"/>
                    <a:pt x="6838" y="9540"/>
                  </a:cubicBezTo>
                  <a:cubicBezTo>
                    <a:pt x="6838" y="9540"/>
                    <a:pt x="11041" y="9540"/>
                    <a:pt x="12075" y="9273"/>
                  </a:cubicBezTo>
                  <a:cubicBezTo>
                    <a:pt x="12676" y="9107"/>
                    <a:pt x="13110" y="8640"/>
                    <a:pt x="13276" y="8039"/>
                  </a:cubicBezTo>
                  <a:cubicBezTo>
                    <a:pt x="13677" y="5871"/>
                    <a:pt x="13677" y="3669"/>
                    <a:pt x="13276" y="1501"/>
                  </a:cubicBezTo>
                  <a:cubicBezTo>
                    <a:pt x="13110" y="934"/>
                    <a:pt x="12709" y="467"/>
                    <a:pt x="12075" y="300"/>
                  </a:cubicBezTo>
                  <a:cubicBezTo>
                    <a:pt x="11041" y="0"/>
                    <a:pt x="6838" y="0"/>
                    <a:pt x="6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2416900" y="928600"/>
              <a:ext cx="87575" cy="100925"/>
            </a:xfrm>
            <a:custGeom>
              <a:avLst/>
              <a:gdLst/>
              <a:ahLst/>
              <a:cxnLst/>
              <a:rect l="l" t="t" r="r" b="b"/>
              <a:pathLst>
                <a:path w="3503" h="4037" extrusionOk="0">
                  <a:moveTo>
                    <a:pt x="0" y="1"/>
                  </a:moveTo>
                  <a:lnTo>
                    <a:pt x="0" y="4037"/>
                  </a:lnTo>
                  <a:lnTo>
                    <a:pt x="3503" y="2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2081650" y="4366075"/>
              <a:ext cx="667175" cy="667150"/>
            </a:xfrm>
            <a:custGeom>
              <a:avLst/>
              <a:gdLst/>
              <a:ahLst/>
              <a:cxnLst/>
              <a:rect l="l" t="t" r="r" b="b"/>
              <a:pathLst>
                <a:path w="26687" h="26686" extrusionOk="0">
                  <a:moveTo>
                    <a:pt x="13344" y="0"/>
                  </a:moveTo>
                  <a:cubicBezTo>
                    <a:pt x="5972" y="0"/>
                    <a:pt x="1" y="5971"/>
                    <a:pt x="1" y="13343"/>
                  </a:cubicBezTo>
                  <a:cubicBezTo>
                    <a:pt x="1" y="20715"/>
                    <a:pt x="5972" y="26686"/>
                    <a:pt x="13344" y="26686"/>
                  </a:cubicBezTo>
                  <a:cubicBezTo>
                    <a:pt x="20716" y="26686"/>
                    <a:pt x="26687" y="20715"/>
                    <a:pt x="26687" y="13343"/>
                  </a:cubicBezTo>
                  <a:cubicBezTo>
                    <a:pt x="26687" y="5971"/>
                    <a:pt x="20716" y="0"/>
                    <a:pt x="13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7"/>
            <p:cNvSpPr/>
            <p:nvPr/>
          </p:nvSpPr>
          <p:spPr>
            <a:xfrm>
              <a:off x="2315150" y="4485325"/>
              <a:ext cx="196850" cy="427825"/>
            </a:xfrm>
            <a:custGeom>
              <a:avLst/>
              <a:gdLst/>
              <a:ahLst/>
              <a:cxnLst/>
              <a:rect l="l" t="t" r="r" b="b"/>
              <a:pathLst>
                <a:path w="7874" h="17113" extrusionOk="0">
                  <a:moveTo>
                    <a:pt x="5505" y="0"/>
                  </a:moveTo>
                  <a:cubicBezTo>
                    <a:pt x="2903" y="0"/>
                    <a:pt x="1769" y="1101"/>
                    <a:pt x="1769" y="3269"/>
                  </a:cubicBezTo>
                  <a:lnTo>
                    <a:pt x="1769" y="5571"/>
                  </a:lnTo>
                  <a:lnTo>
                    <a:pt x="1" y="5571"/>
                  </a:lnTo>
                  <a:lnTo>
                    <a:pt x="1" y="8506"/>
                  </a:lnTo>
                  <a:lnTo>
                    <a:pt x="1769" y="8506"/>
                  </a:lnTo>
                  <a:lnTo>
                    <a:pt x="1769" y="17113"/>
                  </a:lnTo>
                  <a:lnTo>
                    <a:pt x="5205" y="17113"/>
                  </a:lnTo>
                  <a:lnTo>
                    <a:pt x="5205" y="8506"/>
                  </a:lnTo>
                  <a:lnTo>
                    <a:pt x="7606" y="8506"/>
                  </a:lnTo>
                  <a:lnTo>
                    <a:pt x="7873" y="5604"/>
                  </a:lnTo>
                  <a:lnTo>
                    <a:pt x="5205" y="5604"/>
                  </a:lnTo>
                  <a:lnTo>
                    <a:pt x="5205" y="3936"/>
                  </a:lnTo>
                  <a:cubicBezTo>
                    <a:pt x="5205" y="3269"/>
                    <a:pt x="5338" y="3002"/>
                    <a:pt x="6005" y="3002"/>
                  </a:cubicBezTo>
                  <a:lnTo>
                    <a:pt x="7873" y="3002"/>
                  </a:lnTo>
                  <a:lnTo>
                    <a:pt x="78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7"/>
            <p:cNvSpPr/>
            <p:nvPr/>
          </p:nvSpPr>
          <p:spPr>
            <a:xfrm>
              <a:off x="5056275" y="4033325"/>
              <a:ext cx="508725" cy="508725"/>
            </a:xfrm>
            <a:custGeom>
              <a:avLst/>
              <a:gdLst/>
              <a:ahLst/>
              <a:cxnLst/>
              <a:rect l="l" t="t" r="r" b="b"/>
              <a:pathLst>
                <a:path w="20349" h="20349" extrusionOk="0">
                  <a:moveTo>
                    <a:pt x="10175" y="1"/>
                  </a:moveTo>
                  <a:cubicBezTo>
                    <a:pt x="4571" y="1"/>
                    <a:pt x="1" y="4571"/>
                    <a:pt x="1" y="10175"/>
                  </a:cubicBezTo>
                  <a:cubicBezTo>
                    <a:pt x="1" y="15812"/>
                    <a:pt x="4571" y="20349"/>
                    <a:pt x="10175" y="20349"/>
                  </a:cubicBezTo>
                  <a:cubicBezTo>
                    <a:pt x="15812" y="20349"/>
                    <a:pt x="20349" y="15812"/>
                    <a:pt x="20349" y="10175"/>
                  </a:cubicBezTo>
                  <a:cubicBezTo>
                    <a:pt x="20315" y="4571"/>
                    <a:pt x="15779" y="1"/>
                    <a:pt x="101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5162200" y="4140075"/>
              <a:ext cx="300225" cy="299400"/>
            </a:xfrm>
            <a:custGeom>
              <a:avLst/>
              <a:gdLst/>
              <a:ahLst/>
              <a:cxnLst/>
              <a:rect l="l" t="t" r="r" b="b"/>
              <a:pathLst>
                <a:path w="12009" h="11976" extrusionOk="0">
                  <a:moveTo>
                    <a:pt x="5938" y="1068"/>
                  </a:moveTo>
                  <a:cubicBezTo>
                    <a:pt x="7539" y="1068"/>
                    <a:pt x="7739" y="1068"/>
                    <a:pt x="8373" y="1135"/>
                  </a:cubicBezTo>
                  <a:cubicBezTo>
                    <a:pt x="8740" y="1135"/>
                    <a:pt x="9107" y="1201"/>
                    <a:pt x="9440" y="1335"/>
                  </a:cubicBezTo>
                  <a:cubicBezTo>
                    <a:pt x="9707" y="1401"/>
                    <a:pt x="9941" y="1568"/>
                    <a:pt x="10107" y="1802"/>
                  </a:cubicBezTo>
                  <a:cubicBezTo>
                    <a:pt x="10341" y="2002"/>
                    <a:pt x="10441" y="2202"/>
                    <a:pt x="10574" y="2469"/>
                  </a:cubicBezTo>
                  <a:cubicBezTo>
                    <a:pt x="10708" y="2802"/>
                    <a:pt x="10774" y="3169"/>
                    <a:pt x="10774" y="3536"/>
                  </a:cubicBezTo>
                  <a:cubicBezTo>
                    <a:pt x="10841" y="4170"/>
                    <a:pt x="10841" y="4370"/>
                    <a:pt x="10841" y="5905"/>
                  </a:cubicBezTo>
                  <a:cubicBezTo>
                    <a:pt x="10841" y="7472"/>
                    <a:pt x="10841" y="7706"/>
                    <a:pt x="10774" y="8340"/>
                  </a:cubicBezTo>
                  <a:cubicBezTo>
                    <a:pt x="10774" y="8707"/>
                    <a:pt x="10708" y="9074"/>
                    <a:pt x="10574" y="9407"/>
                  </a:cubicBezTo>
                  <a:cubicBezTo>
                    <a:pt x="10508" y="9674"/>
                    <a:pt x="10341" y="9907"/>
                    <a:pt x="10107" y="10074"/>
                  </a:cubicBezTo>
                  <a:cubicBezTo>
                    <a:pt x="9907" y="10308"/>
                    <a:pt x="9707" y="10408"/>
                    <a:pt x="9440" y="10541"/>
                  </a:cubicBezTo>
                  <a:cubicBezTo>
                    <a:pt x="9107" y="10675"/>
                    <a:pt x="8740" y="10741"/>
                    <a:pt x="8373" y="10741"/>
                  </a:cubicBezTo>
                  <a:cubicBezTo>
                    <a:pt x="7739" y="10808"/>
                    <a:pt x="7539" y="10808"/>
                    <a:pt x="5938" y="10808"/>
                  </a:cubicBezTo>
                  <a:cubicBezTo>
                    <a:pt x="4370" y="10808"/>
                    <a:pt x="4170" y="10808"/>
                    <a:pt x="3536" y="10741"/>
                  </a:cubicBezTo>
                  <a:cubicBezTo>
                    <a:pt x="3169" y="10741"/>
                    <a:pt x="2769" y="10675"/>
                    <a:pt x="2435" y="10541"/>
                  </a:cubicBezTo>
                  <a:cubicBezTo>
                    <a:pt x="2202" y="10475"/>
                    <a:pt x="1935" y="10308"/>
                    <a:pt x="1768" y="10074"/>
                  </a:cubicBezTo>
                  <a:cubicBezTo>
                    <a:pt x="1568" y="9874"/>
                    <a:pt x="1434" y="9674"/>
                    <a:pt x="1301" y="9407"/>
                  </a:cubicBezTo>
                  <a:cubicBezTo>
                    <a:pt x="1201" y="9074"/>
                    <a:pt x="1101" y="8707"/>
                    <a:pt x="1101" y="8340"/>
                  </a:cubicBezTo>
                  <a:cubicBezTo>
                    <a:pt x="1068" y="7706"/>
                    <a:pt x="1068" y="7506"/>
                    <a:pt x="1068" y="5905"/>
                  </a:cubicBezTo>
                  <a:cubicBezTo>
                    <a:pt x="1068" y="4337"/>
                    <a:pt x="1068" y="4170"/>
                    <a:pt x="1101" y="3536"/>
                  </a:cubicBezTo>
                  <a:cubicBezTo>
                    <a:pt x="1101" y="3169"/>
                    <a:pt x="1201" y="2802"/>
                    <a:pt x="1301" y="2469"/>
                  </a:cubicBezTo>
                  <a:cubicBezTo>
                    <a:pt x="1401" y="2202"/>
                    <a:pt x="1568" y="1968"/>
                    <a:pt x="1768" y="1802"/>
                  </a:cubicBezTo>
                  <a:cubicBezTo>
                    <a:pt x="1968" y="1568"/>
                    <a:pt x="2202" y="1468"/>
                    <a:pt x="2435" y="1335"/>
                  </a:cubicBezTo>
                  <a:cubicBezTo>
                    <a:pt x="2769" y="1201"/>
                    <a:pt x="3169" y="1135"/>
                    <a:pt x="3536" y="1135"/>
                  </a:cubicBezTo>
                  <a:cubicBezTo>
                    <a:pt x="4170" y="1068"/>
                    <a:pt x="4370" y="1068"/>
                    <a:pt x="5938" y="1068"/>
                  </a:cubicBezTo>
                  <a:close/>
                  <a:moveTo>
                    <a:pt x="5938" y="0"/>
                  </a:moveTo>
                  <a:cubicBezTo>
                    <a:pt x="4337" y="0"/>
                    <a:pt x="4103" y="0"/>
                    <a:pt x="3503" y="34"/>
                  </a:cubicBezTo>
                  <a:cubicBezTo>
                    <a:pt x="3002" y="34"/>
                    <a:pt x="2535" y="134"/>
                    <a:pt x="2068" y="301"/>
                  </a:cubicBezTo>
                  <a:cubicBezTo>
                    <a:pt x="1268" y="567"/>
                    <a:pt x="667" y="1201"/>
                    <a:pt x="334" y="2035"/>
                  </a:cubicBezTo>
                  <a:cubicBezTo>
                    <a:pt x="167" y="2502"/>
                    <a:pt x="67" y="3003"/>
                    <a:pt x="33" y="3503"/>
                  </a:cubicBezTo>
                  <a:cubicBezTo>
                    <a:pt x="0" y="4137"/>
                    <a:pt x="0" y="4337"/>
                    <a:pt x="0" y="5971"/>
                  </a:cubicBezTo>
                  <a:cubicBezTo>
                    <a:pt x="0" y="7572"/>
                    <a:pt x="0" y="7806"/>
                    <a:pt x="33" y="8406"/>
                  </a:cubicBezTo>
                  <a:cubicBezTo>
                    <a:pt x="33" y="8907"/>
                    <a:pt x="100" y="9374"/>
                    <a:pt x="334" y="9874"/>
                  </a:cubicBezTo>
                  <a:cubicBezTo>
                    <a:pt x="601" y="10675"/>
                    <a:pt x="1234" y="11342"/>
                    <a:pt x="2068" y="11642"/>
                  </a:cubicBezTo>
                  <a:cubicBezTo>
                    <a:pt x="2535" y="11809"/>
                    <a:pt x="3036" y="11876"/>
                    <a:pt x="3536" y="11909"/>
                  </a:cubicBezTo>
                  <a:cubicBezTo>
                    <a:pt x="4170" y="11976"/>
                    <a:pt x="4370" y="11976"/>
                    <a:pt x="6004" y="11976"/>
                  </a:cubicBezTo>
                  <a:cubicBezTo>
                    <a:pt x="7606" y="11976"/>
                    <a:pt x="7839" y="11976"/>
                    <a:pt x="8439" y="11909"/>
                  </a:cubicBezTo>
                  <a:cubicBezTo>
                    <a:pt x="8940" y="11909"/>
                    <a:pt x="9407" y="11842"/>
                    <a:pt x="9907" y="11642"/>
                  </a:cubicBezTo>
                  <a:cubicBezTo>
                    <a:pt x="10708" y="11342"/>
                    <a:pt x="11342" y="10708"/>
                    <a:pt x="11675" y="9874"/>
                  </a:cubicBezTo>
                  <a:cubicBezTo>
                    <a:pt x="11842" y="9407"/>
                    <a:pt x="11909" y="8907"/>
                    <a:pt x="11942" y="8406"/>
                  </a:cubicBezTo>
                  <a:cubicBezTo>
                    <a:pt x="12009" y="7806"/>
                    <a:pt x="12009" y="7572"/>
                    <a:pt x="12009" y="5971"/>
                  </a:cubicBezTo>
                  <a:cubicBezTo>
                    <a:pt x="12009" y="4337"/>
                    <a:pt x="12009" y="4170"/>
                    <a:pt x="11942" y="3503"/>
                  </a:cubicBezTo>
                  <a:cubicBezTo>
                    <a:pt x="11942" y="3003"/>
                    <a:pt x="11875" y="2536"/>
                    <a:pt x="11675" y="2035"/>
                  </a:cubicBezTo>
                  <a:cubicBezTo>
                    <a:pt x="11375" y="1235"/>
                    <a:pt x="10741" y="634"/>
                    <a:pt x="9907" y="301"/>
                  </a:cubicBezTo>
                  <a:cubicBezTo>
                    <a:pt x="9440" y="134"/>
                    <a:pt x="8940" y="34"/>
                    <a:pt x="8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5234750" y="4211800"/>
              <a:ext cx="152625" cy="152625"/>
            </a:xfrm>
            <a:custGeom>
              <a:avLst/>
              <a:gdLst/>
              <a:ahLst/>
              <a:cxnLst/>
              <a:rect l="l" t="t" r="r" b="b"/>
              <a:pathLst>
                <a:path w="6105" h="6105" extrusionOk="0">
                  <a:moveTo>
                    <a:pt x="3036" y="1101"/>
                  </a:moveTo>
                  <a:cubicBezTo>
                    <a:pt x="4136" y="1101"/>
                    <a:pt x="5004" y="1968"/>
                    <a:pt x="5004" y="3036"/>
                  </a:cubicBezTo>
                  <a:cubicBezTo>
                    <a:pt x="5004" y="4136"/>
                    <a:pt x="4136" y="5004"/>
                    <a:pt x="3036" y="5004"/>
                  </a:cubicBezTo>
                  <a:cubicBezTo>
                    <a:pt x="1968" y="5004"/>
                    <a:pt x="1101" y="4136"/>
                    <a:pt x="1101" y="3036"/>
                  </a:cubicBezTo>
                  <a:cubicBezTo>
                    <a:pt x="1101" y="1968"/>
                    <a:pt x="1968" y="1101"/>
                    <a:pt x="3036" y="1101"/>
                  </a:cubicBezTo>
                  <a:close/>
                  <a:moveTo>
                    <a:pt x="3036" y="0"/>
                  </a:moveTo>
                  <a:cubicBezTo>
                    <a:pt x="1368" y="0"/>
                    <a:pt x="0" y="1368"/>
                    <a:pt x="0" y="3036"/>
                  </a:cubicBezTo>
                  <a:cubicBezTo>
                    <a:pt x="0" y="4703"/>
                    <a:pt x="1368" y="6104"/>
                    <a:pt x="3036" y="6104"/>
                  </a:cubicBezTo>
                  <a:cubicBezTo>
                    <a:pt x="4704" y="6104"/>
                    <a:pt x="6105" y="4703"/>
                    <a:pt x="6105" y="3036"/>
                  </a:cubicBezTo>
                  <a:cubicBezTo>
                    <a:pt x="6105" y="1368"/>
                    <a:pt x="4704" y="0"/>
                    <a:pt x="30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5372350" y="4190950"/>
              <a:ext cx="35875" cy="35875"/>
            </a:xfrm>
            <a:custGeom>
              <a:avLst/>
              <a:gdLst/>
              <a:ahLst/>
              <a:cxnLst/>
              <a:rect l="l" t="t" r="r" b="b"/>
              <a:pathLst>
                <a:path w="1435" h="1435" extrusionOk="0">
                  <a:moveTo>
                    <a:pt x="701" y="0"/>
                  </a:moveTo>
                  <a:cubicBezTo>
                    <a:pt x="334" y="0"/>
                    <a:pt x="0" y="334"/>
                    <a:pt x="0" y="701"/>
                  </a:cubicBezTo>
                  <a:cubicBezTo>
                    <a:pt x="0" y="1068"/>
                    <a:pt x="334" y="1435"/>
                    <a:pt x="701" y="1435"/>
                  </a:cubicBezTo>
                  <a:cubicBezTo>
                    <a:pt x="1101" y="1435"/>
                    <a:pt x="1434" y="1068"/>
                    <a:pt x="1434" y="701"/>
                  </a:cubicBezTo>
                  <a:cubicBezTo>
                    <a:pt x="1434" y="334"/>
                    <a:pt x="1101" y="0"/>
                    <a:pt x="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5017925" y="1234650"/>
              <a:ext cx="771400" cy="771425"/>
            </a:xfrm>
            <a:custGeom>
              <a:avLst/>
              <a:gdLst/>
              <a:ahLst/>
              <a:cxnLst/>
              <a:rect l="l" t="t" r="r" b="b"/>
              <a:pathLst>
                <a:path w="30856" h="30857" extrusionOk="0">
                  <a:moveTo>
                    <a:pt x="15445" y="1"/>
                  </a:moveTo>
                  <a:cubicBezTo>
                    <a:pt x="6939" y="1"/>
                    <a:pt x="0" y="6906"/>
                    <a:pt x="0" y="15445"/>
                  </a:cubicBezTo>
                  <a:cubicBezTo>
                    <a:pt x="0" y="23951"/>
                    <a:pt x="6939" y="30856"/>
                    <a:pt x="15445" y="30856"/>
                  </a:cubicBezTo>
                  <a:cubicBezTo>
                    <a:pt x="23951" y="30856"/>
                    <a:pt x="30856" y="23985"/>
                    <a:pt x="30856" y="15445"/>
                  </a:cubicBezTo>
                  <a:cubicBezTo>
                    <a:pt x="30856" y="6906"/>
                    <a:pt x="23951" y="1"/>
                    <a:pt x="15445" y="1"/>
                  </a:cubicBezTo>
                  <a:close/>
                </a:path>
              </a:pathLst>
            </a:custGeom>
            <a:solidFill>
              <a:srgbClr val="263238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5198050" y="1453825"/>
              <a:ext cx="411150" cy="334600"/>
            </a:xfrm>
            <a:custGeom>
              <a:avLst/>
              <a:gdLst/>
              <a:ahLst/>
              <a:cxnLst/>
              <a:rect l="l" t="t" r="r" b="b"/>
              <a:pathLst>
                <a:path w="16446" h="13384" extrusionOk="0">
                  <a:moveTo>
                    <a:pt x="11374" y="1"/>
                  </a:moveTo>
                  <a:cubicBezTo>
                    <a:pt x="10557" y="1"/>
                    <a:pt x="9745" y="302"/>
                    <a:pt x="9107" y="907"/>
                  </a:cubicBezTo>
                  <a:cubicBezTo>
                    <a:pt x="8206" y="1741"/>
                    <a:pt x="7839" y="2942"/>
                    <a:pt x="8140" y="4110"/>
                  </a:cubicBezTo>
                  <a:cubicBezTo>
                    <a:pt x="5438" y="3976"/>
                    <a:pt x="2869" y="2709"/>
                    <a:pt x="1168" y="607"/>
                  </a:cubicBezTo>
                  <a:lnTo>
                    <a:pt x="1168" y="607"/>
                  </a:lnTo>
                  <a:cubicBezTo>
                    <a:pt x="301" y="2142"/>
                    <a:pt x="701" y="4110"/>
                    <a:pt x="2202" y="5110"/>
                  </a:cubicBezTo>
                  <a:cubicBezTo>
                    <a:pt x="1668" y="5110"/>
                    <a:pt x="1168" y="4944"/>
                    <a:pt x="668" y="4710"/>
                  </a:cubicBezTo>
                  <a:lnTo>
                    <a:pt x="668" y="4710"/>
                  </a:lnTo>
                  <a:cubicBezTo>
                    <a:pt x="668" y="6311"/>
                    <a:pt x="1802" y="7712"/>
                    <a:pt x="3403" y="8046"/>
                  </a:cubicBezTo>
                  <a:cubicBezTo>
                    <a:pt x="3103" y="8106"/>
                    <a:pt x="2802" y="8154"/>
                    <a:pt x="2495" y="8154"/>
                  </a:cubicBezTo>
                  <a:cubicBezTo>
                    <a:pt x="2290" y="8154"/>
                    <a:pt x="2082" y="8133"/>
                    <a:pt x="1868" y="8079"/>
                  </a:cubicBezTo>
                  <a:lnTo>
                    <a:pt x="1868" y="8079"/>
                  </a:lnTo>
                  <a:cubicBezTo>
                    <a:pt x="2335" y="9447"/>
                    <a:pt x="3603" y="10414"/>
                    <a:pt x="5004" y="10414"/>
                  </a:cubicBezTo>
                  <a:cubicBezTo>
                    <a:pt x="3775" y="11414"/>
                    <a:pt x="2277" y="11925"/>
                    <a:pt x="762" y="11925"/>
                  </a:cubicBezTo>
                  <a:cubicBezTo>
                    <a:pt x="508" y="11925"/>
                    <a:pt x="254" y="11911"/>
                    <a:pt x="0" y="11882"/>
                  </a:cubicBezTo>
                  <a:lnTo>
                    <a:pt x="0" y="11882"/>
                  </a:lnTo>
                  <a:cubicBezTo>
                    <a:pt x="1568" y="12883"/>
                    <a:pt x="3336" y="13383"/>
                    <a:pt x="5171" y="13383"/>
                  </a:cubicBezTo>
                  <a:cubicBezTo>
                    <a:pt x="11442" y="13383"/>
                    <a:pt x="14978" y="8079"/>
                    <a:pt x="14778" y="3343"/>
                  </a:cubicBezTo>
                  <a:cubicBezTo>
                    <a:pt x="15445" y="2876"/>
                    <a:pt x="15979" y="2242"/>
                    <a:pt x="16446" y="1575"/>
                  </a:cubicBezTo>
                  <a:lnTo>
                    <a:pt x="16446" y="1575"/>
                  </a:lnTo>
                  <a:cubicBezTo>
                    <a:pt x="15812" y="1875"/>
                    <a:pt x="15178" y="2042"/>
                    <a:pt x="14511" y="2108"/>
                  </a:cubicBezTo>
                  <a:cubicBezTo>
                    <a:pt x="15211" y="1708"/>
                    <a:pt x="15712" y="1041"/>
                    <a:pt x="15979" y="240"/>
                  </a:cubicBezTo>
                  <a:lnTo>
                    <a:pt x="15979" y="240"/>
                  </a:lnTo>
                  <a:cubicBezTo>
                    <a:pt x="15311" y="641"/>
                    <a:pt x="14611" y="907"/>
                    <a:pt x="13844" y="1074"/>
                  </a:cubicBezTo>
                  <a:cubicBezTo>
                    <a:pt x="13164" y="360"/>
                    <a:pt x="12267" y="1"/>
                    <a:pt x="113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2179225" y="2330450"/>
              <a:ext cx="402825" cy="401975"/>
            </a:xfrm>
            <a:custGeom>
              <a:avLst/>
              <a:gdLst/>
              <a:ahLst/>
              <a:cxnLst/>
              <a:rect l="l" t="t" r="r" b="b"/>
              <a:pathLst>
                <a:path w="16113" h="16079" extrusionOk="0">
                  <a:moveTo>
                    <a:pt x="8073" y="0"/>
                  </a:moveTo>
                  <a:cubicBezTo>
                    <a:pt x="3637" y="0"/>
                    <a:pt x="1" y="3569"/>
                    <a:pt x="1" y="8039"/>
                  </a:cubicBezTo>
                  <a:cubicBezTo>
                    <a:pt x="1" y="12476"/>
                    <a:pt x="3603" y="16078"/>
                    <a:pt x="8073" y="16078"/>
                  </a:cubicBezTo>
                  <a:cubicBezTo>
                    <a:pt x="12510" y="16078"/>
                    <a:pt x="16112" y="12509"/>
                    <a:pt x="16112" y="8039"/>
                  </a:cubicBezTo>
                  <a:cubicBezTo>
                    <a:pt x="16079" y="3636"/>
                    <a:pt x="12476" y="0"/>
                    <a:pt x="8073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2277625" y="2478050"/>
              <a:ext cx="43400" cy="142625"/>
            </a:xfrm>
            <a:custGeom>
              <a:avLst/>
              <a:gdLst/>
              <a:ahLst/>
              <a:cxnLst/>
              <a:rect l="l" t="t" r="r" b="b"/>
              <a:pathLst>
                <a:path w="1736" h="5705" extrusionOk="0">
                  <a:moveTo>
                    <a:pt x="1" y="0"/>
                  </a:moveTo>
                  <a:lnTo>
                    <a:pt x="1" y="5705"/>
                  </a:lnTo>
                  <a:lnTo>
                    <a:pt x="1735" y="5705"/>
                  </a:lnTo>
                  <a:lnTo>
                    <a:pt x="17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2273450" y="2408825"/>
              <a:ext cx="51750" cy="51725"/>
            </a:xfrm>
            <a:custGeom>
              <a:avLst/>
              <a:gdLst/>
              <a:ahLst/>
              <a:cxnLst/>
              <a:rect l="l" t="t" r="r" b="b"/>
              <a:pathLst>
                <a:path w="2070" h="2069" extrusionOk="0">
                  <a:moveTo>
                    <a:pt x="1035" y="1"/>
                  </a:moveTo>
                  <a:cubicBezTo>
                    <a:pt x="468" y="1"/>
                    <a:pt x="1" y="434"/>
                    <a:pt x="1" y="1035"/>
                  </a:cubicBezTo>
                  <a:cubicBezTo>
                    <a:pt x="1" y="1569"/>
                    <a:pt x="468" y="2069"/>
                    <a:pt x="1035" y="2069"/>
                  </a:cubicBezTo>
                  <a:cubicBezTo>
                    <a:pt x="1635" y="2069"/>
                    <a:pt x="2069" y="1602"/>
                    <a:pt x="2069" y="1035"/>
                  </a:cubicBezTo>
                  <a:cubicBezTo>
                    <a:pt x="2069" y="434"/>
                    <a:pt x="1635" y="1"/>
                    <a:pt x="10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2349350" y="2475550"/>
              <a:ext cx="137625" cy="146800"/>
            </a:xfrm>
            <a:custGeom>
              <a:avLst/>
              <a:gdLst/>
              <a:ahLst/>
              <a:cxnLst/>
              <a:rect l="l" t="t" r="r" b="b"/>
              <a:pathLst>
                <a:path w="5505" h="5872" extrusionOk="0">
                  <a:moveTo>
                    <a:pt x="3436" y="0"/>
                  </a:moveTo>
                  <a:cubicBezTo>
                    <a:pt x="2702" y="0"/>
                    <a:pt x="2069" y="334"/>
                    <a:pt x="1702" y="934"/>
                  </a:cubicBezTo>
                  <a:lnTo>
                    <a:pt x="1702" y="167"/>
                  </a:lnTo>
                  <a:lnTo>
                    <a:pt x="0" y="167"/>
                  </a:lnTo>
                  <a:lnTo>
                    <a:pt x="0" y="5871"/>
                  </a:lnTo>
                  <a:lnTo>
                    <a:pt x="1702" y="5871"/>
                  </a:lnTo>
                  <a:lnTo>
                    <a:pt x="1702" y="2869"/>
                  </a:lnTo>
                  <a:cubicBezTo>
                    <a:pt x="1702" y="2069"/>
                    <a:pt x="2102" y="1568"/>
                    <a:pt x="2802" y="1568"/>
                  </a:cubicBezTo>
                  <a:cubicBezTo>
                    <a:pt x="3503" y="1568"/>
                    <a:pt x="3736" y="2035"/>
                    <a:pt x="3736" y="2869"/>
                  </a:cubicBezTo>
                  <a:lnTo>
                    <a:pt x="3736" y="5871"/>
                  </a:lnTo>
                  <a:lnTo>
                    <a:pt x="5504" y="5871"/>
                  </a:lnTo>
                  <a:lnTo>
                    <a:pt x="5504" y="2235"/>
                  </a:lnTo>
                  <a:cubicBezTo>
                    <a:pt x="5504" y="701"/>
                    <a:pt x="4637" y="0"/>
                    <a:pt x="34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5452400" y="3337000"/>
              <a:ext cx="416975" cy="416975"/>
            </a:xfrm>
            <a:custGeom>
              <a:avLst/>
              <a:gdLst/>
              <a:ahLst/>
              <a:cxnLst/>
              <a:rect l="l" t="t" r="r" b="b"/>
              <a:pathLst>
                <a:path w="16679" h="16679" extrusionOk="0">
                  <a:moveTo>
                    <a:pt x="8340" y="0"/>
                  </a:moveTo>
                  <a:cubicBezTo>
                    <a:pt x="3770" y="0"/>
                    <a:pt x="0" y="3770"/>
                    <a:pt x="0" y="8340"/>
                  </a:cubicBezTo>
                  <a:cubicBezTo>
                    <a:pt x="0" y="12943"/>
                    <a:pt x="3770" y="16679"/>
                    <a:pt x="8340" y="16679"/>
                  </a:cubicBezTo>
                  <a:cubicBezTo>
                    <a:pt x="12976" y="16679"/>
                    <a:pt x="16679" y="12976"/>
                    <a:pt x="16679" y="8340"/>
                  </a:cubicBezTo>
                  <a:cubicBezTo>
                    <a:pt x="16679" y="3770"/>
                    <a:pt x="12943" y="0"/>
                    <a:pt x="8340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5545800" y="3480975"/>
              <a:ext cx="118450" cy="146250"/>
            </a:xfrm>
            <a:custGeom>
              <a:avLst/>
              <a:gdLst/>
              <a:ahLst/>
              <a:cxnLst/>
              <a:rect l="l" t="t" r="r" b="b"/>
              <a:pathLst>
                <a:path w="4738" h="5850" extrusionOk="0">
                  <a:moveTo>
                    <a:pt x="2369" y="1013"/>
                  </a:moveTo>
                  <a:cubicBezTo>
                    <a:pt x="2602" y="1013"/>
                    <a:pt x="2836" y="1046"/>
                    <a:pt x="3069" y="1080"/>
                  </a:cubicBezTo>
                  <a:cubicBezTo>
                    <a:pt x="3269" y="1180"/>
                    <a:pt x="3403" y="1380"/>
                    <a:pt x="3403" y="1647"/>
                  </a:cubicBezTo>
                  <a:cubicBezTo>
                    <a:pt x="3436" y="1847"/>
                    <a:pt x="3336" y="2047"/>
                    <a:pt x="3169" y="2147"/>
                  </a:cubicBezTo>
                  <a:cubicBezTo>
                    <a:pt x="2979" y="2202"/>
                    <a:pt x="2810" y="2256"/>
                    <a:pt x="2646" y="2256"/>
                  </a:cubicBezTo>
                  <a:cubicBezTo>
                    <a:pt x="2609" y="2256"/>
                    <a:pt x="2572" y="2253"/>
                    <a:pt x="2536" y="2247"/>
                  </a:cubicBezTo>
                  <a:lnTo>
                    <a:pt x="1101" y="2247"/>
                  </a:lnTo>
                  <a:lnTo>
                    <a:pt x="1101" y="1013"/>
                  </a:lnTo>
                  <a:close/>
                  <a:moveTo>
                    <a:pt x="2569" y="3315"/>
                  </a:moveTo>
                  <a:cubicBezTo>
                    <a:pt x="2769" y="3315"/>
                    <a:pt x="3003" y="3348"/>
                    <a:pt x="3169" y="3381"/>
                  </a:cubicBezTo>
                  <a:cubicBezTo>
                    <a:pt x="3403" y="3515"/>
                    <a:pt x="3570" y="3748"/>
                    <a:pt x="3536" y="4015"/>
                  </a:cubicBezTo>
                  <a:cubicBezTo>
                    <a:pt x="3570" y="4282"/>
                    <a:pt x="3403" y="4582"/>
                    <a:pt x="3169" y="4749"/>
                  </a:cubicBezTo>
                  <a:cubicBezTo>
                    <a:pt x="3003" y="4849"/>
                    <a:pt x="2769" y="4882"/>
                    <a:pt x="2569" y="4882"/>
                  </a:cubicBezTo>
                  <a:lnTo>
                    <a:pt x="1101" y="4849"/>
                  </a:lnTo>
                  <a:lnTo>
                    <a:pt x="1101" y="3315"/>
                  </a:lnTo>
                  <a:close/>
                  <a:moveTo>
                    <a:pt x="3027" y="1"/>
                  </a:moveTo>
                  <a:cubicBezTo>
                    <a:pt x="2964" y="1"/>
                    <a:pt x="2900" y="5"/>
                    <a:pt x="2836" y="12"/>
                  </a:cubicBezTo>
                  <a:lnTo>
                    <a:pt x="0" y="12"/>
                  </a:lnTo>
                  <a:lnTo>
                    <a:pt x="0" y="5850"/>
                  </a:lnTo>
                  <a:lnTo>
                    <a:pt x="2602" y="5850"/>
                  </a:lnTo>
                  <a:cubicBezTo>
                    <a:pt x="2869" y="5850"/>
                    <a:pt x="3103" y="5816"/>
                    <a:pt x="3403" y="5750"/>
                  </a:cubicBezTo>
                  <a:cubicBezTo>
                    <a:pt x="3670" y="5716"/>
                    <a:pt x="3870" y="5616"/>
                    <a:pt x="4070" y="5483"/>
                  </a:cubicBezTo>
                  <a:cubicBezTo>
                    <a:pt x="4237" y="5349"/>
                    <a:pt x="4370" y="5183"/>
                    <a:pt x="4504" y="5016"/>
                  </a:cubicBezTo>
                  <a:cubicBezTo>
                    <a:pt x="4670" y="4716"/>
                    <a:pt x="4737" y="4415"/>
                    <a:pt x="4737" y="4082"/>
                  </a:cubicBezTo>
                  <a:cubicBezTo>
                    <a:pt x="4737" y="3815"/>
                    <a:pt x="4670" y="3515"/>
                    <a:pt x="4537" y="3214"/>
                  </a:cubicBezTo>
                  <a:cubicBezTo>
                    <a:pt x="4370" y="2948"/>
                    <a:pt x="4103" y="2781"/>
                    <a:pt x="3870" y="2714"/>
                  </a:cubicBezTo>
                  <a:cubicBezTo>
                    <a:pt x="4037" y="2614"/>
                    <a:pt x="4203" y="2514"/>
                    <a:pt x="4337" y="2381"/>
                  </a:cubicBezTo>
                  <a:cubicBezTo>
                    <a:pt x="4537" y="2114"/>
                    <a:pt x="4604" y="1847"/>
                    <a:pt x="4570" y="1513"/>
                  </a:cubicBezTo>
                  <a:cubicBezTo>
                    <a:pt x="4570" y="1180"/>
                    <a:pt x="4504" y="879"/>
                    <a:pt x="4337" y="613"/>
                  </a:cubicBezTo>
                  <a:cubicBezTo>
                    <a:pt x="3982" y="228"/>
                    <a:pt x="3522" y="1"/>
                    <a:pt x="3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5670050" y="3516225"/>
              <a:ext cx="107600" cy="115250"/>
            </a:xfrm>
            <a:custGeom>
              <a:avLst/>
              <a:gdLst/>
              <a:ahLst/>
              <a:cxnLst/>
              <a:rect l="l" t="t" r="r" b="b"/>
              <a:pathLst>
                <a:path w="4304" h="4610" extrusionOk="0">
                  <a:moveTo>
                    <a:pt x="2236" y="937"/>
                  </a:moveTo>
                  <a:cubicBezTo>
                    <a:pt x="2469" y="937"/>
                    <a:pt x="2736" y="1004"/>
                    <a:pt x="2903" y="1171"/>
                  </a:cubicBezTo>
                  <a:cubicBezTo>
                    <a:pt x="3103" y="1337"/>
                    <a:pt x="3203" y="1604"/>
                    <a:pt x="3203" y="1838"/>
                  </a:cubicBezTo>
                  <a:lnTo>
                    <a:pt x="1235" y="1838"/>
                  </a:lnTo>
                  <a:cubicBezTo>
                    <a:pt x="1268" y="1604"/>
                    <a:pt x="1402" y="1337"/>
                    <a:pt x="1568" y="1171"/>
                  </a:cubicBezTo>
                  <a:cubicBezTo>
                    <a:pt x="1735" y="1004"/>
                    <a:pt x="1969" y="937"/>
                    <a:pt x="2236" y="937"/>
                  </a:cubicBezTo>
                  <a:close/>
                  <a:moveTo>
                    <a:pt x="2073" y="0"/>
                  </a:moveTo>
                  <a:cubicBezTo>
                    <a:pt x="1542" y="0"/>
                    <a:pt x="1044" y="257"/>
                    <a:pt x="634" y="604"/>
                  </a:cubicBezTo>
                  <a:cubicBezTo>
                    <a:pt x="234" y="1071"/>
                    <a:pt x="1" y="1671"/>
                    <a:pt x="67" y="2305"/>
                  </a:cubicBezTo>
                  <a:cubicBezTo>
                    <a:pt x="34" y="2972"/>
                    <a:pt x="267" y="3606"/>
                    <a:pt x="734" y="4073"/>
                  </a:cubicBezTo>
                  <a:cubicBezTo>
                    <a:pt x="1135" y="4406"/>
                    <a:pt x="1702" y="4606"/>
                    <a:pt x="2236" y="4606"/>
                  </a:cubicBezTo>
                  <a:cubicBezTo>
                    <a:pt x="2275" y="4609"/>
                    <a:pt x="2315" y="4610"/>
                    <a:pt x="2355" y="4610"/>
                  </a:cubicBezTo>
                  <a:cubicBezTo>
                    <a:pt x="2940" y="4610"/>
                    <a:pt x="3464" y="4379"/>
                    <a:pt x="3870" y="3973"/>
                  </a:cubicBezTo>
                  <a:cubicBezTo>
                    <a:pt x="4070" y="3773"/>
                    <a:pt x="4237" y="3472"/>
                    <a:pt x="4270" y="3172"/>
                  </a:cubicBezTo>
                  <a:lnTo>
                    <a:pt x="3103" y="3172"/>
                  </a:lnTo>
                  <a:cubicBezTo>
                    <a:pt x="3069" y="3306"/>
                    <a:pt x="2969" y="3406"/>
                    <a:pt x="2903" y="3472"/>
                  </a:cubicBezTo>
                  <a:cubicBezTo>
                    <a:pt x="2736" y="3606"/>
                    <a:pt x="2469" y="3672"/>
                    <a:pt x="2269" y="3672"/>
                  </a:cubicBezTo>
                  <a:cubicBezTo>
                    <a:pt x="2069" y="3672"/>
                    <a:pt x="1869" y="3639"/>
                    <a:pt x="1635" y="3506"/>
                  </a:cubicBezTo>
                  <a:cubicBezTo>
                    <a:pt x="1368" y="3306"/>
                    <a:pt x="1201" y="2972"/>
                    <a:pt x="1201" y="2605"/>
                  </a:cubicBezTo>
                  <a:lnTo>
                    <a:pt x="4304" y="2605"/>
                  </a:lnTo>
                  <a:cubicBezTo>
                    <a:pt x="4304" y="2305"/>
                    <a:pt x="4304" y="2005"/>
                    <a:pt x="4270" y="1738"/>
                  </a:cubicBezTo>
                  <a:cubicBezTo>
                    <a:pt x="4237" y="1404"/>
                    <a:pt x="4104" y="1104"/>
                    <a:pt x="3937" y="837"/>
                  </a:cubicBezTo>
                  <a:cubicBezTo>
                    <a:pt x="3770" y="570"/>
                    <a:pt x="3470" y="337"/>
                    <a:pt x="3170" y="237"/>
                  </a:cubicBezTo>
                  <a:cubicBezTo>
                    <a:pt x="2836" y="103"/>
                    <a:pt x="2502" y="3"/>
                    <a:pt x="2169" y="3"/>
                  </a:cubicBezTo>
                  <a:cubicBezTo>
                    <a:pt x="2137" y="1"/>
                    <a:pt x="2105" y="0"/>
                    <a:pt x="2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5692575" y="3489600"/>
              <a:ext cx="63400" cy="14200"/>
            </a:xfrm>
            <a:custGeom>
              <a:avLst/>
              <a:gdLst/>
              <a:ahLst/>
              <a:cxnLst/>
              <a:rect l="l" t="t" r="r" b="b"/>
              <a:pathLst>
                <a:path w="2536" h="568" extrusionOk="0">
                  <a:moveTo>
                    <a:pt x="0" y="1"/>
                  </a:moveTo>
                  <a:lnTo>
                    <a:pt x="0" y="568"/>
                  </a:lnTo>
                  <a:lnTo>
                    <a:pt x="2535" y="568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3934650" y="556675"/>
              <a:ext cx="416975" cy="417000"/>
            </a:xfrm>
            <a:custGeom>
              <a:avLst/>
              <a:gdLst/>
              <a:ahLst/>
              <a:cxnLst/>
              <a:rect l="l" t="t" r="r" b="b"/>
              <a:pathLst>
                <a:path w="16679" h="16680" extrusionOk="0">
                  <a:moveTo>
                    <a:pt x="8340" y="0"/>
                  </a:moveTo>
                  <a:cubicBezTo>
                    <a:pt x="3770" y="0"/>
                    <a:pt x="0" y="3770"/>
                    <a:pt x="0" y="8340"/>
                  </a:cubicBezTo>
                  <a:cubicBezTo>
                    <a:pt x="0" y="12943"/>
                    <a:pt x="3770" y="16679"/>
                    <a:pt x="8340" y="16679"/>
                  </a:cubicBezTo>
                  <a:cubicBezTo>
                    <a:pt x="12976" y="16679"/>
                    <a:pt x="16679" y="12976"/>
                    <a:pt x="16679" y="8340"/>
                  </a:cubicBezTo>
                  <a:cubicBezTo>
                    <a:pt x="16679" y="3770"/>
                    <a:pt x="12943" y="0"/>
                    <a:pt x="8340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4017200" y="649250"/>
              <a:ext cx="246875" cy="233525"/>
            </a:xfrm>
            <a:custGeom>
              <a:avLst/>
              <a:gdLst/>
              <a:ahLst/>
              <a:cxnLst/>
              <a:rect l="l" t="t" r="r" b="b"/>
              <a:pathLst>
                <a:path w="9875" h="9341" extrusionOk="0">
                  <a:moveTo>
                    <a:pt x="9874" y="7105"/>
                  </a:moveTo>
                  <a:lnTo>
                    <a:pt x="9874" y="7105"/>
                  </a:lnTo>
                  <a:lnTo>
                    <a:pt x="9874" y="7105"/>
                  </a:lnTo>
                  <a:lnTo>
                    <a:pt x="9874" y="7105"/>
                  </a:lnTo>
                  <a:cubicBezTo>
                    <a:pt x="9808" y="7072"/>
                    <a:pt x="9674" y="7038"/>
                    <a:pt x="9541" y="7005"/>
                  </a:cubicBezTo>
                  <a:lnTo>
                    <a:pt x="9541" y="7005"/>
                  </a:lnTo>
                  <a:cubicBezTo>
                    <a:pt x="9041" y="6838"/>
                    <a:pt x="8574" y="6505"/>
                    <a:pt x="8240" y="6038"/>
                  </a:cubicBezTo>
                  <a:cubicBezTo>
                    <a:pt x="8040" y="5771"/>
                    <a:pt x="7906" y="5537"/>
                    <a:pt x="7806" y="5237"/>
                  </a:cubicBezTo>
                  <a:lnTo>
                    <a:pt x="7806" y="5237"/>
                  </a:lnTo>
                  <a:cubicBezTo>
                    <a:pt x="7740" y="5170"/>
                    <a:pt x="7740" y="5037"/>
                    <a:pt x="7806" y="4904"/>
                  </a:cubicBezTo>
                  <a:lnTo>
                    <a:pt x="7806" y="4904"/>
                  </a:lnTo>
                  <a:cubicBezTo>
                    <a:pt x="7906" y="4770"/>
                    <a:pt x="8040" y="4670"/>
                    <a:pt x="8240" y="4603"/>
                  </a:cubicBezTo>
                  <a:lnTo>
                    <a:pt x="8240" y="4603"/>
                  </a:lnTo>
                  <a:cubicBezTo>
                    <a:pt x="8473" y="4537"/>
                    <a:pt x="8674" y="4437"/>
                    <a:pt x="8840" y="4337"/>
                  </a:cubicBezTo>
                  <a:lnTo>
                    <a:pt x="8840" y="4337"/>
                  </a:lnTo>
                  <a:cubicBezTo>
                    <a:pt x="8874" y="4270"/>
                    <a:pt x="8907" y="4236"/>
                    <a:pt x="8907" y="4203"/>
                  </a:cubicBezTo>
                  <a:lnTo>
                    <a:pt x="8907" y="4170"/>
                  </a:lnTo>
                  <a:cubicBezTo>
                    <a:pt x="8974" y="4103"/>
                    <a:pt x="8974" y="4036"/>
                    <a:pt x="8907" y="4003"/>
                  </a:cubicBezTo>
                  <a:lnTo>
                    <a:pt x="8907" y="4003"/>
                  </a:lnTo>
                  <a:cubicBezTo>
                    <a:pt x="8874" y="3903"/>
                    <a:pt x="8807" y="3836"/>
                    <a:pt x="8707" y="3769"/>
                  </a:cubicBezTo>
                  <a:lnTo>
                    <a:pt x="8707" y="3769"/>
                  </a:lnTo>
                  <a:cubicBezTo>
                    <a:pt x="8574" y="3703"/>
                    <a:pt x="8473" y="3703"/>
                    <a:pt x="8340" y="3736"/>
                  </a:cubicBezTo>
                  <a:lnTo>
                    <a:pt x="8340" y="3736"/>
                  </a:lnTo>
                  <a:cubicBezTo>
                    <a:pt x="8240" y="3769"/>
                    <a:pt x="8140" y="3836"/>
                    <a:pt x="8006" y="3836"/>
                  </a:cubicBezTo>
                  <a:lnTo>
                    <a:pt x="8006" y="3836"/>
                  </a:lnTo>
                  <a:cubicBezTo>
                    <a:pt x="7873" y="3870"/>
                    <a:pt x="7740" y="3870"/>
                    <a:pt x="7640" y="3836"/>
                  </a:cubicBezTo>
                  <a:lnTo>
                    <a:pt x="7640" y="3736"/>
                  </a:lnTo>
                  <a:lnTo>
                    <a:pt x="7640" y="3736"/>
                  </a:lnTo>
                  <a:lnTo>
                    <a:pt x="7640" y="3069"/>
                  </a:lnTo>
                  <a:lnTo>
                    <a:pt x="7640" y="3069"/>
                  </a:lnTo>
                  <a:cubicBezTo>
                    <a:pt x="7673" y="2702"/>
                    <a:pt x="7640" y="2368"/>
                    <a:pt x="7573" y="2002"/>
                  </a:cubicBezTo>
                  <a:lnTo>
                    <a:pt x="7573" y="2002"/>
                  </a:lnTo>
                  <a:cubicBezTo>
                    <a:pt x="7473" y="1368"/>
                    <a:pt x="7072" y="834"/>
                    <a:pt x="6572" y="500"/>
                  </a:cubicBezTo>
                  <a:cubicBezTo>
                    <a:pt x="6205" y="234"/>
                    <a:pt x="5805" y="67"/>
                    <a:pt x="5338" y="33"/>
                  </a:cubicBezTo>
                  <a:lnTo>
                    <a:pt x="5338" y="33"/>
                  </a:lnTo>
                  <a:lnTo>
                    <a:pt x="4871" y="33"/>
                  </a:lnTo>
                  <a:cubicBezTo>
                    <a:pt x="3803" y="0"/>
                    <a:pt x="2736" y="601"/>
                    <a:pt x="2336" y="1668"/>
                  </a:cubicBezTo>
                  <a:lnTo>
                    <a:pt x="2336" y="1668"/>
                  </a:lnTo>
                  <a:cubicBezTo>
                    <a:pt x="2202" y="2068"/>
                    <a:pt x="2136" y="2535"/>
                    <a:pt x="2202" y="3002"/>
                  </a:cubicBezTo>
                  <a:lnTo>
                    <a:pt x="2202" y="3002"/>
                  </a:lnTo>
                  <a:cubicBezTo>
                    <a:pt x="2236" y="3269"/>
                    <a:pt x="2236" y="3569"/>
                    <a:pt x="2202" y="3870"/>
                  </a:cubicBezTo>
                  <a:lnTo>
                    <a:pt x="2202" y="3870"/>
                  </a:lnTo>
                  <a:cubicBezTo>
                    <a:pt x="2069" y="3903"/>
                    <a:pt x="1902" y="3903"/>
                    <a:pt x="1802" y="3870"/>
                  </a:cubicBezTo>
                  <a:lnTo>
                    <a:pt x="1802" y="3870"/>
                  </a:lnTo>
                  <a:cubicBezTo>
                    <a:pt x="1702" y="3870"/>
                    <a:pt x="1569" y="3836"/>
                    <a:pt x="1468" y="3769"/>
                  </a:cubicBezTo>
                  <a:lnTo>
                    <a:pt x="1468" y="3769"/>
                  </a:lnTo>
                  <a:cubicBezTo>
                    <a:pt x="1335" y="3769"/>
                    <a:pt x="1235" y="3769"/>
                    <a:pt x="1135" y="3870"/>
                  </a:cubicBezTo>
                  <a:lnTo>
                    <a:pt x="1135" y="3870"/>
                  </a:lnTo>
                  <a:cubicBezTo>
                    <a:pt x="1035" y="3903"/>
                    <a:pt x="968" y="4036"/>
                    <a:pt x="968" y="4103"/>
                  </a:cubicBezTo>
                  <a:lnTo>
                    <a:pt x="968" y="4170"/>
                  </a:lnTo>
                  <a:lnTo>
                    <a:pt x="968" y="4170"/>
                  </a:lnTo>
                  <a:cubicBezTo>
                    <a:pt x="968" y="4236"/>
                    <a:pt x="1001" y="4270"/>
                    <a:pt x="1068" y="4337"/>
                  </a:cubicBezTo>
                  <a:lnTo>
                    <a:pt x="1202" y="4403"/>
                  </a:lnTo>
                  <a:lnTo>
                    <a:pt x="1202" y="4403"/>
                  </a:lnTo>
                  <a:cubicBezTo>
                    <a:pt x="1402" y="4537"/>
                    <a:pt x="1635" y="4603"/>
                    <a:pt x="1869" y="4703"/>
                  </a:cubicBezTo>
                  <a:lnTo>
                    <a:pt x="1869" y="4703"/>
                  </a:lnTo>
                  <a:cubicBezTo>
                    <a:pt x="2002" y="4737"/>
                    <a:pt x="2136" y="4870"/>
                    <a:pt x="2169" y="5004"/>
                  </a:cubicBezTo>
                  <a:cubicBezTo>
                    <a:pt x="2169" y="5170"/>
                    <a:pt x="2136" y="5371"/>
                    <a:pt x="2036" y="5504"/>
                  </a:cubicBezTo>
                  <a:lnTo>
                    <a:pt x="2036" y="5504"/>
                  </a:lnTo>
                  <a:cubicBezTo>
                    <a:pt x="1802" y="5938"/>
                    <a:pt x="1468" y="6338"/>
                    <a:pt x="1035" y="6672"/>
                  </a:cubicBezTo>
                  <a:cubicBezTo>
                    <a:pt x="801" y="6838"/>
                    <a:pt x="534" y="6905"/>
                    <a:pt x="301" y="7005"/>
                  </a:cubicBezTo>
                  <a:lnTo>
                    <a:pt x="301" y="7005"/>
                  </a:lnTo>
                  <a:cubicBezTo>
                    <a:pt x="168" y="7005"/>
                    <a:pt x="67" y="7072"/>
                    <a:pt x="34" y="7172"/>
                  </a:cubicBezTo>
                  <a:lnTo>
                    <a:pt x="34" y="7205"/>
                  </a:lnTo>
                  <a:cubicBezTo>
                    <a:pt x="1" y="7272"/>
                    <a:pt x="34" y="7372"/>
                    <a:pt x="67" y="7405"/>
                  </a:cubicBezTo>
                  <a:cubicBezTo>
                    <a:pt x="134" y="7439"/>
                    <a:pt x="168" y="7505"/>
                    <a:pt x="201" y="7505"/>
                  </a:cubicBezTo>
                  <a:lnTo>
                    <a:pt x="201" y="7505"/>
                  </a:lnTo>
                  <a:cubicBezTo>
                    <a:pt x="401" y="7606"/>
                    <a:pt x="668" y="7706"/>
                    <a:pt x="868" y="7739"/>
                  </a:cubicBezTo>
                  <a:lnTo>
                    <a:pt x="868" y="7739"/>
                  </a:lnTo>
                  <a:cubicBezTo>
                    <a:pt x="1001" y="7772"/>
                    <a:pt x="1168" y="7772"/>
                    <a:pt x="1302" y="7872"/>
                  </a:cubicBezTo>
                  <a:lnTo>
                    <a:pt x="1335" y="8006"/>
                  </a:lnTo>
                  <a:cubicBezTo>
                    <a:pt x="1368" y="8106"/>
                    <a:pt x="1368" y="8239"/>
                    <a:pt x="1468" y="8406"/>
                  </a:cubicBezTo>
                  <a:cubicBezTo>
                    <a:pt x="1468" y="8439"/>
                    <a:pt x="1502" y="8506"/>
                    <a:pt x="1535" y="8506"/>
                  </a:cubicBezTo>
                  <a:cubicBezTo>
                    <a:pt x="1602" y="8540"/>
                    <a:pt x="1669" y="8540"/>
                    <a:pt x="1702" y="8506"/>
                  </a:cubicBezTo>
                  <a:lnTo>
                    <a:pt x="1702" y="8506"/>
                  </a:lnTo>
                  <a:cubicBezTo>
                    <a:pt x="2069" y="8406"/>
                    <a:pt x="2402" y="8406"/>
                    <a:pt x="2803" y="8439"/>
                  </a:cubicBezTo>
                  <a:lnTo>
                    <a:pt x="2803" y="8439"/>
                  </a:lnTo>
                  <a:cubicBezTo>
                    <a:pt x="3170" y="8573"/>
                    <a:pt x="3503" y="8773"/>
                    <a:pt x="3837" y="9040"/>
                  </a:cubicBezTo>
                  <a:lnTo>
                    <a:pt x="3837" y="9040"/>
                  </a:lnTo>
                  <a:cubicBezTo>
                    <a:pt x="4104" y="9207"/>
                    <a:pt x="4371" y="9340"/>
                    <a:pt x="4671" y="9340"/>
                  </a:cubicBezTo>
                  <a:lnTo>
                    <a:pt x="4671" y="9340"/>
                  </a:lnTo>
                  <a:lnTo>
                    <a:pt x="5371" y="9340"/>
                  </a:lnTo>
                  <a:lnTo>
                    <a:pt x="5371" y="9340"/>
                  </a:lnTo>
                  <a:cubicBezTo>
                    <a:pt x="5571" y="9340"/>
                    <a:pt x="5738" y="9240"/>
                    <a:pt x="5905" y="9173"/>
                  </a:cubicBezTo>
                  <a:lnTo>
                    <a:pt x="5905" y="9173"/>
                  </a:lnTo>
                  <a:cubicBezTo>
                    <a:pt x="6305" y="8940"/>
                    <a:pt x="6639" y="8706"/>
                    <a:pt x="6972" y="8540"/>
                  </a:cubicBezTo>
                  <a:lnTo>
                    <a:pt x="6972" y="8540"/>
                  </a:lnTo>
                  <a:cubicBezTo>
                    <a:pt x="7106" y="8506"/>
                    <a:pt x="7239" y="8506"/>
                    <a:pt x="7373" y="8506"/>
                  </a:cubicBezTo>
                  <a:lnTo>
                    <a:pt x="7373" y="8506"/>
                  </a:lnTo>
                  <a:cubicBezTo>
                    <a:pt x="7673" y="8506"/>
                    <a:pt x="7973" y="8506"/>
                    <a:pt x="8273" y="8540"/>
                  </a:cubicBezTo>
                  <a:lnTo>
                    <a:pt x="8307" y="8540"/>
                  </a:lnTo>
                  <a:cubicBezTo>
                    <a:pt x="8340" y="8540"/>
                    <a:pt x="8373" y="8506"/>
                    <a:pt x="8440" y="8506"/>
                  </a:cubicBezTo>
                  <a:cubicBezTo>
                    <a:pt x="8440" y="8506"/>
                    <a:pt x="8473" y="8439"/>
                    <a:pt x="8473" y="8406"/>
                  </a:cubicBezTo>
                  <a:cubicBezTo>
                    <a:pt x="8473" y="8373"/>
                    <a:pt x="8473" y="8373"/>
                    <a:pt x="8473" y="8406"/>
                  </a:cubicBezTo>
                  <a:lnTo>
                    <a:pt x="8473" y="8373"/>
                  </a:lnTo>
                  <a:cubicBezTo>
                    <a:pt x="8507" y="8206"/>
                    <a:pt x="8540" y="8073"/>
                    <a:pt x="8640" y="7939"/>
                  </a:cubicBezTo>
                  <a:cubicBezTo>
                    <a:pt x="8674" y="7906"/>
                    <a:pt x="8774" y="7872"/>
                    <a:pt x="8807" y="7906"/>
                  </a:cubicBezTo>
                  <a:lnTo>
                    <a:pt x="8807" y="7906"/>
                  </a:lnTo>
                  <a:cubicBezTo>
                    <a:pt x="9041" y="7872"/>
                    <a:pt x="9307" y="7772"/>
                    <a:pt x="9508" y="7706"/>
                  </a:cubicBezTo>
                  <a:lnTo>
                    <a:pt x="9508" y="7706"/>
                  </a:lnTo>
                  <a:cubicBezTo>
                    <a:pt x="9641" y="7672"/>
                    <a:pt x="9708" y="7572"/>
                    <a:pt x="9808" y="7505"/>
                  </a:cubicBezTo>
                  <a:lnTo>
                    <a:pt x="9808" y="7505"/>
                  </a:lnTo>
                  <a:cubicBezTo>
                    <a:pt x="9874" y="7405"/>
                    <a:pt x="9841" y="7272"/>
                    <a:pt x="9741" y="7205"/>
                  </a:cubicBezTo>
                  <a:lnTo>
                    <a:pt x="9741" y="72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2807175" y="1130425"/>
              <a:ext cx="1971425" cy="3846950"/>
            </a:xfrm>
            <a:custGeom>
              <a:avLst/>
              <a:gdLst/>
              <a:ahLst/>
              <a:cxnLst/>
              <a:rect l="l" t="t" r="r" b="b"/>
              <a:pathLst>
                <a:path w="78857" h="153878" extrusionOk="0">
                  <a:moveTo>
                    <a:pt x="6072" y="0"/>
                  </a:moveTo>
                  <a:cubicBezTo>
                    <a:pt x="2702" y="0"/>
                    <a:pt x="1" y="2702"/>
                    <a:pt x="34" y="6038"/>
                  </a:cubicBezTo>
                  <a:lnTo>
                    <a:pt x="34" y="147806"/>
                  </a:lnTo>
                  <a:cubicBezTo>
                    <a:pt x="34" y="151142"/>
                    <a:pt x="2736" y="153877"/>
                    <a:pt x="6072" y="153877"/>
                  </a:cubicBezTo>
                  <a:lnTo>
                    <a:pt x="72786" y="153877"/>
                  </a:lnTo>
                  <a:cubicBezTo>
                    <a:pt x="76122" y="153877"/>
                    <a:pt x="78857" y="151142"/>
                    <a:pt x="78857" y="147806"/>
                  </a:cubicBezTo>
                  <a:lnTo>
                    <a:pt x="78857" y="6038"/>
                  </a:lnTo>
                  <a:cubicBezTo>
                    <a:pt x="78857" y="2702"/>
                    <a:pt x="76122" y="0"/>
                    <a:pt x="727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2807175" y="1130425"/>
              <a:ext cx="1210900" cy="3806900"/>
            </a:xfrm>
            <a:custGeom>
              <a:avLst/>
              <a:gdLst/>
              <a:ahLst/>
              <a:cxnLst/>
              <a:rect l="l" t="t" r="r" b="b"/>
              <a:pathLst>
                <a:path w="48436" h="152276" extrusionOk="0">
                  <a:moveTo>
                    <a:pt x="6805" y="0"/>
                  </a:moveTo>
                  <a:cubicBezTo>
                    <a:pt x="3036" y="0"/>
                    <a:pt x="1" y="3036"/>
                    <a:pt x="1" y="6805"/>
                  </a:cubicBezTo>
                  <a:lnTo>
                    <a:pt x="1" y="147072"/>
                  </a:lnTo>
                  <a:cubicBezTo>
                    <a:pt x="1" y="149074"/>
                    <a:pt x="868" y="150975"/>
                    <a:pt x="2402" y="152276"/>
                  </a:cubicBezTo>
                  <a:lnTo>
                    <a:pt x="48435" y="0"/>
                  </a:lnTo>
                  <a:close/>
                </a:path>
              </a:pathLst>
            </a:custGeom>
            <a:solidFill>
              <a:srgbClr val="FFFFFF">
                <a:alpha val="1606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3726175" y="4798875"/>
              <a:ext cx="133450" cy="133450"/>
            </a:xfrm>
            <a:custGeom>
              <a:avLst/>
              <a:gdLst/>
              <a:ahLst/>
              <a:cxnLst/>
              <a:rect l="l" t="t" r="r" b="b"/>
              <a:pathLst>
                <a:path w="5338" h="5338" fill="none" extrusionOk="0">
                  <a:moveTo>
                    <a:pt x="5337" y="2669"/>
                  </a:moveTo>
                  <a:cubicBezTo>
                    <a:pt x="5337" y="1168"/>
                    <a:pt x="4136" y="1"/>
                    <a:pt x="2669" y="1"/>
                  </a:cubicBezTo>
                  <a:cubicBezTo>
                    <a:pt x="1168" y="1"/>
                    <a:pt x="0" y="1201"/>
                    <a:pt x="0" y="2669"/>
                  </a:cubicBezTo>
                  <a:cubicBezTo>
                    <a:pt x="0" y="4137"/>
                    <a:pt x="1234" y="5338"/>
                    <a:pt x="2669" y="5338"/>
                  </a:cubicBezTo>
                  <a:lnTo>
                    <a:pt x="2669" y="5338"/>
                  </a:lnTo>
                  <a:cubicBezTo>
                    <a:pt x="4136" y="5338"/>
                    <a:pt x="5337" y="4170"/>
                    <a:pt x="5337" y="2669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2807175" y="1130425"/>
              <a:ext cx="1971425" cy="3846950"/>
            </a:xfrm>
            <a:custGeom>
              <a:avLst/>
              <a:gdLst/>
              <a:ahLst/>
              <a:cxnLst/>
              <a:rect l="l" t="t" r="r" b="b"/>
              <a:pathLst>
                <a:path w="78857" h="153878" fill="none" extrusionOk="0">
                  <a:moveTo>
                    <a:pt x="6072" y="0"/>
                  </a:moveTo>
                  <a:lnTo>
                    <a:pt x="72786" y="0"/>
                  </a:lnTo>
                  <a:cubicBezTo>
                    <a:pt x="76122" y="0"/>
                    <a:pt x="78857" y="2702"/>
                    <a:pt x="78857" y="6038"/>
                  </a:cubicBezTo>
                  <a:lnTo>
                    <a:pt x="78857" y="147806"/>
                  </a:lnTo>
                  <a:cubicBezTo>
                    <a:pt x="78857" y="151142"/>
                    <a:pt x="76122" y="153877"/>
                    <a:pt x="72786" y="153877"/>
                  </a:cubicBezTo>
                  <a:lnTo>
                    <a:pt x="6072" y="153877"/>
                  </a:lnTo>
                  <a:cubicBezTo>
                    <a:pt x="2736" y="153877"/>
                    <a:pt x="34" y="151142"/>
                    <a:pt x="34" y="147806"/>
                  </a:cubicBezTo>
                  <a:lnTo>
                    <a:pt x="34" y="6038"/>
                  </a:lnTo>
                  <a:cubicBezTo>
                    <a:pt x="1" y="2702"/>
                    <a:pt x="2702" y="0"/>
                    <a:pt x="6072" y="0"/>
                  </a:cubicBezTo>
                  <a:close/>
                </a:path>
              </a:pathLst>
            </a:custGeom>
            <a:noFill/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2894750" y="1392275"/>
              <a:ext cx="1796300" cy="3356600"/>
            </a:xfrm>
            <a:custGeom>
              <a:avLst/>
              <a:gdLst/>
              <a:ahLst/>
              <a:cxnLst/>
              <a:rect l="l" t="t" r="r" b="b"/>
              <a:pathLst>
                <a:path w="71852" h="134264" extrusionOk="0">
                  <a:moveTo>
                    <a:pt x="0" y="0"/>
                  </a:moveTo>
                  <a:lnTo>
                    <a:pt x="0" y="134263"/>
                  </a:lnTo>
                  <a:lnTo>
                    <a:pt x="71851" y="134263"/>
                  </a:lnTo>
                  <a:lnTo>
                    <a:pt x="71851" y="0"/>
                  </a:lnTo>
                  <a:close/>
                </a:path>
              </a:pathLst>
            </a:custGeom>
            <a:solidFill>
              <a:srgbClr val="FF8D00"/>
            </a:solidFill>
            <a:ln w="108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2941450" y="2422175"/>
              <a:ext cx="1647025" cy="1647050"/>
            </a:xfrm>
            <a:custGeom>
              <a:avLst/>
              <a:gdLst/>
              <a:ahLst/>
              <a:cxnLst/>
              <a:rect l="l" t="t" r="r" b="b"/>
              <a:pathLst>
                <a:path w="65881" h="65882" extrusionOk="0">
                  <a:moveTo>
                    <a:pt x="32957" y="1"/>
                  </a:moveTo>
                  <a:cubicBezTo>
                    <a:pt x="14744" y="1"/>
                    <a:pt x="0" y="14744"/>
                    <a:pt x="0" y="32924"/>
                  </a:cubicBezTo>
                  <a:cubicBezTo>
                    <a:pt x="0" y="51137"/>
                    <a:pt x="14744" y="65881"/>
                    <a:pt x="32957" y="65881"/>
                  </a:cubicBezTo>
                  <a:cubicBezTo>
                    <a:pt x="51137" y="65881"/>
                    <a:pt x="65880" y="51137"/>
                    <a:pt x="65880" y="32924"/>
                  </a:cubicBezTo>
                  <a:cubicBezTo>
                    <a:pt x="65880" y="14744"/>
                    <a:pt x="51137" y="1"/>
                    <a:pt x="329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2957275" y="1794225"/>
              <a:ext cx="1677900" cy="382800"/>
            </a:xfrm>
            <a:custGeom>
              <a:avLst/>
              <a:gdLst/>
              <a:ahLst/>
              <a:cxnLst/>
              <a:rect l="l" t="t" r="r" b="b"/>
              <a:pathLst>
                <a:path w="67116" h="15312" extrusionOk="0">
                  <a:moveTo>
                    <a:pt x="1" y="1"/>
                  </a:moveTo>
                  <a:lnTo>
                    <a:pt x="1" y="15312"/>
                  </a:lnTo>
                  <a:lnTo>
                    <a:pt x="67115" y="15312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2957275" y="4304350"/>
              <a:ext cx="1677900" cy="382800"/>
            </a:xfrm>
            <a:custGeom>
              <a:avLst/>
              <a:gdLst/>
              <a:ahLst/>
              <a:cxnLst/>
              <a:rect l="l" t="t" r="r" b="b"/>
              <a:pathLst>
                <a:path w="67116" h="15312" extrusionOk="0">
                  <a:moveTo>
                    <a:pt x="1" y="1"/>
                  </a:moveTo>
                  <a:lnTo>
                    <a:pt x="1" y="15312"/>
                  </a:lnTo>
                  <a:lnTo>
                    <a:pt x="67115" y="15312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2957275" y="4170925"/>
              <a:ext cx="1677900" cy="16700"/>
            </a:xfrm>
            <a:custGeom>
              <a:avLst/>
              <a:gdLst/>
              <a:ahLst/>
              <a:cxnLst/>
              <a:rect l="l" t="t" r="r" b="b"/>
              <a:pathLst>
                <a:path w="67116" h="668" extrusionOk="0">
                  <a:moveTo>
                    <a:pt x="1" y="1"/>
                  </a:moveTo>
                  <a:lnTo>
                    <a:pt x="1" y="668"/>
                  </a:lnTo>
                  <a:lnTo>
                    <a:pt x="67115" y="668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2957275" y="4245975"/>
              <a:ext cx="1677900" cy="16700"/>
            </a:xfrm>
            <a:custGeom>
              <a:avLst/>
              <a:gdLst/>
              <a:ahLst/>
              <a:cxnLst/>
              <a:rect l="l" t="t" r="r" b="b"/>
              <a:pathLst>
                <a:path w="67116" h="668" extrusionOk="0">
                  <a:moveTo>
                    <a:pt x="1" y="1"/>
                  </a:moveTo>
                  <a:lnTo>
                    <a:pt x="1" y="668"/>
                  </a:lnTo>
                  <a:lnTo>
                    <a:pt x="67115" y="668"/>
                  </a:lnTo>
                  <a:lnTo>
                    <a:pt x="6711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4480875" y="1426475"/>
              <a:ext cx="149300" cy="81750"/>
            </a:xfrm>
            <a:custGeom>
              <a:avLst/>
              <a:gdLst/>
              <a:ahLst/>
              <a:cxnLst/>
              <a:rect l="l" t="t" r="r" b="b"/>
              <a:pathLst>
                <a:path w="5972" h="3270" fill="none" extrusionOk="0">
                  <a:moveTo>
                    <a:pt x="0" y="0"/>
                  </a:moveTo>
                  <a:lnTo>
                    <a:pt x="5971" y="0"/>
                  </a:lnTo>
                  <a:lnTo>
                    <a:pt x="5971" y="3269"/>
                  </a:lnTo>
                  <a:lnTo>
                    <a:pt x="0" y="3269"/>
                  </a:lnTo>
                  <a:close/>
                </a:path>
              </a:pathLst>
            </a:custGeom>
            <a:noFill/>
            <a:ln w="835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4480875" y="1426475"/>
              <a:ext cx="115925" cy="81750"/>
            </a:xfrm>
            <a:custGeom>
              <a:avLst/>
              <a:gdLst/>
              <a:ahLst/>
              <a:cxnLst/>
              <a:rect l="l" t="t" r="r" b="b"/>
              <a:pathLst>
                <a:path w="4637" h="3270" extrusionOk="0">
                  <a:moveTo>
                    <a:pt x="0" y="0"/>
                  </a:moveTo>
                  <a:lnTo>
                    <a:pt x="0" y="3269"/>
                  </a:lnTo>
                  <a:lnTo>
                    <a:pt x="4637" y="3269"/>
                  </a:lnTo>
                  <a:lnTo>
                    <a:pt x="4637" y="0"/>
                  </a:lnTo>
                  <a:close/>
                </a:path>
              </a:pathLst>
            </a:custGeom>
            <a:solidFill>
              <a:srgbClr val="263238"/>
            </a:solidFill>
            <a:ln w="75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4629300" y="1448975"/>
              <a:ext cx="20875" cy="35900"/>
            </a:xfrm>
            <a:custGeom>
              <a:avLst/>
              <a:gdLst/>
              <a:ahLst/>
              <a:cxnLst/>
              <a:rect l="l" t="t" r="r" b="b"/>
              <a:pathLst>
                <a:path w="835" h="1436" extrusionOk="0">
                  <a:moveTo>
                    <a:pt x="1" y="1"/>
                  </a:moveTo>
                  <a:lnTo>
                    <a:pt x="1" y="1435"/>
                  </a:lnTo>
                  <a:lnTo>
                    <a:pt x="835" y="1435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rgbClr val="263238"/>
            </a:solidFill>
            <a:ln w="7500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2934775" y="1451475"/>
              <a:ext cx="27525" cy="46725"/>
            </a:xfrm>
            <a:custGeom>
              <a:avLst/>
              <a:gdLst/>
              <a:ahLst/>
              <a:cxnLst/>
              <a:rect l="l" t="t" r="r" b="b"/>
              <a:pathLst>
                <a:path w="1101" h="1869" extrusionOk="0">
                  <a:moveTo>
                    <a:pt x="0" y="1"/>
                  </a:moveTo>
                  <a:lnTo>
                    <a:pt x="0" y="1869"/>
                  </a:lnTo>
                  <a:lnTo>
                    <a:pt x="1101" y="1869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2978125" y="1434800"/>
              <a:ext cx="26725" cy="63400"/>
            </a:xfrm>
            <a:custGeom>
              <a:avLst/>
              <a:gdLst/>
              <a:ahLst/>
              <a:cxnLst/>
              <a:rect l="l" t="t" r="r" b="b"/>
              <a:pathLst>
                <a:path w="1069" h="2536" extrusionOk="0">
                  <a:moveTo>
                    <a:pt x="1" y="1"/>
                  </a:moveTo>
                  <a:lnTo>
                    <a:pt x="1" y="2536"/>
                  </a:lnTo>
                  <a:lnTo>
                    <a:pt x="1068" y="2536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3020650" y="1416450"/>
              <a:ext cx="27550" cy="81750"/>
            </a:xfrm>
            <a:custGeom>
              <a:avLst/>
              <a:gdLst/>
              <a:ahLst/>
              <a:cxnLst/>
              <a:rect l="l" t="t" r="r" b="b"/>
              <a:pathLst>
                <a:path w="1102" h="3270" extrusionOk="0">
                  <a:moveTo>
                    <a:pt x="1" y="1"/>
                  </a:moveTo>
                  <a:lnTo>
                    <a:pt x="1" y="3270"/>
                  </a:lnTo>
                  <a:lnTo>
                    <a:pt x="1102" y="3270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63238"/>
            </a:solidFill>
            <a:ln w="9175" cap="rnd" cmpd="sng">
              <a:solidFill>
                <a:srgbClr val="2632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2923925" y="1553225"/>
              <a:ext cx="1723750" cy="129275"/>
            </a:xfrm>
            <a:custGeom>
              <a:avLst/>
              <a:gdLst/>
              <a:ahLst/>
              <a:cxnLst/>
              <a:rect l="l" t="t" r="r" b="b"/>
              <a:pathLst>
                <a:path w="68950" h="5171" extrusionOk="0">
                  <a:moveTo>
                    <a:pt x="1" y="0"/>
                  </a:moveTo>
                  <a:lnTo>
                    <a:pt x="1" y="5171"/>
                  </a:lnTo>
                  <a:lnTo>
                    <a:pt x="68950" y="5171"/>
                  </a:lnTo>
                  <a:lnTo>
                    <a:pt x="6895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3025675" y="2715725"/>
              <a:ext cx="2061475" cy="1344125"/>
            </a:xfrm>
            <a:custGeom>
              <a:avLst/>
              <a:gdLst/>
              <a:ahLst/>
              <a:cxnLst/>
              <a:rect l="l" t="t" r="r" b="b"/>
              <a:pathLst>
                <a:path w="82459" h="53765" extrusionOk="0">
                  <a:moveTo>
                    <a:pt x="68349" y="0"/>
                  </a:moveTo>
                  <a:lnTo>
                    <a:pt x="69383" y="17246"/>
                  </a:lnTo>
                  <a:cubicBezTo>
                    <a:pt x="69383" y="17313"/>
                    <a:pt x="69350" y="17413"/>
                    <a:pt x="69283" y="17446"/>
                  </a:cubicBezTo>
                  <a:cubicBezTo>
                    <a:pt x="69241" y="17460"/>
                    <a:pt x="69206" y="17468"/>
                    <a:pt x="69171" y="17468"/>
                  </a:cubicBezTo>
                  <a:cubicBezTo>
                    <a:pt x="69122" y="17468"/>
                    <a:pt x="69075" y="17452"/>
                    <a:pt x="69016" y="17413"/>
                  </a:cubicBezTo>
                  <a:cubicBezTo>
                    <a:pt x="68949" y="17313"/>
                    <a:pt x="60610" y="9807"/>
                    <a:pt x="57708" y="7639"/>
                  </a:cubicBezTo>
                  <a:cubicBezTo>
                    <a:pt x="56107" y="6405"/>
                    <a:pt x="50203" y="2302"/>
                    <a:pt x="43364" y="1835"/>
                  </a:cubicBezTo>
                  <a:cubicBezTo>
                    <a:pt x="42222" y="1757"/>
                    <a:pt x="40989" y="1726"/>
                    <a:pt x="39743" y="1726"/>
                  </a:cubicBezTo>
                  <a:cubicBezTo>
                    <a:pt x="34554" y="1726"/>
                    <a:pt x="29141" y="2269"/>
                    <a:pt x="29088" y="2269"/>
                  </a:cubicBezTo>
                  <a:cubicBezTo>
                    <a:pt x="28987" y="2269"/>
                    <a:pt x="19481" y="3236"/>
                    <a:pt x="14344" y="4270"/>
                  </a:cubicBezTo>
                  <a:cubicBezTo>
                    <a:pt x="9774" y="5171"/>
                    <a:pt x="7005" y="8673"/>
                    <a:pt x="5170" y="15945"/>
                  </a:cubicBezTo>
                  <a:cubicBezTo>
                    <a:pt x="4437" y="18914"/>
                    <a:pt x="2235" y="26819"/>
                    <a:pt x="0" y="34625"/>
                  </a:cubicBezTo>
                  <a:cubicBezTo>
                    <a:pt x="4951" y="46066"/>
                    <a:pt x="16349" y="53764"/>
                    <a:pt x="29101" y="53764"/>
                  </a:cubicBezTo>
                  <a:cubicBezTo>
                    <a:pt x="30440" y="53764"/>
                    <a:pt x="31794" y="53680"/>
                    <a:pt x="33157" y="53505"/>
                  </a:cubicBezTo>
                  <a:cubicBezTo>
                    <a:pt x="33657" y="53472"/>
                    <a:pt x="34124" y="53372"/>
                    <a:pt x="34625" y="53305"/>
                  </a:cubicBezTo>
                  <a:cubicBezTo>
                    <a:pt x="35792" y="51204"/>
                    <a:pt x="37093" y="49169"/>
                    <a:pt x="38428" y="47167"/>
                  </a:cubicBezTo>
                  <a:cubicBezTo>
                    <a:pt x="41797" y="42497"/>
                    <a:pt x="52137" y="26920"/>
                    <a:pt x="52204" y="26753"/>
                  </a:cubicBezTo>
                  <a:cubicBezTo>
                    <a:pt x="52254" y="26678"/>
                    <a:pt x="52323" y="26640"/>
                    <a:pt x="52396" y="26640"/>
                  </a:cubicBezTo>
                  <a:cubicBezTo>
                    <a:pt x="52421" y="26640"/>
                    <a:pt x="52446" y="26644"/>
                    <a:pt x="52471" y="26653"/>
                  </a:cubicBezTo>
                  <a:cubicBezTo>
                    <a:pt x="52504" y="26653"/>
                    <a:pt x="53038" y="26920"/>
                    <a:pt x="57208" y="28120"/>
                  </a:cubicBezTo>
                  <a:cubicBezTo>
                    <a:pt x="59543" y="28788"/>
                    <a:pt x="62978" y="30022"/>
                    <a:pt x="66614" y="31323"/>
                  </a:cubicBezTo>
                  <a:cubicBezTo>
                    <a:pt x="69683" y="32423"/>
                    <a:pt x="72885" y="33591"/>
                    <a:pt x="75888" y="34592"/>
                  </a:cubicBezTo>
                  <a:lnTo>
                    <a:pt x="77856" y="35259"/>
                  </a:lnTo>
                  <a:cubicBezTo>
                    <a:pt x="80303" y="36043"/>
                    <a:pt x="81058" y="36302"/>
                    <a:pt x="81350" y="36302"/>
                  </a:cubicBezTo>
                  <a:cubicBezTo>
                    <a:pt x="81468" y="36302"/>
                    <a:pt x="81510" y="36260"/>
                    <a:pt x="81558" y="36193"/>
                  </a:cubicBezTo>
                  <a:cubicBezTo>
                    <a:pt x="81625" y="36126"/>
                    <a:pt x="81692" y="36026"/>
                    <a:pt x="81825" y="35959"/>
                  </a:cubicBezTo>
                  <a:cubicBezTo>
                    <a:pt x="82459" y="35492"/>
                    <a:pt x="82459" y="33491"/>
                    <a:pt x="81725" y="29188"/>
                  </a:cubicBezTo>
                  <a:cubicBezTo>
                    <a:pt x="81058" y="24985"/>
                    <a:pt x="76021" y="2635"/>
                    <a:pt x="75521" y="601"/>
                  </a:cubicBezTo>
                  <a:lnTo>
                    <a:pt x="68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3021500" y="2706550"/>
              <a:ext cx="2079000" cy="1341825"/>
            </a:xfrm>
            <a:custGeom>
              <a:avLst/>
              <a:gdLst/>
              <a:ahLst/>
              <a:cxnLst/>
              <a:rect l="l" t="t" r="r" b="b"/>
              <a:pathLst>
                <a:path w="83160" h="53673" extrusionOk="0">
                  <a:moveTo>
                    <a:pt x="68449" y="0"/>
                  </a:moveTo>
                  <a:cubicBezTo>
                    <a:pt x="68382" y="0"/>
                    <a:pt x="68316" y="0"/>
                    <a:pt x="68282" y="34"/>
                  </a:cubicBezTo>
                  <a:cubicBezTo>
                    <a:pt x="68216" y="100"/>
                    <a:pt x="68182" y="134"/>
                    <a:pt x="68216" y="200"/>
                  </a:cubicBezTo>
                  <a:lnTo>
                    <a:pt x="69216" y="17146"/>
                  </a:lnTo>
                  <a:cubicBezTo>
                    <a:pt x="67549" y="15645"/>
                    <a:pt x="60810" y="9641"/>
                    <a:pt x="58275" y="7706"/>
                  </a:cubicBezTo>
                  <a:cubicBezTo>
                    <a:pt x="56607" y="6472"/>
                    <a:pt x="50636" y="2335"/>
                    <a:pt x="43698" y="1835"/>
                  </a:cubicBezTo>
                  <a:cubicBezTo>
                    <a:pt x="42549" y="1758"/>
                    <a:pt x="41310" y="1726"/>
                    <a:pt x="40058" y="1726"/>
                  </a:cubicBezTo>
                  <a:cubicBezTo>
                    <a:pt x="34841" y="1726"/>
                    <a:pt x="29402" y="2269"/>
                    <a:pt x="29321" y="2269"/>
                  </a:cubicBezTo>
                  <a:cubicBezTo>
                    <a:pt x="29255" y="2269"/>
                    <a:pt x="19681" y="3203"/>
                    <a:pt x="14577" y="4270"/>
                  </a:cubicBezTo>
                  <a:cubicBezTo>
                    <a:pt x="9774" y="5204"/>
                    <a:pt x="6939" y="8807"/>
                    <a:pt x="5071" y="16279"/>
                  </a:cubicBezTo>
                  <a:cubicBezTo>
                    <a:pt x="4303" y="19147"/>
                    <a:pt x="2169" y="26820"/>
                    <a:pt x="0" y="34392"/>
                  </a:cubicBezTo>
                  <a:cubicBezTo>
                    <a:pt x="67" y="34492"/>
                    <a:pt x="100" y="34625"/>
                    <a:pt x="134" y="34692"/>
                  </a:cubicBezTo>
                  <a:cubicBezTo>
                    <a:pt x="2302" y="27020"/>
                    <a:pt x="4504" y="19214"/>
                    <a:pt x="5237" y="16312"/>
                  </a:cubicBezTo>
                  <a:cubicBezTo>
                    <a:pt x="6905" y="9774"/>
                    <a:pt x="9407" y="5504"/>
                    <a:pt x="14577" y="4470"/>
                  </a:cubicBezTo>
                  <a:cubicBezTo>
                    <a:pt x="19748" y="3436"/>
                    <a:pt x="29288" y="2469"/>
                    <a:pt x="29288" y="2469"/>
                  </a:cubicBezTo>
                  <a:cubicBezTo>
                    <a:pt x="29288" y="2469"/>
                    <a:pt x="34690" y="1926"/>
                    <a:pt x="39947" y="1926"/>
                  </a:cubicBezTo>
                  <a:cubicBezTo>
                    <a:pt x="41209" y="1926"/>
                    <a:pt x="42463" y="1958"/>
                    <a:pt x="43631" y="2035"/>
                  </a:cubicBezTo>
                  <a:cubicBezTo>
                    <a:pt x="49669" y="2469"/>
                    <a:pt x="55140" y="5671"/>
                    <a:pt x="58042" y="7873"/>
                  </a:cubicBezTo>
                  <a:cubicBezTo>
                    <a:pt x="60977" y="10108"/>
                    <a:pt x="69383" y="17646"/>
                    <a:pt x="69383" y="17646"/>
                  </a:cubicBezTo>
                  <a:lnTo>
                    <a:pt x="68349" y="200"/>
                  </a:lnTo>
                  <a:lnTo>
                    <a:pt x="75955" y="834"/>
                  </a:lnTo>
                  <a:cubicBezTo>
                    <a:pt x="75955" y="834"/>
                    <a:pt x="81458" y="25152"/>
                    <a:pt x="82159" y="29622"/>
                  </a:cubicBezTo>
                  <a:cubicBezTo>
                    <a:pt x="82859" y="34058"/>
                    <a:pt x="82893" y="36059"/>
                    <a:pt x="82159" y="36560"/>
                  </a:cubicBezTo>
                  <a:cubicBezTo>
                    <a:pt x="81854" y="36758"/>
                    <a:pt x="81876" y="36931"/>
                    <a:pt x="81595" y="36931"/>
                  </a:cubicBezTo>
                  <a:cubicBezTo>
                    <a:pt x="81168" y="36931"/>
                    <a:pt x="80044" y="36533"/>
                    <a:pt x="76021" y="35226"/>
                  </a:cubicBezTo>
                  <a:cubicBezTo>
                    <a:pt x="69350" y="33057"/>
                    <a:pt x="61578" y="30022"/>
                    <a:pt x="57341" y="28821"/>
                  </a:cubicBezTo>
                  <a:cubicBezTo>
                    <a:pt x="53105" y="27553"/>
                    <a:pt x="52538" y="27353"/>
                    <a:pt x="52538" y="27353"/>
                  </a:cubicBezTo>
                  <a:cubicBezTo>
                    <a:pt x="52538" y="27353"/>
                    <a:pt x="42130" y="43031"/>
                    <a:pt x="38828" y="47701"/>
                  </a:cubicBezTo>
                  <a:cubicBezTo>
                    <a:pt x="37494" y="49636"/>
                    <a:pt x="36293" y="51637"/>
                    <a:pt x="35125" y="53672"/>
                  </a:cubicBezTo>
                  <a:cubicBezTo>
                    <a:pt x="35192" y="53672"/>
                    <a:pt x="35292" y="53639"/>
                    <a:pt x="35426" y="53639"/>
                  </a:cubicBezTo>
                  <a:cubicBezTo>
                    <a:pt x="36526" y="51671"/>
                    <a:pt x="37761" y="49703"/>
                    <a:pt x="38995" y="47868"/>
                  </a:cubicBezTo>
                  <a:cubicBezTo>
                    <a:pt x="42130" y="43331"/>
                    <a:pt x="51637" y="29021"/>
                    <a:pt x="52671" y="27487"/>
                  </a:cubicBezTo>
                  <a:cubicBezTo>
                    <a:pt x="53038" y="27620"/>
                    <a:pt x="54139" y="27954"/>
                    <a:pt x="57308" y="28888"/>
                  </a:cubicBezTo>
                  <a:cubicBezTo>
                    <a:pt x="59643" y="29555"/>
                    <a:pt x="63045" y="30822"/>
                    <a:pt x="66681" y="32090"/>
                  </a:cubicBezTo>
                  <a:cubicBezTo>
                    <a:pt x="69783" y="33224"/>
                    <a:pt x="72986" y="34358"/>
                    <a:pt x="75988" y="35359"/>
                  </a:cubicBezTo>
                  <a:lnTo>
                    <a:pt x="77956" y="36026"/>
                  </a:lnTo>
                  <a:cubicBezTo>
                    <a:pt x="80369" y="36838"/>
                    <a:pt x="81237" y="37130"/>
                    <a:pt x="81655" y="37130"/>
                  </a:cubicBezTo>
                  <a:cubicBezTo>
                    <a:pt x="81889" y="37130"/>
                    <a:pt x="81982" y="37037"/>
                    <a:pt x="82126" y="36893"/>
                  </a:cubicBezTo>
                  <a:cubicBezTo>
                    <a:pt x="82159" y="36860"/>
                    <a:pt x="82192" y="36793"/>
                    <a:pt x="82326" y="36727"/>
                  </a:cubicBezTo>
                  <a:cubicBezTo>
                    <a:pt x="83160" y="36160"/>
                    <a:pt x="83160" y="34225"/>
                    <a:pt x="82392" y="29555"/>
                  </a:cubicBezTo>
                  <a:cubicBezTo>
                    <a:pt x="81692" y="25152"/>
                    <a:pt x="76221" y="1034"/>
                    <a:pt x="76188" y="801"/>
                  </a:cubicBezTo>
                  <a:cubicBezTo>
                    <a:pt x="76188" y="701"/>
                    <a:pt x="76121" y="634"/>
                    <a:pt x="76021" y="634"/>
                  </a:cubicBezTo>
                  <a:lnTo>
                    <a:pt x="6844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3027325" y="2708225"/>
              <a:ext cx="2069000" cy="1337650"/>
            </a:xfrm>
            <a:custGeom>
              <a:avLst/>
              <a:gdLst/>
              <a:ahLst/>
              <a:cxnLst/>
              <a:rect l="l" t="t" r="r" b="b"/>
              <a:pathLst>
                <a:path w="82760" h="53506" extrusionOk="0">
                  <a:moveTo>
                    <a:pt x="68216" y="0"/>
                  </a:moveTo>
                  <a:lnTo>
                    <a:pt x="69250" y="17446"/>
                  </a:lnTo>
                  <a:cubicBezTo>
                    <a:pt x="69250" y="17446"/>
                    <a:pt x="60811" y="9907"/>
                    <a:pt x="57909" y="7672"/>
                  </a:cubicBezTo>
                  <a:cubicBezTo>
                    <a:pt x="54973" y="5471"/>
                    <a:pt x="49469" y="2268"/>
                    <a:pt x="43465" y="1835"/>
                  </a:cubicBezTo>
                  <a:cubicBezTo>
                    <a:pt x="42303" y="1757"/>
                    <a:pt x="41053" y="1726"/>
                    <a:pt x="39794" y="1726"/>
                  </a:cubicBezTo>
                  <a:cubicBezTo>
                    <a:pt x="34545" y="1726"/>
                    <a:pt x="29122" y="2268"/>
                    <a:pt x="29122" y="2268"/>
                  </a:cubicBezTo>
                  <a:cubicBezTo>
                    <a:pt x="29122" y="2268"/>
                    <a:pt x="19581" y="3236"/>
                    <a:pt x="14411" y="4270"/>
                  </a:cubicBezTo>
                  <a:cubicBezTo>
                    <a:pt x="9241" y="5304"/>
                    <a:pt x="6739" y="9574"/>
                    <a:pt x="5071" y="16112"/>
                  </a:cubicBezTo>
                  <a:cubicBezTo>
                    <a:pt x="4337" y="19014"/>
                    <a:pt x="2169" y="26819"/>
                    <a:pt x="1" y="34491"/>
                  </a:cubicBezTo>
                  <a:cubicBezTo>
                    <a:pt x="34" y="34591"/>
                    <a:pt x="68" y="34692"/>
                    <a:pt x="101" y="34792"/>
                  </a:cubicBezTo>
                  <a:cubicBezTo>
                    <a:pt x="2236" y="27119"/>
                    <a:pt x="4437" y="19147"/>
                    <a:pt x="5205" y="16245"/>
                  </a:cubicBezTo>
                  <a:cubicBezTo>
                    <a:pt x="7039" y="8973"/>
                    <a:pt x="9774" y="5471"/>
                    <a:pt x="14378" y="4570"/>
                  </a:cubicBezTo>
                  <a:cubicBezTo>
                    <a:pt x="19515" y="3503"/>
                    <a:pt x="29022" y="2569"/>
                    <a:pt x="29088" y="2569"/>
                  </a:cubicBezTo>
                  <a:cubicBezTo>
                    <a:pt x="29169" y="2569"/>
                    <a:pt x="34565" y="2026"/>
                    <a:pt x="39765" y="2026"/>
                  </a:cubicBezTo>
                  <a:cubicBezTo>
                    <a:pt x="41013" y="2026"/>
                    <a:pt x="42249" y="2057"/>
                    <a:pt x="43398" y="2135"/>
                  </a:cubicBezTo>
                  <a:cubicBezTo>
                    <a:pt x="50203" y="2602"/>
                    <a:pt x="56074" y="6672"/>
                    <a:pt x="57742" y="7939"/>
                  </a:cubicBezTo>
                  <a:cubicBezTo>
                    <a:pt x="60611" y="10107"/>
                    <a:pt x="68950" y="17613"/>
                    <a:pt x="69050" y="17679"/>
                  </a:cubicBezTo>
                  <a:cubicBezTo>
                    <a:pt x="69099" y="17728"/>
                    <a:pt x="69166" y="17759"/>
                    <a:pt x="69224" y="17759"/>
                  </a:cubicBezTo>
                  <a:cubicBezTo>
                    <a:pt x="69245" y="17759"/>
                    <a:pt x="69266" y="17755"/>
                    <a:pt x="69284" y="17746"/>
                  </a:cubicBezTo>
                  <a:cubicBezTo>
                    <a:pt x="69384" y="17679"/>
                    <a:pt x="69417" y="17613"/>
                    <a:pt x="69417" y="17546"/>
                  </a:cubicBezTo>
                  <a:lnTo>
                    <a:pt x="68383" y="300"/>
                  </a:lnTo>
                  <a:lnTo>
                    <a:pt x="68383" y="300"/>
                  </a:lnTo>
                  <a:lnTo>
                    <a:pt x="75555" y="901"/>
                  </a:lnTo>
                  <a:cubicBezTo>
                    <a:pt x="75988" y="2935"/>
                    <a:pt x="81059" y="25285"/>
                    <a:pt x="81759" y="29488"/>
                  </a:cubicBezTo>
                  <a:cubicBezTo>
                    <a:pt x="82460" y="33791"/>
                    <a:pt x="82460" y="35792"/>
                    <a:pt x="81826" y="36259"/>
                  </a:cubicBezTo>
                  <a:cubicBezTo>
                    <a:pt x="81726" y="36326"/>
                    <a:pt x="81626" y="36426"/>
                    <a:pt x="81592" y="36493"/>
                  </a:cubicBezTo>
                  <a:cubicBezTo>
                    <a:pt x="81546" y="36540"/>
                    <a:pt x="81502" y="36573"/>
                    <a:pt x="81387" y="36573"/>
                  </a:cubicBezTo>
                  <a:cubicBezTo>
                    <a:pt x="81094" y="36573"/>
                    <a:pt x="80339" y="36351"/>
                    <a:pt x="77890" y="35559"/>
                  </a:cubicBezTo>
                  <a:lnTo>
                    <a:pt x="75922" y="34858"/>
                  </a:lnTo>
                  <a:cubicBezTo>
                    <a:pt x="72920" y="33891"/>
                    <a:pt x="69717" y="32757"/>
                    <a:pt x="66615" y="31623"/>
                  </a:cubicBezTo>
                  <a:cubicBezTo>
                    <a:pt x="62979" y="30322"/>
                    <a:pt x="59577" y="29121"/>
                    <a:pt x="57242" y="28420"/>
                  </a:cubicBezTo>
                  <a:cubicBezTo>
                    <a:pt x="53072" y="27220"/>
                    <a:pt x="52472" y="26953"/>
                    <a:pt x="52472" y="26953"/>
                  </a:cubicBezTo>
                  <a:cubicBezTo>
                    <a:pt x="52454" y="26944"/>
                    <a:pt x="52431" y="26940"/>
                    <a:pt x="52407" y="26940"/>
                  </a:cubicBezTo>
                  <a:cubicBezTo>
                    <a:pt x="52341" y="26940"/>
                    <a:pt x="52263" y="26971"/>
                    <a:pt x="52238" y="27019"/>
                  </a:cubicBezTo>
                  <a:cubicBezTo>
                    <a:pt x="52105" y="27186"/>
                    <a:pt x="41764" y="42764"/>
                    <a:pt x="38528" y="47401"/>
                  </a:cubicBezTo>
                  <a:cubicBezTo>
                    <a:pt x="37194" y="49335"/>
                    <a:pt x="35893" y="51404"/>
                    <a:pt x="34726" y="53505"/>
                  </a:cubicBezTo>
                  <a:cubicBezTo>
                    <a:pt x="34792" y="53505"/>
                    <a:pt x="34892" y="53472"/>
                    <a:pt x="34959" y="53472"/>
                  </a:cubicBezTo>
                  <a:cubicBezTo>
                    <a:pt x="36127" y="51437"/>
                    <a:pt x="37361" y="49469"/>
                    <a:pt x="38695" y="47501"/>
                  </a:cubicBezTo>
                  <a:cubicBezTo>
                    <a:pt x="41964" y="42831"/>
                    <a:pt x="52405" y="27153"/>
                    <a:pt x="52405" y="27153"/>
                  </a:cubicBezTo>
                  <a:cubicBezTo>
                    <a:pt x="52405" y="27153"/>
                    <a:pt x="52939" y="27353"/>
                    <a:pt x="57175" y="28621"/>
                  </a:cubicBezTo>
                  <a:cubicBezTo>
                    <a:pt x="61445" y="29855"/>
                    <a:pt x="69250" y="32857"/>
                    <a:pt x="75888" y="35025"/>
                  </a:cubicBezTo>
                  <a:cubicBezTo>
                    <a:pt x="79893" y="36340"/>
                    <a:pt x="81016" y="36759"/>
                    <a:pt x="81443" y="36759"/>
                  </a:cubicBezTo>
                  <a:cubicBezTo>
                    <a:pt x="81720" y="36759"/>
                    <a:pt x="81704" y="36583"/>
                    <a:pt x="81993" y="36359"/>
                  </a:cubicBezTo>
                  <a:cubicBezTo>
                    <a:pt x="82760" y="35826"/>
                    <a:pt x="82727" y="33858"/>
                    <a:pt x="81993" y="29421"/>
                  </a:cubicBezTo>
                  <a:cubicBezTo>
                    <a:pt x="81292" y="24951"/>
                    <a:pt x="75788" y="634"/>
                    <a:pt x="75788" y="634"/>
                  </a:cubicBezTo>
                  <a:lnTo>
                    <a:pt x="6821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4329100" y="3260800"/>
              <a:ext cx="231025" cy="132100"/>
            </a:xfrm>
            <a:custGeom>
              <a:avLst/>
              <a:gdLst/>
              <a:ahLst/>
              <a:cxnLst/>
              <a:rect l="l" t="t" r="r" b="b"/>
              <a:pathLst>
                <a:path w="9241" h="5284" extrusionOk="0">
                  <a:moveTo>
                    <a:pt x="3218" y="0"/>
                  </a:moveTo>
                  <a:cubicBezTo>
                    <a:pt x="3128" y="0"/>
                    <a:pt x="3027" y="38"/>
                    <a:pt x="3002" y="113"/>
                  </a:cubicBezTo>
                  <a:lnTo>
                    <a:pt x="34" y="4950"/>
                  </a:lnTo>
                  <a:cubicBezTo>
                    <a:pt x="0" y="5016"/>
                    <a:pt x="0" y="5117"/>
                    <a:pt x="67" y="5183"/>
                  </a:cubicBezTo>
                  <a:cubicBezTo>
                    <a:pt x="100" y="5217"/>
                    <a:pt x="200" y="5283"/>
                    <a:pt x="234" y="5283"/>
                  </a:cubicBezTo>
                  <a:cubicBezTo>
                    <a:pt x="301" y="5283"/>
                    <a:pt x="301" y="5217"/>
                    <a:pt x="367" y="5217"/>
                  </a:cubicBezTo>
                  <a:lnTo>
                    <a:pt x="9107" y="380"/>
                  </a:lnTo>
                  <a:cubicBezTo>
                    <a:pt x="9207" y="313"/>
                    <a:pt x="9240" y="180"/>
                    <a:pt x="9207" y="113"/>
                  </a:cubicBezTo>
                  <a:cubicBezTo>
                    <a:pt x="9132" y="38"/>
                    <a:pt x="9057" y="0"/>
                    <a:pt x="8982" y="0"/>
                  </a:cubicBezTo>
                  <a:cubicBezTo>
                    <a:pt x="8957" y="0"/>
                    <a:pt x="8932" y="5"/>
                    <a:pt x="8907" y="13"/>
                  </a:cubicBezTo>
                  <a:lnTo>
                    <a:pt x="834" y="4483"/>
                  </a:lnTo>
                  <a:lnTo>
                    <a:pt x="3369" y="313"/>
                  </a:lnTo>
                  <a:cubicBezTo>
                    <a:pt x="3403" y="213"/>
                    <a:pt x="3369" y="46"/>
                    <a:pt x="3303" y="13"/>
                  </a:cubicBezTo>
                  <a:cubicBezTo>
                    <a:pt x="3278" y="5"/>
                    <a:pt x="3248" y="0"/>
                    <a:pt x="32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3145750" y="2873550"/>
              <a:ext cx="1948075" cy="1185250"/>
            </a:xfrm>
            <a:custGeom>
              <a:avLst/>
              <a:gdLst/>
              <a:ahLst/>
              <a:cxnLst/>
              <a:rect l="l" t="t" r="r" b="b"/>
              <a:pathLst>
                <a:path w="77923" h="47410" extrusionOk="0">
                  <a:moveTo>
                    <a:pt x="35377" y="0"/>
                  </a:moveTo>
                  <a:cubicBezTo>
                    <a:pt x="32813" y="0"/>
                    <a:pt x="30236" y="378"/>
                    <a:pt x="27687" y="1193"/>
                  </a:cubicBezTo>
                  <a:cubicBezTo>
                    <a:pt x="22050" y="3027"/>
                    <a:pt x="17346" y="4829"/>
                    <a:pt x="13877" y="8298"/>
                  </a:cubicBezTo>
                  <a:cubicBezTo>
                    <a:pt x="11175" y="11000"/>
                    <a:pt x="3336" y="28345"/>
                    <a:pt x="1" y="35884"/>
                  </a:cubicBezTo>
                  <a:cubicBezTo>
                    <a:pt x="5899" y="43015"/>
                    <a:pt x="14818" y="47410"/>
                    <a:pt x="24486" y="47410"/>
                  </a:cubicBezTo>
                  <a:cubicBezTo>
                    <a:pt x="25808" y="47410"/>
                    <a:pt x="27144" y="47327"/>
                    <a:pt x="28488" y="47159"/>
                  </a:cubicBezTo>
                  <a:cubicBezTo>
                    <a:pt x="29021" y="47059"/>
                    <a:pt x="29622" y="46992"/>
                    <a:pt x="30155" y="46892"/>
                  </a:cubicBezTo>
                  <a:cubicBezTo>
                    <a:pt x="31323" y="44857"/>
                    <a:pt x="32557" y="42856"/>
                    <a:pt x="33891" y="40888"/>
                  </a:cubicBezTo>
                  <a:cubicBezTo>
                    <a:pt x="37160" y="36184"/>
                    <a:pt x="47568" y="20506"/>
                    <a:pt x="47568" y="20506"/>
                  </a:cubicBezTo>
                  <a:cubicBezTo>
                    <a:pt x="47568" y="20506"/>
                    <a:pt x="48135" y="20707"/>
                    <a:pt x="52371" y="21974"/>
                  </a:cubicBezTo>
                  <a:cubicBezTo>
                    <a:pt x="56608" y="23208"/>
                    <a:pt x="64413" y="26211"/>
                    <a:pt x="71051" y="28379"/>
                  </a:cubicBezTo>
                  <a:cubicBezTo>
                    <a:pt x="75142" y="29715"/>
                    <a:pt x="76230" y="30114"/>
                    <a:pt x="76643" y="30114"/>
                  </a:cubicBezTo>
                  <a:cubicBezTo>
                    <a:pt x="76900" y="30114"/>
                    <a:pt x="76895" y="29959"/>
                    <a:pt x="77189" y="29780"/>
                  </a:cubicBezTo>
                  <a:cubicBezTo>
                    <a:pt x="77923" y="29279"/>
                    <a:pt x="77923" y="27278"/>
                    <a:pt x="77189" y="22808"/>
                  </a:cubicBezTo>
                  <a:cubicBezTo>
                    <a:pt x="76755" y="20140"/>
                    <a:pt x="74587" y="10433"/>
                    <a:pt x="72986" y="2994"/>
                  </a:cubicBezTo>
                  <a:lnTo>
                    <a:pt x="72986" y="2994"/>
                  </a:lnTo>
                  <a:cubicBezTo>
                    <a:pt x="73653" y="11767"/>
                    <a:pt x="73887" y="20306"/>
                    <a:pt x="72552" y="21907"/>
                  </a:cubicBezTo>
                  <a:cubicBezTo>
                    <a:pt x="71750" y="22867"/>
                    <a:pt x="70842" y="23214"/>
                    <a:pt x="69950" y="23214"/>
                  </a:cubicBezTo>
                  <a:cubicBezTo>
                    <a:pt x="67615" y="23214"/>
                    <a:pt x="65381" y="20840"/>
                    <a:pt x="65381" y="20840"/>
                  </a:cubicBezTo>
                  <a:lnTo>
                    <a:pt x="64547" y="14135"/>
                  </a:lnTo>
                  <a:cubicBezTo>
                    <a:pt x="64547" y="14135"/>
                    <a:pt x="50003" y="3394"/>
                    <a:pt x="44566" y="1560"/>
                  </a:cubicBezTo>
                  <a:cubicBezTo>
                    <a:pt x="41569" y="555"/>
                    <a:pt x="38482" y="0"/>
                    <a:pt x="35377" y="0"/>
                  </a:cubicBezTo>
                  <a:close/>
                </a:path>
              </a:pathLst>
            </a:custGeom>
            <a:solidFill>
              <a:srgbClr val="000000">
                <a:alpha val="28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4755225" y="3145200"/>
              <a:ext cx="92600" cy="298575"/>
            </a:xfrm>
            <a:custGeom>
              <a:avLst/>
              <a:gdLst/>
              <a:ahLst/>
              <a:cxnLst/>
              <a:rect l="l" t="t" r="r" b="b"/>
              <a:pathLst>
                <a:path w="3704" h="11943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435" y="8640"/>
                    <a:pt x="935" y="9974"/>
                  </a:cubicBezTo>
                  <a:cubicBezTo>
                    <a:pt x="1435" y="11308"/>
                    <a:pt x="3703" y="11942"/>
                    <a:pt x="3703" y="1194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4750225" y="3140200"/>
              <a:ext cx="104275" cy="308575"/>
            </a:xfrm>
            <a:custGeom>
              <a:avLst/>
              <a:gdLst/>
              <a:ahLst/>
              <a:cxnLst/>
              <a:rect l="l" t="t" r="r" b="b"/>
              <a:pathLst>
                <a:path w="4171" h="12343" extrusionOk="0">
                  <a:moveTo>
                    <a:pt x="201" y="0"/>
                  </a:moveTo>
                  <a:cubicBezTo>
                    <a:pt x="67" y="0"/>
                    <a:pt x="1" y="67"/>
                    <a:pt x="1" y="200"/>
                  </a:cubicBezTo>
                  <a:cubicBezTo>
                    <a:pt x="34" y="601"/>
                    <a:pt x="401" y="8873"/>
                    <a:pt x="935" y="10274"/>
                  </a:cubicBezTo>
                  <a:cubicBezTo>
                    <a:pt x="1502" y="11675"/>
                    <a:pt x="3837" y="12309"/>
                    <a:pt x="3903" y="12342"/>
                  </a:cubicBezTo>
                  <a:lnTo>
                    <a:pt x="3970" y="12342"/>
                  </a:lnTo>
                  <a:cubicBezTo>
                    <a:pt x="4037" y="12342"/>
                    <a:pt x="4137" y="12309"/>
                    <a:pt x="4170" y="12209"/>
                  </a:cubicBezTo>
                  <a:cubicBezTo>
                    <a:pt x="4170" y="12075"/>
                    <a:pt x="4104" y="12009"/>
                    <a:pt x="4004" y="11975"/>
                  </a:cubicBezTo>
                  <a:cubicBezTo>
                    <a:pt x="3937" y="11975"/>
                    <a:pt x="1769" y="11375"/>
                    <a:pt x="1335" y="10141"/>
                  </a:cubicBezTo>
                  <a:cubicBezTo>
                    <a:pt x="835" y="8806"/>
                    <a:pt x="401" y="300"/>
                    <a:pt x="401" y="200"/>
                  </a:cubicBezTo>
                  <a:cubicBezTo>
                    <a:pt x="401" y="67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3583575" y="2801675"/>
              <a:ext cx="494525" cy="443625"/>
            </a:xfrm>
            <a:custGeom>
              <a:avLst/>
              <a:gdLst/>
              <a:ahLst/>
              <a:cxnLst/>
              <a:rect l="l" t="t" r="r" b="b"/>
              <a:pathLst>
                <a:path w="19781" h="17745" extrusionOk="0">
                  <a:moveTo>
                    <a:pt x="11400" y="0"/>
                  </a:moveTo>
                  <a:cubicBezTo>
                    <a:pt x="7082" y="0"/>
                    <a:pt x="6227" y="3387"/>
                    <a:pt x="4203" y="7403"/>
                  </a:cubicBezTo>
                  <a:cubicBezTo>
                    <a:pt x="2135" y="11640"/>
                    <a:pt x="1134" y="13508"/>
                    <a:pt x="1134" y="13508"/>
                  </a:cubicBezTo>
                  <a:cubicBezTo>
                    <a:pt x="1134" y="13508"/>
                    <a:pt x="0" y="16210"/>
                    <a:pt x="534" y="16210"/>
                  </a:cubicBezTo>
                  <a:cubicBezTo>
                    <a:pt x="1101" y="16210"/>
                    <a:pt x="4803" y="14809"/>
                    <a:pt x="6505" y="14809"/>
                  </a:cubicBezTo>
                  <a:cubicBezTo>
                    <a:pt x="8206" y="14809"/>
                    <a:pt x="10041" y="17744"/>
                    <a:pt x="10041" y="17744"/>
                  </a:cubicBezTo>
                  <a:cubicBezTo>
                    <a:pt x="10041" y="17744"/>
                    <a:pt x="14472" y="14473"/>
                    <a:pt x="16258" y="14473"/>
                  </a:cubicBezTo>
                  <a:cubicBezTo>
                    <a:pt x="16363" y="14473"/>
                    <a:pt x="16460" y="14484"/>
                    <a:pt x="16545" y="14508"/>
                  </a:cubicBezTo>
                  <a:cubicBezTo>
                    <a:pt x="17312" y="14742"/>
                    <a:pt x="18013" y="15176"/>
                    <a:pt x="18613" y="15709"/>
                  </a:cubicBezTo>
                  <a:cubicBezTo>
                    <a:pt x="18730" y="15826"/>
                    <a:pt x="18879" y="15879"/>
                    <a:pt x="19030" y="15879"/>
                  </a:cubicBezTo>
                  <a:cubicBezTo>
                    <a:pt x="19222" y="15879"/>
                    <a:pt x="19416" y="15792"/>
                    <a:pt x="19547" y="15643"/>
                  </a:cubicBezTo>
                  <a:cubicBezTo>
                    <a:pt x="19647" y="15509"/>
                    <a:pt x="19714" y="15342"/>
                    <a:pt x="19714" y="15209"/>
                  </a:cubicBezTo>
                  <a:cubicBezTo>
                    <a:pt x="19781" y="14475"/>
                    <a:pt x="19781" y="13408"/>
                    <a:pt x="19781" y="12073"/>
                  </a:cubicBezTo>
                  <a:cubicBezTo>
                    <a:pt x="19781" y="8971"/>
                    <a:pt x="17046" y="498"/>
                    <a:pt x="12142" y="31"/>
                  </a:cubicBezTo>
                  <a:cubicBezTo>
                    <a:pt x="11884" y="11"/>
                    <a:pt x="11637" y="0"/>
                    <a:pt x="114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3561600" y="2680700"/>
              <a:ext cx="542350" cy="546425"/>
            </a:xfrm>
            <a:custGeom>
              <a:avLst/>
              <a:gdLst/>
              <a:ahLst/>
              <a:cxnLst/>
              <a:rect l="l" t="t" r="r" b="b"/>
              <a:pathLst>
                <a:path w="21694" h="21857" extrusionOk="0">
                  <a:moveTo>
                    <a:pt x="12654" y="0"/>
                  </a:moveTo>
                  <a:cubicBezTo>
                    <a:pt x="12654" y="0"/>
                    <a:pt x="7851" y="634"/>
                    <a:pt x="5682" y="2702"/>
                  </a:cubicBezTo>
                  <a:cubicBezTo>
                    <a:pt x="3514" y="4804"/>
                    <a:pt x="4215" y="8073"/>
                    <a:pt x="3081" y="11142"/>
                  </a:cubicBezTo>
                  <a:cubicBezTo>
                    <a:pt x="1986" y="14161"/>
                    <a:pt x="0" y="20182"/>
                    <a:pt x="996" y="20182"/>
                  </a:cubicBezTo>
                  <a:cubicBezTo>
                    <a:pt x="1001" y="20182"/>
                    <a:pt x="1007" y="20182"/>
                    <a:pt x="1012" y="20181"/>
                  </a:cubicBezTo>
                  <a:cubicBezTo>
                    <a:pt x="1935" y="20092"/>
                    <a:pt x="4931" y="17771"/>
                    <a:pt x="6299" y="17771"/>
                  </a:cubicBezTo>
                  <a:cubicBezTo>
                    <a:pt x="6464" y="17771"/>
                    <a:pt x="6605" y="17804"/>
                    <a:pt x="6717" y="17880"/>
                  </a:cubicBezTo>
                  <a:cubicBezTo>
                    <a:pt x="7751" y="18580"/>
                    <a:pt x="10152" y="21649"/>
                    <a:pt x="10553" y="21849"/>
                  </a:cubicBezTo>
                  <a:cubicBezTo>
                    <a:pt x="10564" y="21854"/>
                    <a:pt x="10578" y="21857"/>
                    <a:pt x="10595" y="21857"/>
                  </a:cubicBezTo>
                  <a:cubicBezTo>
                    <a:pt x="11251" y="21857"/>
                    <a:pt x="16275" y="18203"/>
                    <a:pt x="16991" y="17813"/>
                  </a:cubicBezTo>
                  <a:cubicBezTo>
                    <a:pt x="17022" y="17793"/>
                    <a:pt x="17060" y="17784"/>
                    <a:pt x="17103" y="17784"/>
                  </a:cubicBezTo>
                  <a:cubicBezTo>
                    <a:pt x="17889" y="17784"/>
                    <a:pt x="20448" y="20937"/>
                    <a:pt x="21172" y="20937"/>
                  </a:cubicBezTo>
                  <a:cubicBezTo>
                    <a:pt x="21277" y="20937"/>
                    <a:pt x="21344" y="20869"/>
                    <a:pt x="21360" y="20715"/>
                  </a:cubicBezTo>
                  <a:cubicBezTo>
                    <a:pt x="21494" y="19481"/>
                    <a:pt x="21694" y="12076"/>
                    <a:pt x="20927" y="7639"/>
                  </a:cubicBezTo>
                  <a:cubicBezTo>
                    <a:pt x="20226" y="3136"/>
                    <a:pt x="15056" y="134"/>
                    <a:pt x="126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3557700" y="2674850"/>
              <a:ext cx="552100" cy="557100"/>
            </a:xfrm>
            <a:custGeom>
              <a:avLst/>
              <a:gdLst/>
              <a:ahLst/>
              <a:cxnLst/>
              <a:rect l="l" t="t" r="r" b="b"/>
              <a:pathLst>
                <a:path w="22084" h="22284" extrusionOk="0">
                  <a:moveTo>
                    <a:pt x="12843" y="468"/>
                  </a:moveTo>
                  <a:cubicBezTo>
                    <a:pt x="15212" y="601"/>
                    <a:pt x="20215" y="3570"/>
                    <a:pt x="20916" y="7906"/>
                  </a:cubicBezTo>
                  <a:cubicBezTo>
                    <a:pt x="21650" y="12343"/>
                    <a:pt x="21416" y="19782"/>
                    <a:pt x="21350" y="20949"/>
                  </a:cubicBezTo>
                  <a:lnTo>
                    <a:pt x="21350" y="20982"/>
                  </a:lnTo>
                  <a:cubicBezTo>
                    <a:pt x="21049" y="20916"/>
                    <a:pt x="20182" y="20082"/>
                    <a:pt x="19582" y="19515"/>
                  </a:cubicBezTo>
                  <a:cubicBezTo>
                    <a:pt x="18506" y="18469"/>
                    <a:pt x="17760" y="17802"/>
                    <a:pt x="17277" y="17802"/>
                  </a:cubicBezTo>
                  <a:cubicBezTo>
                    <a:pt x="17206" y="17802"/>
                    <a:pt x="17140" y="17817"/>
                    <a:pt x="17080" y="17847"/>
                  </a:cubicBezTo>
                  <a:cubicBezTo>
                    <a:pt x="16846" y="17980"/>
                    <a:pt x="16246" y="18414"/>
                    <a:pt x="15512" y="18914"/>
                  </a:cubicBezTo>
                  <a:cubicBezTo>
                    <a:pt x="14144" y="19815"/>
                    <a:pt x="11309" y="21783"/>
                    <a:pt x="10809" y="21850"/>
                  </a:cubicBezTo>
                  <a:cubicBezTo>
                    <a:pt x="10575" y="21750"/>
                    <a:pt x="10008" y="21016"/>
                    <a:pt x="9474" y="20449"/>
                  </a:cubicBezTo>
                  <a:cubicBezTo>
                    <a:pt x="8574" y="19481"/>
                    <a:pt x="7573" y="18347"/>
                    <a:pt x="7006" y="17947"/>
                  </a:cubicBezTo>
                  <a:cubicBezTo>
                    <a:pt x="6873" y="17814"/>
                    <a:pt x="6672" y="17780"/>
                    <a:pt x="6472" y="17780"/>
                  </a:cubicBezTo>
                  <a:cubicBezTo>
                    <a:pt x="5572" y="17780"/>
                    <a:pt x="4337" y="18547"/>
                    <a:pt x="3070" y="19281"/>
                  </a:cubicBezTo>
                  <a:cubicBezTo>
                    <a:pt x="2303" y="19748"/>
                    <a:pt x="1502" y="20182"/>
                    <a:pt x="1168" y="20249"/>
                  </a:cubicBezTo>
                  <a:cubicBezTo>
                    <a:pt x="802" y="19915"/>
                    <a:pt x="1869" y="15612"/>
                    <a:pt x="3470" y="11476"/>
                  </a:cubicBezTo>
                  <a:cubicBezTo>
                    <a:pt x="3870" y="10308"/>
                    <a:pt x="4037" y="9107"/>
                    <a:pt x="4204" y="7940"/>
                  </a:cubicBezTo>
                  <a:cubicBezTo>
                    <a:pt x="4471" y="6105"/>
                    <a:pt x="4704" y="4404"/>
                    <a:pt x="6005" y="3136"/>
                  </a:cubicBezTo>
                  <a:cubicBezTo>
                    <a:pt x="8040" y="1168"/>
                    <a:pt x="12510" y="501"/>
                    <a:pt x="12843" y="468"/>
                  </a:cubicBezTo>
                  <a:close/>
                  <a:moveTo>
                    <a:pt x="12810" y="1"/>
                  </a:moveTo>
                  <a:cubicBezTo>
                    <a:pt x="12577" y="67"/>
                    <a:pt x="7907" y="668"/>
                    <a:pt x="5705" y="2803"/>
                  </a:cubicBezTo>
                  <a:cubicBezTo>
                    <a:pt x="4304" y="4137"/>
                    <a:pt x="4037" y="5938"/>
                    <a:pt x="3804" y="7806"/>
                  </a:cubicBezTo>
                  <a:cubicBezTo>
                    <a:pt x="3637" y="8941"/>
                    <a:pt x="3470" y="10141"/>
                    <a:pt x="3036" y="11276"/>
                  </a:cubicBezTo>
                  <a:cubicBezTo>
                    <a:pt x="3003" y="11342"/>
                    <a:pt x="1" y="19415"/>
                    <a:pt x="802" y="20449"/>
                  </a:cubicBezTo>
                  <a:cubicBezTo>
                    <a:pt x="868" y="20582"/>
                    <a:pt x="1002" y="20616"/>
                    <a:pt x="1168" y="20616"/>
                  </a:cubicBezTo>
                  <a:cubicBezTo>
                    <a:pt x="1569" y="20582"/>
                    <a:pt x="2369" y="20115"/>
                    <a:pt x="3237" y="19615"/>
                  </a:cubicBezTo>
                  <a:cubicBezTo>
                    <a:pt x="4317" y="19018"/>
                    <a:pt x="5713" y="18202"/>
                    <a:pt x="6432" y="18202"/>
                  </a:cubicBezTo>
                  <a:cubicBezTo>
                    <a:pt x="6556" y="18202"/>
                    <a:pt x="6660" y="18226"/>
                    <a:pt x="6739" y="18281"/>
                  </a:cubicBezTo>
                  <a:cubicBezTo>
                    <a:pt x="7306" y="18647"/>
                    <a:pt x="8307" y="19782"/>
                    <a:pt x="9141" y="20682"/>
                  </a:cubicBezTo>
                  <a:cubicBezTo>
                    <a:pt x="9975" y="21650"/>
                    <a:pt x="10408" y="22150"/>
                    <a:pt x="10642" y="22250"/>
                  </a:cubicBezTo>
                  <a:cubicBezTo>
                    <a:pt x="10675" y="22283"/>
                    <a:pt x="10709" y="22283"/>
                    <a:pt x="10742" y="22283"/>
                  </a:cubicBezTo>
                  <a:cubicBezTo>
                    <a:pt x="11142" y="22283"/>
                    <a:pt x="12176" y="21650"/>
                    <a:pt x="15712" y="19248"/>
                  </a:cubicBezTo>
                  <a:cubicBezTo>
                    <a:pt x="16413" y="18748"/>
                    <a:pt x="17046" y="18314"/>
                    <a:pt x="17247" y="18180"/>
                  </a:cubicBezTo>
                  <a:cubicBezTo>
                    <a:pt x="17256" y="18178"/>
                    <a:pt x="17265" y="18177"/>
                    <a:pt x="17276" y="18177"/>
                  </a:cubicBezTo>
                  <a:cubicBezTo>
                    <a:pt x="17615" y="18177"/>
                    <a:pt x="18699" y="19199"/>
                    <a:pt x="19281" y="19782"/>
                  </a:cubicBezTo>
                  <a:cubicBezTo>
                    <a:pt x="20344" y="20785"/>
                    <a:pt x="20936" y="21345"/>
                    <a:pt x="21359" y="21345"/>
                  </a:cubicBezTo>
                  <a:cubicBezTo>
                    <a:pt x="21414" y="21345"/>
                    <a:pt x="21466" y="21335"/>
                    <a:pt x="21516" y="21316"/>
                  </a:cubicBezTo>
                  <a:cubicBezTo>
                    <a:pt x="21650" y="21283"/>
                    <a:pt x="21750" y="21183"/>
                    <a:pt x="21750" y="20949"/>
                  </a:cubicBezTo>
                  <a:cubicBezTo>
                    <a:pt x="21883" y="19682"/>
                    <a:pt x="22083" y="12343"/>
                    <a:pt x="21350" y="7806"/>
                  </a:cubicBezTo>
                  <a:cubicBezTo>
                    <a:pt x="20582" y="3236"/>
                    <a:pt x="15345" y="134"/>
                    <a:pt x="128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3762150" y="2535600"/>
              <a:ext cx="454400" cy="696425"/>
            </a:xfrm>
            <a:custGeom>
              <a:avLst/>
              <a:gdLst/>
              <a:ahLst/>
              <a:cxnLst/>
              <a:rect l="l" t="t" r="r" b="b"/>
              <a:pathLst>
                <a:path w="18176" h="27857" extrusionOk="0">
                  <a:moveTo>
                    <a:pt x="6300" y="0"/>
                  </a:moveTo>
                  <a:cubicBezTo>
                    <a:pt x="6300" y="0"/>
                    <a:pt x="4532" y="5371"/>
                    <a:pt x="3064" y="7305"/>
                  </a:cubicBezTo>
                  <a:cubicBezTo>
                    <a:pt x="1630" y="9173"/>
                    <a:pt x="996" y="9474"/>
                    <a:pt x="496" y="13843"/>
                  </a:cubicBezTo>
                  <a:cubicBezTo>
                    <a:pt x="0" y="18169"/>
                    <a:pt x="2186" y="27856"/>
                    <a:pt x="2974" y="27856"/>
                  </a:cubicBezTo>
                  <a:cubicBezTo>
                    <a:pt x="2982" y="27856"/>
                    <a:pt x="2990" y="27855"/>
                    <a:pt x="2998" y="27853"/>
                  </a:cubicBezTo>
                  <a:cubicBezTo>
                    <a:pt x="3731" y="27653"/>
                    <a:pt x="10870" y="16212"/>
                    <a:pt x="13305" y="14344"/>
                  </a:cubicBezTo>
                  <a:cubicBezTo>
                    <a:pt x="15673" y="12476"/>
                    <a:pt x="18175" y="10508"/>
                    <a:pt x="18175" y="10508"/>
                  </a:cubicBezTo>
                  <a:cubicBezTo>
                    <a:pt x="18175" y="10508"/>
                    <a:pt x="12338" y="8773"/>
                    <a:pt x="10370" y="6271"/>
                  </a:cubicBezTo>
                  <a:cubicBezTo>
                    <a:pt x="8868" y="4270"/>
                    <a:pt x="7501" y="2168"/>
                    <a:pt x="6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3866275" y="2535600"/>
              <a:ext cx="349425" cy="337750"/>
            </a:xfrm>
            <a:custGeom>
              <a:avLst/>
              <a:gdLst/>
              <a:ahLst/>
              <a:cxnLst/>
              <a:rect l="l" t="t" r="r" b="b"/>
              <a:pathLst>
                <a:path w="13977" h="13510" extrusionOk="0">
                  <a:moveTo>
                    <a:pt x="2135" y="0"/>
                  </a:moveTo>
                  <a:cubicBezTo>
                    <a:pt x="1501" y="1835"/>
                    <a:pt x="834" y="3636"/>
                    <a:pt x="0" y="5371"/>
                  </a:cubicBezTo>
                  <a:cubicBezTo>
                    <a:pt x="901" y="7839"/>
                    <a:pt x="3336" y="11842"/>
                    <a:pt x="10141" y="13510"/>
                  </a:cubicBezTo>
                  <a:cubicBezTo>
                    <a:pt x="12175" y="11942"/>
                    <a:pt x="13977" y="10474"/>
                    <a:pt x="13977" y="10474"/>
                  </a:cubicBezTo>
                  <a:cubicBezTo>
                    <a:pt x="13977" y="10474"/>
                    <a:pt x="8139" y="8706"/>
                    <a:pt x="6171" y="6205"/>
                  </a:cubicBezTo>
                  <a:cubicBezTo>
                    <a:pt x="4670" y="4203"/>
                    <a:pt x="3336" y="2135"/>
                    <a:pt x="2135" y="0"/>
                  </a:cubicBezTo>
                  <a:close/>
                </a:path>
              </a:pathLst>
            </a:custGeom>
            <a:solidFill>
              <a:srgbClr val="000000">
                <a:alpha val="29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3884600" y="2535600"/>
              <a:ext cx="331100" cy="317750"/>
            </a:xfrm>
            <a:custGeom>
              <a:avLst/>
              <a:gdLst/>
              <a:ahLst/>
              <a:cxnLst/>
              <a:rect l="l" t="t" r="r" b="b"/>
              <a:pathLst>
                <a:path w="13244" h="12710" extrusionOk="0">
                  <a:moveTo>
                    <a:pt x="1402" y="0"/>
                  </a:moveTo>
                  <a:cubicBezTo>
                    <a:pt x="1402" y="0"/>
                    <a:pt x="802" y="1835"/>
                    <a:pt x="1" y="3703"/>
                  </a:cubicBezTo>
                  <a:cubicBezTo>
                    <a:pt x="635" y="5604"/>
                    <a:pt x="1969" y="8373"/>
                    <a:pt x="4271" y="10007"/>
                  </a:cubicBezTo>
                  <a:cubicBezTo>
                    <a:pt x="6139" y="11275"/>
                    <a:pt x="8240" y="12176"/>
                    <a:pt x="10442" y="12709"/>
                  </a:cubicBezTo>
                  <a:lnTo>
                    <a:pt x="13244" y="10508"/>
                  </a:lnTo>
                  <a:cubicBezTo>
                    <a:pt x="13244" y="10474"/>
                    <a:pt x="7440" y="8706"/>
                    <a:pt x="5438" y="6205"/>
                  </a:cubicBezTo>
                  <a:cubicBezTo>
                    <a:pt x="3937" y="4203"/>
                    <a:pt x="2603" y="2135"/>
                    <a:pt x="1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3757025" y="2530575"/>
              <a:ext cx="462025" cy="706375"/>
            </a:xfrm>
            <a:custGeom>
              <a:avLst/>
              <a:gdLst/>
              <a:ahLst/>
              <a:cxnLst/>
              <a:rect l="l" t="t" r="r" b="b"/>
              <a:pathLst>
                <a:path w="18481" h="28255" extrusionOk="0">
                  <a:moveTo>
                    <a:pt x="6538" y="701"/>
                  </a:moveTo>
                  <a:cubicBezTo>
                    <a:pt x="7706" y="2703"/>
                    <a:pt x="9007" y="4704"/>
                    <a:pt x="10408" y="6572"/>
                  </a:cubicBezTo>
                  <a:cubicBezTo>
                    <a:pt x="12109" y="8741"/>
                    <a:pt x="16579" y="10342"/>
                    <a:pt x="17913" y="10809"/>
                  </a:cubicBezTo>
                  <a:cubicBezTo>
                    <a:pt x="17146" y="11376"/>
                    <a:pt x="15211" y="12910"/>
                    <a:pt x="13343" y="14378"/>
                  </a:cubicBezTo>
                  <a:cubicBezTo>
                    <a:pt x="11942" y="15479"/>
                    <a:pt x="8940" y="19748"/>
                    <a:pt x="6572" y="23184"/>
                  </a:cubicBezTo>
                  <a:cubicBezTo>
                    <a:pt x="5071" y="25319"/>
                    <a:pt x="3536" y="27521"/>
                    <a:pt x="3169" y="27821"/>
                  </a:cubicBezTo>
                  <a:cubicBezTo>
                    <a:pt x="2435" y="27087"/>
                    <a:pt x="367" y="18214"/>
                    <a:pt x="868" y="14044"/>
                  </a:cubicBezTo>
                  <a:cubicBezTo>
                    <a:pt x="1301" y="10242"/>
                    <a:pt x="1835" y="9641"/>
                    <a:pt x="2936" y="8207"/>
                  </a:cubicBezTo>
                  <a:cubicBezTo>
                    <a:pt x="3069" y="8040"/>
                    <a:pt x="3236" y="7840"/>
                    <a:pt x="3403" y="7640"/>
                  </a:cubicBezTo>
                  <a:cubicBezTo>
                    <a:pt x="4637" y="6005"/>
                    <a:pt x="6071" y="2036"/>
                    <a:pt x="6538" y="701"/>
                  </a:cubicBezTo>
                  <a:close/>
                  <a:moveTo>
                    <a:pt x="6438" y="1"/>
                  </a:moveTo>
                  <a:cubicBezTo>
                    <a:pt x="6372" y="1"/>
                    <a:pt x="6338" y="34"/>
                    <a:pt x="6271" y="134"/>
                  </a:cubicBezTo>
                  <a:cubicBezTo>
                    <a:pt x="6238" y="168"/>
                    <a:pt x="4504" y="5505"/>
                    <a:pt x="3069" y="7340"/>
                  </a:cubicBezTo>
                  <a:cubicBezTo>
                    <a:pt x="2902" y="7540"/>
                    <a:pt x="2736" y="7740"/>
                    <a:pt x="2602" y="7907"/>
                  </a:cubicBezTo>
                  <a:cubicBezTo>
                    <a:pt x="1501" y="9341"/>
                    <a:pt x="901" y="10041"/>
                    <a:pt x="434" y="13978"/>
                  </a:cubicBezTo>
                  <a:cubicBezTo>
                    <a:pt x="0" y="18014"/>
                    <a:pt x="1935" y="27321"/>
                    <a:pt x="2902" y="28154"/>
                  </a:cubicBezTo>
                  <a:cubicBezTo>
                    <a:pt x="3036" y="28221"/>
                    <a:pt x="3069" y="28221"/>
                    <a:pt x="3169" y="28221"/>
                  </a:cubicBezTo>
                  <a:cubicBezTo>
                    <a:pt x="3203" y="28221"/>
                    <a:pt x="3203" y="28221"/>
                    <a:pt x="3203" y="28255"/>
                  </a:cubicBezTo>
                  <a:cubicBezTo>
                    <a:pt x="3536" y="28154"/>
                    <a:pt x="4504" y="26854"/>
                    <a:pt x="6872" y="23418"/>
                  </a:cubicBezTo>
                  <a:cubicBezTo>
                    <a:pt x="9240" y="20015"/>
                    <a:pt x="12209" y="15746"/>
                    <a:pt x="13543" y="14712"/>
                  </a:cubicBezTo>
                  <a:cubicBezTo>
                    <a:pt x="15912" y="12844"/>
                    <a:pt x="18413" y="10875"/>
                    <a:pt x="18413" y="10875"/>
                  </a:cubicBezTo>
                  <a:cubicBezTo>
                    <a:pt x="18480" y="10842"/>
                    <a:pt x="18480" y="10742"/>
                    <a:pt x="18480" y="10675"/>
                  </a:cubicBezTo>
                  <a:cubicBezTo>
                    <a:pt x="18480" y="10575"/>
                    <a:pt x="18447" y="10542"/>
                    <a:pt x="18380" y="10508"/>
                  </a:cubicBezTo>
                  <a:cubicBezTo>
                    <a:pt x="18347" y="10508"/>
                    <a:pt x="12609" y="8741"/>
                    <a:pt x="10708" y="6339"/>
                  </a:cubicBezTo>
                  <a:cubicBezTo>
                    <a:pt x="9207" y="4371"/>
                    <a:pt x="7873" y="2303"/>
                    <a:pt x="6672" y="134"/>
                  </a:cubicBezTo>
                  <a:cubicBezTo>
                    <a:pt x="6605" y="34"/>
                    <a:pt x="6538" y="1"/>
                    <a:pt x="64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3846250" y="2059375"/>
              <a:ext cx="649650" cy="783450"/>
            </a:xfrm>
            <a:custGeom>
              <a:avLst/>
              <a:gdLst/>
              <a:ahLst/>
              <a:cxnLst/>
              <a:rect l="l" t="t" r="r" b="b"/>
              <a:pathLst>
                <a:path w="25986" h="31338" extrusionOk="0">
                  <a:moveTo>
                    <a:pt x="13018" y="0"/>
                  </a:moveTo>
                  <a:cubicBezTo>
                    <a:pt x="10434" y="0"/>
                    <a:pt x="7860" y="618"/>
                    <a:pt x="5504" y="1837"/>
                  </a:cubicBezTo>
                  <a:cubicBezTo>
                    <a:pt x="834" y="4305"/>
                    <a:pt x="1" y="12077"/>
                    <a:pt x="701" y="14379"/>
                  </a:cubicBezTo>
                  <a:cubicBezTo>
                    <a:pt x="1435" y="16681"/>
                    <a:pt x="2269" y="23719"/>
                    <a:pt x="6839" y="27155"/>
                  </a:cubicBezTo>
                  <a:cubicBezTo>
                    <a:pt x="10700" y="30009"/>
                    <a:pt x="15288" y="31337"/>
                    <a:pt x="17730" y="31337"/>
                  </a:cubicBezTo>
                  <a:cubicBezTo>
                    <a:pt x="18200" y="31337"/>
                    <a:pt x="18590" y="31288"/>
                    <a:pt x="18881" y="31191"/>
                  </a:cubicBezTo>
                  <a:cubicBezTo>
                    <a:pt x="20682" y="30557"/>
                    <a:pt x="22216" y="28156"/>
                    <a:pt x="24084" y="24420"/>
                  </a:cubicBezTo>
                  <a:cubicBezTo>
                    <a:pt x="25986" y="20717"/>
                    <a:pt x="25085" y="16747"/>
                    <a:pt x="24918" y="14446"/>
                  </a:cubicBezTo>
                  <a:cubicBezTo>
                    <a:pt x="24785" y="12178"/>
                    <a:pt x="25052" y="5206"/>
                    <a:pt x="25052" y="5206"/>
                  </a:cubicBezTo>
                  <a:cubicBezTo>
                    <a:pt x="25052" y="5206"/>
                    <a:pt x="20248" y="1503"/>
                    <a:pt x="17747" y="703"/>
                  </a:cubicBezTo>
                  <a:cubicBezTo>
                    <a:pt x="16198" y="233"/>
                    <a:pt x="14606" y="0"/>
                    <a:pt x="130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3940475" y="2057975"/>
              <a:ext cx="533750" cy="217250"/>
            </a:xfrm>
            <a:custGeom>
              <a:avLst/>
              <a:gdLst/>
              <a:ahLst/>
              <a:cxnLst/>
              <a:rect l="l" t="t" r="r" b="b"/>
              <a:pathLst>
                <a:path w="21350" h="8690" extrusionOk="0">
                  <a:moveTo>
                    <a:pt x="9360" y="0"/>
                  </a:moveTo>
                  <a:cubicBezTo>
                    <a:pt x="6738" y="0"/>
                    <a:pt x="4143" y="631"/>
                    <a:pt x="1769" y="1859"/>
                  </a:cubicBezTo>
                  <a:cubicBezTo>
                    <a:pt x="1102" y="2226"/>
                    <a:pt x="535" y="2693"/>
                    <a:pt x="1" y="3227"/>
                  </a:cubicBezTo>
                  <a:lnTo>
                    <a:pt x="2403" y="4928"/>
                  </a:lnTo>
                  <a:cubicBezTo>
                    <a:pt x="2403" y="4928"/>
                    <a:pt x="3461" y="3881"/>
                    <a:pt x="5718" y="3881"/>
                  </a:cubicBezTo>
                  <a:cubicBezTo>
                    <a:pt x="7324" y="3881"/>
                    <a:pt x="9538" y="4412"/>
                    <a:pt x="12410" y="6229"/>
                  </a:cubicBezTo>
                  <a:cubicBezTo>
                    <a:pt x="15436" y="8107"/>
                    <a:pt x="18062" y="8689"/>
                    <a:pt x="20110" y="8689"/>
                  </a:cubicBezTo>
                  <a:cubicBezTo>
                    <a:pt x="20500" y="8689"/>
                    <a:pt x="20869" y="8668"/>
                    <a:pt x="21216" y="8631"/>
                  </a:cubicBezTo>
                  <a:cubicBezTo>
                    <a:pt x="21249" y="6796"/>
                    <a:pt x="21349" y="5262"/>
                    <a:pt x="21349" y="5262"/>
                  </a:cubicBezTo>
                  <a:cubicBezTo>
                    <a:pt x="21349" y="5262"/>
                    <a:pt x="16546" y="1526"/>
                    <a:pt x="14078" y="692"/>
                  </a:cubicBezTo>
                  <a:cubicBezTo>
                    <a:pt x="12524" y="228"/>
                    <a:pt x="10937" y="0"/>
                    <a:pt x="9360" y="0"/>
                  </a:cubicBezTo>
                  <a:close/>
                </a:path>
              </a:pathLst>
            </a:custGeom>
            <a:solidFill>
              <a:srgbClr val="000000">
                <a:alpha val="29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3842925" y="2053575"/>
              <a:ext cx="652975" cy="794775"/>
            </a:xfrm>
            <a:custGeom>
              <a:avLst/>
              <a:gdLst/>
              <a:ahLst/>
              <a:cxnLst/>
              <a:rect l="l" t="t" r="r" b="b"/>
              <a:pathLst>
                <a:path w="26119" h="31791" extrusionOk="0">
                  <a:moveTo>
                    <a:pt x="13176" y="401"/>
                  </a:moveTo>
                  <a:cubicBezTo>
                    <a:pt x="14744" y="401"/>
                    <a:pt x="16312" y="634"/>
                    <a:pt x="17813" y="1068"/>
                  </a:cubicBezTo>
                  <a:cubicBezTo>
                    <a:pt x="20048" y="1802"/>
                    <a:pt x="24284" y="5038"/>
                    <a:pt x="24951" y="5538"/>
                  </a:cubicBezTo>
                  <a:cubicBezTo>
                    <a:pt x="24918" y="6439"/>
                    <a:pt x="24651" y="12576"/>
                    <a:pt x="24851" y="14711"/>
                  </a:cubicBezTo>
                  <a:cubicBezTo>
                    <a:pt x="24918" y="14978"/>
                    <a:pt x="24951" y="15378"/>
                    <a:pt x="24985" y="15745"/>
                  </a:cubicBezTo>
                  <a:cubicBezTo>
                    <a:pt x="25251" y="17980"/>
                    <a:pt x="25652" y="21416"/>
                    <a:pt x="24084" y="24552"/>
                  </a:cubicBezTo>
                  <a:cubicBezTo>
                    <a:pt x="22283" y="28087"/>
                    <a:pt x="20748" y="30556"/>
                    <a:pt x="18980" y="31156"/>
                  </a:cubicBezTo>
                  <a:cubicBezTo>
                    <a:pt x="18697" y="31260"/>
                    <a:pt x="18311" y="31312"/>
                    <a:pt x="17842" y="31312"/>
                  </a:cubicBezTo>
                  <a:cubicBezTo>
                    <a:pt x="15438" y="31312"/>
                    <a:pt x="10879" y="29945"/>
                    <a:pt x="7139" y="27153"/>
                  </a:cubicBezTo>
                  <a:cubicBezTo>
                    <a:pt x="3469" y="24418"/>
                    <a:pt x="2235" y="19281"/>
                    <a:pt x="1501" y="16212"/>
                  </a:cubicBezTo>
                  <a:cubicBezTo>
                    <a:pt x="1401" y="15478"/>
                    <a:pt x="1234" y="14911"/>
                    <a:pt x="1101" y="14478"/>
                  </a:cubicBezTo>
                  <a:cubicBezTo>
                    <a:pt x="434" y="12476"/>
                    <a:pt x="1101" y="4704"/>
                    <a:pt x="5771" y="2202"/>
                  </a:cubicBezTo>
                  <a:cubicBezTo>
                    <a:pt x="8106" y="1035"/>
                    <a:pt x="10641" y="401"/>
                    <a:pt x="13176" y="401"/>
                  </a:cubicBezTo>
                  <a:close/>
                  <a:moveTo>
                    <a:pt x="13215" y="0"/>
                  </a:moveTo>
                  <a:cubicBezTo>
                    <a:pt x="10587" y="0"/>
                    <a:pt x="7986" y="626"/>
                    <a:pt x="5604" y="1869"/>
                  </a:cubicBezTo>
                  <a:cubicBezTo>
                    <a:pt x="634" y="4471"/>
                    <a:pt x="0" y="12476"/>
                    <a:pt x="734" y="14644"/>
                  </a:cubicBezTo>
                  <a:cubicBezTo>
                    <a:pt x="834" y="15078"/>
                    <a:pt x="967" y="15645"/>
                    <a:pt x="1134" y="16312"/>
                  </a:cubicBezTo>
                  <a:cubicBezTo>
                    <a:pt x="1835" y="19448"/>
                    <a:pt x="3102" y="24718"/>
                    <a:pt x="6905" y="27554"/>
                  </a:cubicBezTo>
                  <a:cubicBezTo>
                    <a:pt x="10674" y="30422"/>
                    <a:pt x="15378" y="31790"/>
                    <a:pt x="17880" y="31790"/>
                  </a:cubicBezTo>
                  <a:cubicBezTo>
                    <a:pt x="18413" y="31790"/>
                    <a:pt x="18814" y="31723"/>
                    <a:pt x="19180" y="31590"/>
                  </a:cubicBezTo>
                  <a:cubicBezTo>
                    <a:pt x="21082" y="30956"/>
                    <a:pt x="22650" y="28388"/>
                    <a:pt x="24484" y="24752"/>
                  </a:cubicBezTo>
                  <a:cubicBezTo>
                    <a:pt x="26119" y="21483"/>
                    <a:pt x="25685" y="17980"/>
                    <a:pt x="25452" y="15712"/>
                  </a:cubicBezTo>
                  <a:cubicBezTo>
                    <a:pt x="25385" y="15312"/>
                    <a:pt x="25352" y="14978"/>
                    <a:pt x="25318" y="14644"/>
                  </a:cubicBezTo>
                  <a:cubicBezTo>
                    <a:pt x="25151" y="12410"/>
                    <a:pt x="25452" y="5538"/>
                    <a:pt x="25452" y="5438"/>
                  </a:cubicBezTo>
                  <a:cubicBezTo>
                    <a:pt x="25452" y="5405"/>
                    <a:pt x="25418" y="5304"/>
                    <a:pt x="25352" y="5271"/>
                  </a:cubicBezTo>
                  <a:cubicBezTo>
                    <a:pt x="25151" y="5138"/>
                    <a:pt x="20515" y="1535"/>
                    <a:pt x="18013" y="701"/>
                  </a:cubicBezTo>
                  <a:cubicBezTo>
                    <a:pt x="16433" y="233"/>
                    <a:pt x="14819" y="0"/>
                    <a:pt x="13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4195675" y="2390475"/>
              <a:ext cx="30875" cy="66750"/>
            </a:xfrm>
            <a:custGeom>
              <a:avLst/>
              <a:gdLst/>
              <a:ahLst/>
              <a:cxnLst/>
              <a:rect l="l" t="t" r="r" b="b"/>
              <a:pathLst>
                <a:path w="1235" h="2670" extrusionOk="0">
                  <a:moveTo>
                    <a:pt x="634" y="1"/>
                  </a:moveTo>
                  <a:cubicBezTo>
                    <a:pt x="300" y="1"/>
                    <a:pt x="0" y="601"/>
                    <a:pt x="0" y="1335"/>
                  </a:cubicBezTo>
                  <a:cubicBezTo>
                    <a:pt x="0" y="2102"/>
                    <a:pt x="300" y="2670"/>
                    <a:pt x="634" y="2670"/>
                  </a:cubicBezTo>
                  <a:cubicBezTo>
                    <a:pt x="968" y="2670"/>
                    <a:pt x="1234" y="2102"/>
                    <a:pt x="1234" y="1335"/>
                  </a:cubicBezTo>
                  <a:cubicBezTo>
                    <a:pt x="1234" y="635"/>
                    <a:pt x="968" y="1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4384975" y="2408825"/>
              <a:ext cx="31700" cy="66750"/>
            </a:xfrm>
            <a:custGeom>
              <a:avLst/>
              <a:gdLst/>
              <a:ahLst/>
              <a:cxnLst/>
              <a:rect l="l" t="t" r="r" b="b"/>
              <a:pathLst>
                <a:path w="1268" h="2670" extrusionOk="0">
                  <a:moveTo>
                    <a:pt x="634" y="1"/>
                  </a:moveTo>
                  <a:cubicBezTo>
                    <a:pt x="300" y="1"/>
                    <a:pt x="0" y="568"/>
                    <a:pt x="0" y="1335"/>
                  </a:cubicBezTo>
                  <a:cubicBezTo>
                    <a:pt x="0" y="2069"/>
                    <a:pt x="300" y="2669"/>
                    <a:pt x="634" y="2669"/>
                  </a:cubicBezTo>
                  <a:cubicBezTo>
                    <a:pt x="968" y="2669"/>
                    <a:pt x="1268" y="2069"/>
                    <a:pt x="1268" y="1335"/>
                  </a:cubicBezTo>
                  <a:cubicBezTo>
                    <a:pt x="1268" y="568"/>
                    <a:pt x="968" y="1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4257375" y="2386950"/>
              <a:ext cx="119275" cy="170350"/>
            </a:xfrm>
            <a:custGeom>
              <a:avLst/>
              <a:gdLst/>
              <a:ahLst/>
              <a:cxnLst/>
              <a:rect l="l" t="t" r="r" b="b"/>
              <a:pathLst>
                <a:path w="4771" h="6814" extrusionOk="0">
                  <a:moveTo>
                    <a:pt x="4375" y="0"/>
                  </a:moveTo>
                  <a:cubicBezTo>
                    <a:pt x="4320" y="0"/>
                    <a:pt x="4270" y="25"/>
                    <a:pt x="4237" y="75"/>
                  </a:cubicBezTo>
                  <a:cubicBezTo>
                    <a:pt x="3970" y="275"/>
                    <a:pt x="2135" y="2143"/>
                    <a:pt x="2736" y="3111"/>
                  </a:cubicBezTo>
                  <a:cubicBezTo>
                    <a:pt x="2936" y="3411"/>
                    <a:pt x="3136" y="3644"/>
                    <a:pt x="3403" y="3878"/>
                  </a:cubicBezTo>
                  <a:cubicBezTo>
                    <a:pt x="3870" y="4312"/>
                    <a:pt x="4270" y="4745"/>
                    <a:pt x="4070" y="5446"/>
                  </a:cubicBezTo>
                  <a:cubicBezTo>
                    <a:pt x="3903" y="5913"/>
                    <a:pt x="3270" y="6280"/>
                    <a:pt x="2536" y="6380"/>
                  </a:cubicBezTo>
                  <a:cubicBezTo>
                    <a:pt x="2451" y="6387"/>
                    <a:pt x="2363" y="6392"/>
                    <a:pt x="2274" y="6392"/>
                  </a:cubicBezTo>
                  <a:cubicBezTo>
                    <a:pt x="1592" y="6392"/>
                    <a:pt x="814" y="6150"/>
                    <a:pt x="401" y="5412"/>
                  </a:cubicBezTo>
                  <a:cubicBezTo>
                    <a:pt x="351" y="5337"/>
                    <a:pt x="263" y="5300"/>
                    <a:pt x="180" y="5300"/>
                  </a:cubicBezTo>
                  <a:cubicBezTo>
                    <a:pt x="153" y="5300"/>
                    <a:pt x="126" y="5304"/>
                    <a:pt x="101" y="5312"/>
                  </a:cubicBezTo>
                  <a:cubicBezTo>
                    <a:pt x="34" y="5412"/>
                    <a:pt x="1" y="5546"/>
                    <a:pt x="34" y="5613"/>
                  </a:cubicBezTo>
                  <a:cubicBezTo>
                    <a:pt x="534" y="6547"/>
                    <a:pt x="1435" y="6813"/>
                    <a:pt x="2236" y="6813"/>
                  </a:cubicBezTo>
                  <a:cubicBezTo>
                    <a:pt x="2369" y="6813"/>
                    <a:pt x="2436" y="6813"/>
                    <a:pt x="2602" y="6780"/>
                  </a:cubicBezTo>
                  <a:cubicBezTo>
                    <a:pt x="3536" y="6680"/>
                    <a:pt x="4270" y="6180"/>
                    <a:pt x="4470" y="5579"/>
                  </a:cubicBezTo>
                  <a:cubicBezTo>
                    <a:pt x="4771" y="4612"/>
                    <a:pt x="4204" y="4078"/>
                    <a:pt x="3703" y="3578"/>
                  </a:cubicBezTo>
                  <a:cubicBezTo>
                    <a:pt x="3470" y="3344"/>
                    <a:pt x="3270" y="3144"/>
                    <a:pt x="3103" y="2911"/>
                  </a:cubicBezTo>
                  <a:cubicBezTo>
                    <a:pt x="2803" y="2444"/>
                    <a:pt x="3770" y="1109"/>
                    <a:pt x="4537" y="342"/>
                  </a:cubicBezTo>
                  <a:cubicBezTo>
                    <a:pt x="4604" y="275"/>
                    <a:pt x="4604" y="142"/>
                    <a:pt x="4537" y="75"/>
                  </a:cubicBezTo>
                  <a:cubicBezTo>
                    <a:pt x="4487" y="25"/>
                    <a:pt x="4429" y="0"/>
                    <a:pt x="43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4072250" y="2553100"/>
              <a:ext cx="200175" cy="141525"/>
            </a:xfrm>
            <a:custGeom>
              <a:avLst/>
              <a:gdLst/>
              <a:ahLst/>
              <a:cxnLst/>
              <a:rect l="l" t="t" r="r" b="b"/>
              <a:pathLst>
                <a:path w="8007" h="5661" extrusionOk="0">
                  <a:moveTo>
                    <a:pt x="1668" y="1"/>
                  </a:moveTo>
                  <a:cubicBezTo>
                    <a:pt x="1668" y="1"/>
                    <a:pt x="0" y="5338"/>
                    <a:pt x="1902" y="5638"/>
                  </a:cubicBezTo>
                  <a:cubicBezTo>
                    <a:pt x="1997" y="5653"/>
                    <a:pt x="2098" y="5661"/>
                    <a:pt x="2204" y="5661"/>
                  </a:cubicBezTo>
                  <a:cubicBezTo>
                    <a:pt x="4190" y="5661"/>
                    <a:pt x="8006" y="3136"/>
                    <a:pt x="8006" y="3136"/>
                  </a:cubicBezTo>
                  <a:cubicBezTo>
                    <a:pt x="5571" y="3069"/>
                    <a:pt x="3269" y="1935"/>
                    <a:pt x="1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4077250" y="2548100"/>
              <a:ext cx="201825" cy="150975"/>
            </a:xfrm>
            <a:custGeom>
              <a:avLst/>
              <a:gdLst/>
              <a:ahLst/>
              <a:cxnLst/>
              <a:rect l="l" t="t" r="r" b="b"/>
              <a:pathLst>
                <a:path w="8073" h="6039" extrusionOk="0">
                  <a:moveTo>
                    <a:pt x="1568" y="634"/>
                  </a:moveTo>
                  <a:cubicBezTo>
                    <a:pt x="3036" y="2269"/>
                    <a:pt x="5037" y="3269"/>
                    <a:pt x="7139" y="3503"/>
                  </a:cubicBezTo>
                  <a:cubicBezTo>
                    <a:pt x="6006" y="4164"/>
                    <a:pt x="3391" y="5655"/>
                    <a:pt x="1950" y="5655"/>
                  </a:cubicBezTo>
                  <a:cubicBezTo>
                    <a:pt x="1862" y="5655"/>
                    <a:pt x="1780" y="5649"/>
                    <a:pt x="1702" y="5638"/>
                  </a:cubicBezTo>
                  <a:cubicBezTo>
                    <a:pt x="1468" y="5571"/>
                    <a:pt x="1368" y="5471"/>
                    <a:pt x="1235" y="5304"/>
                  </a:cubicBezTo>
                  <a:cubicBezTo>
                    <a:pt x="668" y="4370"/>
                    <a:pt x="1235" y="1868"/>
                    <a:pt x="1568" y="634"/>
                  </a:cubicBezTo>
                  <a:close/>
                  <a:moveTo>
                    <a:pt x="1435" y="0"/>
                  </a:moveTo>
                  <a:cubicBezTo>
                    <a:pt x="1335" y="0"/>
                    <a:pt x="1301" y="34"/>
                    <a:pt x="1268" y="134"/>
                  </a:cubicBezTo>
                  <a:cubicBezTo>
                    <a:pt x="1235" y="301"/>
                    <a:pt x="0" y="4137"/>
                    <a:pt x="901" y="5504"/>
                  </a:cubicBezTo>
                  <a:cubicBezTo>
                    <a:pt x="1068" y="5805"/>
                    <a:pt x="1301" y="5971"/>
                    <a:pt x="1635" y="6005"/>
                  </a:cubicBezTo>
                  <a:cubicBezTo>
                    <a:pt x="1768" y="6038"/>
                    <a:pt x="1835" y="6038"/>
                    <a:pt x="1969" y="6038"/>
                  </a:cubicBezTo>
                  <a:cubicBezTo>
                    <a:pt x="4037" y="6038"/>
                    <a:pt x="7773" y="3636"/>
                    <a:pt x="7939" y="3536"/>
                  </a:cubicBezTo>
                  <a:cubicBezTo>
                    <a:pt x="8006" y="3470"/>
                    <a:pt x="8073" y="3370"/>
                    <a:pt x="8006" y="3303"/>
                  </a:cubicBezTo>
                  <a:cubicBezTo>
                    <a:pt x="7973" y="3203"/>
                    <a:pt x="7906" y="3136"/>
                    <a:pt x="7806" y="3136"/>
                  </a:cubicBezTo>
                  <a:cubicBezTo>
                    <a:pt x="5438" y="3036"/>
                    <a:pt x="3169" y="1935"/>
                    <a:pt x="1635" y="101"/>
                  </a:cubicBezTo>
                  <a:cubicBezTo>
                    <a:pt x="1602" y="0"/>
                    <a:pt x="1502" y="0"/>
                    <a:pt x="14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4133125" y="2283625"/>
              <a:ext cx="147625" cy="46850"/>
            </a:xfrm>
            <a:custGeom>
              <a:avLst/>
              <a:gdLst/>
              <a:ahLst/>
              <a:cxnLst/>
              <a:rect l="l" t="t" r="r" b="b"/>
              <a:pathLst>
                <a:path w="5905" h="1874" extrusionOk="0">
                  <a:moveTo>
                    <a:pt x="3386" y="0"/>
                  </a:moveTo>
                  <a:cubicBezTo>
                    <a:pt x="1208" y="0"/>
                    <a:pt x="67" y="1514"/>
                    <a:pt x="67" y="1540"/>
                  </a:cubicBezTo>
                  <a:cubicBezTo>
                    <a:pt x="0" y="1606"/>
                    <a:pt x="34" y="1740"/>
                    <a:pt x="100" y="1840"/>
                  </a:cubicBezTo>
                  <a:cubicBezTo>
                    <a:pt x="167" y="1873"/>
                    <a:pt x="201" y="1873"/>
                    <a:pt x="234" y="1873"/>
                  </a:cubicBezTo>
                  <a:cubicBezTo>
                    <a:pt x="301" y="1873"/>
                    <a:pt x="367" y="1873"/>
                    <a:pt x="401" y="1840"/>
                  </a:cubicBezTo>
                  <a:cubicBezTo>
                    <a:pt x="477" y="1764"/>
                    <a:pt x="1454" y="460"/>
                    <a:pt x="3406" y="460"/>
                  </a:cubicBezTo>
                  <a:cubicBezTo>
                    <a:pt x="4028" y="460"/>
                    <a:pt x="4749" y="593"/>
                    <a:pt x="5571" y="939"/>
                  </a:cubicBezTo>
                  <a:cubicBezTo>
                    <a:pt x="5608" y="958"/>
                    <a:pt x="5646" y="966"/>
                    <a:pt x="5681" y="966"/>
                  </a:cubicBezTo>
                  <a:cubicBezTo>
                    <a:pt x="5771" y="966"/>
                    <a:pt x="5847" y="911"/>
                    <a:pt x="5871" y="839"/>
                  </a:cubicBezTo>
                  <a:cubicBezTo>
                    <a:pt x="5905" y="706"/>
                    <a:pt x="5871" y="572"/>
                    <a:pt x="5738" y="539"/>
                  </a:cubicBezTo>
                  <a:cubicBezTo>
                    <a:pt x="4854" y="149"/>
                    <a:pt x="4069" y="0"/>
                    <a:pt x="3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4377475" y="2320800"/>
              <a:ext cx="90900" cy="53025"/>
            </a:xfrm>
            <a:custGeom>
              <a:avLst/>
              <a:gdLst/>
              <a:ahLst/>
              <a:cxnLst/>
              <a:rect l="l" t="t" r="r" b="b"/>
              <a:pathLst>
                <a:path w="3636" h="2121" extrusionOk="0">
                  <a:moveTo>
                    <a:pt x="846" y="0"/>
                  </a:moveTo>
                  <a:cubicBezTo>
                    <a:pt x="488" y="0"/>
                    <a:pt x="244" y="53"/>
                    <a:pt x="234" y="53"/>
                  </a:cubicBezTo>
                  <a:cubicBezTo>
                    <a:pt x="100" y="86"/>
                    <a:pt x="0" y="186"/>
                    <a:pt x="67" y="286"/>
                  </a:cubicBezTo>
                  <a:cubicBezTo>
                    <a:pt x="93" y="390"/>
                    <a:pt x="160" y="474"/>
                    <a:pt x="235" y="474"/>
                  </a:cubicBezTo>
                  <a:cubicBezTo>
                    <a:pt x="256" y="474"/>
                    <a:pt x="278" y="468"/>
                    <a:pt x="300" y="453"/>
                  </a:cubicBezTo>
                  <a:cubicBezTo>
                    <a:pt x="331" y="453"/>
                    <a:pt x="538" y="413"/>
                    <a:pt x="832" y="413"/>
                  </a:cubicBezTo>
                  <a:cubicBezTo>
                    <a:pt x="1512" y="413"/>
                    <a:pt x="2657" y="624"/>
                    <a:pt x="3169" y="2021"/>
                  </a:cubicBezTo>
                  <a:cubicBezTo>
                    <a:pt x="3236" y="2087"/>
                    <a:pt x="3302" y="2121"/>
                    <a:pt x="3402" y="2121"/>
                  </a:cubicBezTo>
                  <a:cubicBezTo>
                    <a:pt x="3402" y="2121"/>
                    <a:pt x="3436" y="2121"/>
                    <a:pt x="3469" y="2087"/>
                  </a:cubicBezTo>
                  <a:cubicBezTo>
                    <a:pt x="3603" y="2054"/>
                    <a:pt x="3636" y="1954"/>
                    <a:pt x="3603" y="1854"/>
                  </a:cubicBezTo>
                  <a:cubicBezTo>
                    <a:pt x="2962" y="252"/>
                    <a:pt x="1629" y="0"/>
                    <a:pt x="8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3784550" y="1922650"/>
              <a:ext cx="887325" cy="566275"/>
            </a:xfrm>
            <a:custGeom>
              <a:avLst/>
              <a:gdLst/>
              <a:ahLst/>
              <a:cxnLst/>
              <a:rect l="l" t="t" r="r" b="b"/>
              <a:pathLst>
                <a:path w="35493" h="22651" extrusionOk="0">
                  <a:moveTo>
                    <a:pt x="24218" y="1"/>
                  </a:moveTo>
                  <a:cubicBezTo>
                    <a:pt x="23599" y="1"/>
                    <a:pt x="22975" y="54"/>
                    <a:pt x="22349" y="167"/>
                  </a:cubicBezTo>
                  <a:cubicBezTo>
                    <a:pt x="20682" y="468"/>
                    <a:pt x="19114" y="1135"/>
                    <a:pt x="17446" y="1302"/>
                  </a:cubicBezTo>
                  <a:cubicBezTo>
                    <a:pt x="17144" y="1333"/>
                    <a:pt x="16847" y="1347"/>
                    <a:pt x="16553" y="1347"/>
                  </a:cubicBezTo>
                  <a:cubicBezTo>
                    <a:pt x="14660" y="1347"/>
                    <a:pt x="12902" y="775"/>
                    <a:pt x="11044" y="775"/>
                  </a:cubicBezTo>
                  <a:cubicBezTo>
                    <a:pt x="10477" y="775"/>
                    <a:pt x="9900" y="828"/>
                    <a:pt x="9307" y="968"/>
                  </a:cubicBezTo>
                  <a:cubicBezTo>
                    <a:pt x="6938" y="1535"/>
                    <a:pt x="4837" y="2836"/>
                    <a:pt x="3269" y="4704"/>
                  </a:cubicBezTo>
                  <a:cubicBezTo>
                    <a:pt x="734" y="7873"/>
                    <a:pt x="0" y="13710"/>
                    <a:pt x="3936" y="22650"/>
                  </a:cubicBezTo>
                  <a:cubicBezTo>
                    <a:pt x="3936" y="22650"/>
                    <a:pt x="4837" y="18614"/>
                    <a:pt x="7139" y="17146"/>
                  </a:cubicBezTo>
                  <a:cubicBezTo>
                    <a:pt x="9440" y="15678"/>
                    <a:pt x="11608" y="16012"/>
                    <a:pt x="10274" y="14011"/>
                  </a:cubicBezTo>
                  <a:cubicBezTo>
                    <a:pt x="8940" y="12009"/>
                    <a:pt x="8173" y="10041"/>
                    <a:pt x="11108" y="9140"/>
                  </a:cubicBezTo>
                  <a:cubicBezTo>
                    <a:pt x="11724" y="8942"/>
                    <a:pt x="12467" y="8857"/>
                    <a:pt x="13288" y="8857"/>
                  </a:cubicBezTo>
                  <a:cubicBezTo>
                    <a:pt x="16334" y="8857"/>
                    <a:pt x="20441" y="10036"/>
                    <a:pt x="23017" y="11008"/>
                  </a:cubicBezTo>
                  <a:cubicBezTo>
                    <a:pt x="24272" y="11491"/>
                    <a:pt x="25987" y="11847"/>
                    <a:pt x="27721" y="11847"/>
                  </a:cubicBezTo>
                  <a:cubicBezTo>
                    <a:pt x="30546" y="11847"/>
                    <a:pt x="33424" y="10900"/>
                    <a:pt x="34458" y="8006"/>
                  </a:cubicBezTo>
                  <a:cubicBezTo>
                    <a:pt x="35492" y="5138"/>
                    <a:pt x="32490" y="2836"/>
                    <a:pt x="30288" y="1635"/>
                  </a:cubicBezTo>
                  <a:cubicBezTo>
                    <a:pt x="28404" y="628"/>
                    <a:pt x="26339" y="1"/>
                    <a:pt x="242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3816225" y="1947675"/>
              <a:ext cx="747225" cy="234350"/>
            </a:xfrm>
            <a:custGeom>
              <a:avLst/>
              <a:gdLst/>
              <a:ahLst/>
              <a:cxnLst/>
              <a:rect l="l" t="t" r="r" b="b"/>
              <a:pathLst>
                <a:path w="29889" h="9374" extrusionOk="0">
                  <a:moveTo>
                    <a:pt x="27654" y="0"/>
                  </a:moveTo>
                  <a:lnTo>
                    <a:pt x="27654" y="0"/>
                  </a:lnTo>
                  <a:cubicBezTo>
                    <a:pt x="28254" y="601"/>
                    <a:pt x="28955" y="1468"/>
                    <a:pt x="29222" y="2535"/>
                  </a:cubicBezTo>
                  <a:cubicBezTo>
                    <a:pt x="29488" y="3836"/>
                    <a:pt x="29088" y="5171"/>
                    <a:pt x="28021" y="6538"/>
                  </a:cubicBezTo>
                  <a:cubicBezTo>
                    <a:pt x="26618" y="8350"/>
                    <a:pt x="25243" y="8989"/>
                    <a:pt x="23579" y="8989"/>
                  </a:cubicBezTo>
                  <a:cubicBezTo>
                    <a:pt x="22118" y="8989"/>
                    <a:pt x="20435" y="8496"/>
                    <a:pt x="18314" y="7873"/>
                  </a:cubicBezTo>
                  <a:cubicBezTo>
                    <a:pt x="16512" y="7339"/>
                    <a:pt x="14411" y="6772"/>
                    <a:pt x="11909" y="6238"/>
                  </a:cubicBezTo>
                  <a:cubicBezTo>
                    <a:pt x="10455" y="5956"/>
                    <a:pt x="9094" y="5838"/>
                    <a:pt x="7835" y="5838"/>
                  </a:cubicBezTo>
                  <a:cubicBezTo>
                    <a:pt x="4475" y="5838"/>
                    <a:pt x="1839" y="6681"/>
                    <a:pt x="67" y="7506"/>
                  </a:cubicBezTo>
                  <a:cubicBezTo>
                    <a:pt x="34" y="7672"/>
                    <a:pt x="1" y="7839"/>
                    <a:pt x="1" y="8006"/>
                  </a:cubicBezTo>
                  <a:cubicBezTo>
                    <a:pt x="1659" y="7214"/>
                    <a:pt x="4345" y="6294"/>
                    <a:pt x="7856" y="6294"/>
                  </a:cubicBezTo>
                  <a:cubicBezTo>
                    <a:pt x="9077" y="6294"/>
                    <a:pt x="10397" y="6405"/>
                    <a:pt x="11809" y="6672"/>
                  </a:cubicBezTo>
                  <a:cubicBezTo>
                    <a:pt x="14311" y="7139"/>
                    <a:pt x="16346" y="7773"/>
                    <a:pt x="18114" y="8273"/>
                  </a:cubicBezTo>
                  <a:cubicBezTo>
                    <a:pt x="20248" y="8873"/>
                    <a:pt x="22016" y="9374"/>
                    <a:pt x="23551" y="9374"/>
                  </a:cubicBezTo>
                  <a:cubicBezTo>
                    <a:pt x="25285" y="9374"/>
                    <a:pt x="26820" y="8707"/>
                    <a:pt x="28288" y="6805"/>
                  </a:cubicBezTo>
                  <a:cubicBezTo>
                    <a:pt x="29455" y="5304"/>
                    <a:pt x="29889" y="3836"/>
                    <a:pt x="29588" y="2469"/>
                  </a:cubicBezTo>
                  <a:cubicBezTo>
                    <a:pt x="29422" y="1668"/>
                    <a:pt x="29055" y="1001"/>
                    <a:pt x="28621" y="467"/>
                  </a:cubicBezTo>
                  <a:cubicBezTo>
                    <a:pt x="28288" y="301"/>
                    <a:pt x="27954" y="134"/>
                    <a:pt x="27654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3812050" y="2189500"/>
              <a:ext cx="197675" cy="83425"/>
            </a:xfrm>
            <a:custGeom>
              <a:avLst/>
              <a:gdLst/>
              <a:ahLst/>
              <a:cxnLst/>
              <a:rect l="l" t="t" r="r" b="b"/>
              <a:pathLst>
                <a:path w="7907" h="3337" extrusionOk="0">
                  <a:moveTo>
                    <a:pt x="7907" y="1"/>
                  </a:moveTo>
                  <a:cubicBezTo>
                    <a:pt x="7339" y="68"/>
                    <a:pt x="6672" y="168"/>
                    <a:pt x="5872" y="301"/>
                  </a:cubicBezTo>
                  <a:cubicBezTo>
                    <a:pt x="3003" y="801"/>
                    <a:pt x="1135" y="1869"/>
                    <a:pt x="1" y="2836"/>
                  </a:cubicBezTo>
                  <a:cubicBezTo>
                    <a:pt x="1" y="3003"/>
                    <a:pt x="34" y="3170"/>
                    <a:pt x="68" y="3337"/>
                  </a:cubicBezTo>
                  <a:cubicBezTo>
                    <a:pt x="1168" y="2369"/>
                    <a:pt x="3003" y="1202"/>
                    <a:pt x="5905" y="701"/>
                  </a:cubicBezTo>
                  <a:cubicBezTo>
                    <a:pt x="6606" y="568"/>
                    <a:pt x="7239" y="501"/>
                    <a:pt x="7840" y="435"/>
                  </a:cubicBezTo>
                  <a:cubicBezTo>
                    <a:pt x="7840" y="268"/>
                    <a:pt x="7873" y="134"/>
                    <a:pt x="7907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3759525" y="1917600"/>
              <a:ext cx="919850" cy="576325"/>
            </a:xfrm>
            <a:custGeom>
              <a:avLst/>
              <a:gdLst/>
              <a:ahLst/>
              <a:cxnLst/>
              <a:rect l="l" t="t" r="r" b="b"/>
              <a:pathLst>
                <a:path w="36794" h="23053" extrusionOk="0">
                  <a:moveTo>
                    <a:pt x="25224" y="351"/>
                  </a:moveTo>
                  <a:cubicBezTo>
                    <a:pt x="27191" y="351"/>
                    <a:pt x="29220" y="896"/>
                    <a:pt x="31189" y="1971"/>
                  </a:cubicBezTo>
                  <a:cubicBezTo>
                    <a:pt x="32790" y="2838"/>
                    <a:pt x="36326" y="5139"/>
                    <a:pt x="35292" y="8075"/>
                  </a:cubicBezTo>
                  <a:cubicBezTo>
                    <a:pt x="34792" y="9409"/>
                    <a:pt x="33858" y="10410"/>
                    <a:pt x="32524" y="11044"/>
                  </a:cubicBezTo>
                  <a:cubicBezTo>
                    <a:pt x="31388" y="11567"/>
                    <a:pt x="30044" y="11782"/>
                    <a:pt x="28700" y="11782"/>
                  </a:cubicBezTo>
                  <a:cubicBezTo>
                    <a:pt x="27044" y="11782"/>
                    <a:pt x="25388" y="11456"/>
                    <a:pt x="24118" y="10977"/>
                  </a:cubicBezTo>
                  <a:cubicBezTo>
                    <a:pt x="21135" y="9862"/>
                    <a:pt x="17185" y="8787"/>
                    <a:pt x="14242" y="8787"/>
                  </a:cubicBezTo>
                  <a:cubicBezTo>
                    <a:pt x="13400" y="8787"/>
                    <a:pt x="12640" y="8875"/>
                    <a:pt x="12009" y="9076"/>
                  </a:cubicBezTo>
                  <a:cubicBezTo>
                    <a:pt x="10908" y="9476"/>
                    <a:pt x="10241" y="9976"/>
                    <a:pt x="9974" y="10710"/>
                  </a:cubicBezTo>
                  <a:cubicBezTo>
                    <a:pt x="9607" y="11878"/>
                    <a:pt x="10408" y="13245"/>
                    <a:pt x="11108" y="14313"/>
                  </a:cubicBezTo>
                  <a:cubicBezTo>
                    <a:pt x="11442" y="14746"/>
                    <a:pt x="11575" y="15080"/>
                    <a:pt x="11475" y="15313"/>
                  </a:cubicBezTo>
                  <a:cubicBezTo>
                    <a:pt x="11409" y="15647"/>
                    <a:pt x="10841" y="15847"/>
                    <a:pt x="10141" y="16147"/>
                  </a:cubicBezTo>
                  <a:cubicBezTo>
                    <a:pt x="9574" y="16381"/>
                    <a:pt x="8807" y="16681"/>
                    <a:pt x="8073" y="17148"/>
                  </a:cubicBezTo>
                  <a:cubicBezTo>
                    <a:pt x="6205" y="18316"/>
                    <a:pt x="5271" y="20984"/>
                    <a:pt x="4904" y="22185"/>
                  </a:cubicBezTo>
                  <a:cubicBezTo>
                    <a:pt x="601" y="12144"/>
                    <a:pt x="2769" y="7074"/>
                    <a:pt x="4470" y="5006"/>
                  </a:cubicBezTo>
                  <a:cubicBezTo>
                    <a:pt x="5971" y="3205"/>
                    <a:pt x="8106" y="1870"/>
                    <a:pt x="10374" y="1337"/>
                  </a:cubicBezTo>
                  <a:cubicBezTo>
                    <a:pt x="10975" y="1170"/>
                    <a:pt x="11575" y="1137"/>
                    <a:pt x="12109" y="1137"/>
                  </a:cubicBezTo>
                  <a:cubicBezTo>
                    <a:pt x="13010" y="1137"/>
                    <a:pt x="13910" y="1303"/>
                    <a:pt x="14778" y="1370"/>
                  </a:cubicBezTo>
                  <a:cubicBezTo>
                    <a:pt x="15755" y="1506"/>
                    <a:pt x="16733" y="1664"/>
                    <a:pt x="17765" y="1664"/>
                  </a:cubicBezTo>
                  <a:cubicBezTo>
                    <a:pt x="18000" y="1664"/>
                    <a:pt x="18238" y="1656"/>
                    <a:pt x="18480" y="1637"/>
                  </a:cubicBezTo>
                  <a:cubicBezTo>
                    <a:pt x="19448" y="1504"/>
                    <a:pt x="20382" y="1237"/>
                    <a:pt x="21316" y="1003"/>
                  </a:cubicBezTo>
                  <a:cubicBezTo>
                    <a:pt x="22016" y="836"/>
                    <a:pt x="22750" y="636"/>
                    <a:pt x="23450" y="503"/>
                  </a:cubicBezTo>
                  <a:cubicBezTo>
                    <a:pt x="24034" y="402"/>
                    <a:pt x="24626" y="351"/>
                    <a:pt x="25224" y="351"/>
                  </a:cubicBezTo>
                  <a:close/>
                  <a:moveTo>
                    <a:pt x="25227" y="0"/>
                  </a:moveTo>
                  <a:cubicBezTo>
                    <a:pt x="24583" y="0"/>
                    <a:pt x="23945" y="56"/>
                    <a:pt x="23317" y="169"/>
                  </a:cubicBezTo>
                  <a:cubicBezTo>
                    <a:pt x="22583" y="269"/>
                    <a:pt x="21849" y="436"/>
                    <a:pt x="21149" y="670"/>
                  </a:cubicBezTo>
                  <a:cubicBezTo>
                    <a:pt x="20282" y="903"/>
                    <a:pt x="19314" y="1170"/>
                    <a:pt x="18414" y="1237"/>
                  </a:cubicBezTo>
                  <a:cubicBezTo>
                    <a:pt x="18131" y="1267"/>
                    <a:pt x="17851" y="1280"/>
                    <a:pt x="17572" y="1280"/>
                  </a:cubicBezTo>
                  <a:cubicBezTo>
                    <a:pt x="16632" y="1280"/>
                    <a:pt x="15711" y="1132"/>
                    <a:pt x="14811" y="1003"/>
                  </a:cubicBezTo>
                  <a:cubicBezTo>
                    <a:pt x="13874" y="875"/>
                    <a:pt x="12924" y="721"/>
                    <a:pt x="11952" y="721"/>
                  </a:cubicBezTo>
                  <a:cubicBezTo>
                    <a:pt x="11400" y="721"/>
                    <a:pt x="10842" y="770"/>
                    <a:pt x="10274" y="903"/>
                  </a:cubicBezTo>
                  <a:cubicBezTo>
                    <a:pt x="7906" y="1504"/>
                    <a:pt x="5738" y="2871"/>
                    <a:pt x="4137" y="4739"/>
                  </a:cubicBezTo>
                  <a:cubicBezTo>
                    <a:pt x="2335" y="6974"/>
                    <a:pt x="0" y="12311"/>
                    <a:pt x="4737" y="22919"/>
                  </a:cubicBezTo>
                  <a:cubicBezTo>
                    <a:pt x="4770" y="23019"/>
                    <a:pt x="4837" y="23052"/>
                    <a:pt x="4937" y="23052"/>
                  </a:cubicBezTo>
                  <a:cubicBezTo>
                    <a:pt x="5071" y="23052"/>
                    <a:pt x="5137" y="22986"/>
                    <a:pt x="5104" y="22919"/>
                  </a:cubicBezTo>
                  <a:cubicBezTo>
                    <a:pt x="5104" y="22885"/>
                    <a:pt x="6071" y="18916"/>
                    <a:pt x="8240" y="17548"/>
                  </a:cubicBezTo>
                  <a:cubicBezTo>
                    <a:pt x="8940" y="17081"/>
                    <a:pt x="9641" y="16814"/>
                    <a:pt x="10241" y="16581"/>
                  </a:cubicBezTo>
                  <a:cubicBezTo>
                    <a:pt x="11075" y="16247"/>
                    <a:pt x="11642" y="16014"/>
                    <a:pt x="11809" y="15514"/>
                  </a:cubicBezTo>
                  <a:cubicBezTo>
                    <a:pt x="11942" y="15147"/>
                    <a:pt x="11775" y="14713"/>
                    <a:pt x="11409" y="14146"/>
                  </a:cubicBezTo>
                  <a:cubicBezTo>
                    <a:pt x="10775" y="13212"/>
                    <a:pt x="9974" y="11911"/>
                    <a:pt x="10308" y="10910"/>
                  </a:cubicBezTo>
                  <a:cubicBezTo>
                    <a:pt x="10508" y="10343"/>
                    <a:pt x="11108" y="9876"/>
                    <a:pt x="12109" y="9543"/>
                  </a:cubicBezTo>
                  <a:cubicBezTo>
                    <a:pt x="12705" y="9351"/>
                    <a:pt x="13429" y="9267"/>
                    <a:pt x="14236" y="9267"/>
                  </a:cubicBezTo>
                  <a:cubicBezTo>
                    <a:pt x="17089" y="9267"/>
                    <a:pt x="20979" y="10319"/>
                    <a:pt x="23917" y="11411"/>
                  </a:cubicBezTo>
                  <a:cubicBezTo>
                    <a:pt x="25265" y="11927"/>
                    <a:pt x="26990" y="12271"/>
                    <a:pt x="28709" y="12271"/>
                  </a:cubicBezTo>
                  <a:cubicBezTo>
                    <a:pt x="30097" y="12271"/>
                    <a:pt x="31480" y="12047"/>
                    <a:pt x="32657" y="11511"/>
                  </a:cubicBezTo>
                  <a:cubicBezTo>
                    <a:pt x="34125" y="10844"/>
                    <a:pt x="35125" y="9743"/>
                    <a:pt x="35626" y="8308"/>
                  </a:cubicBezTo>
                  <a:cubicBezTo>
                    <a:pt x="36793" y="5006"/>
                    <a:pt x="33024" y="2571"/>
                    <a:pt x="31356" y="1670"/>
                  </a:cubicBezTo>
                  <a:cubicBezTo>
                    <a:pt x="29332" y="557"/>
                    <a:pt x="27250" y="0"/>
                    <a:pt x="252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3761950" y="2354100"/>
              <a:ext cx="183575" cy="188050"/>
            </a:xfrm>
            <a:custGeom>
              <a:avLst/>
              <a:gdLst/>
              <a:ahLst/>
              <a:cxnLst/>
              <a:rect l="l" t="t" r="r" b="b"/>
              <a:pathLst>
                <a:path w="7343" h="7522" extrusionOk="0">
                  <a:moveTo>
                    <a:pt x="3635" y="1"/>
                  </a:moveTo>
                  <a:cubicBezTo>
                    <a:pt x="3149" y="1"/>
                    <a:pt x="2653" y="263"/>
                    <a:pt x="2172" y="922"/>
                  </a:cubicBezTo>
                  <a:cubicBezTo>
                    <a:pt x="1" y="3857"/>
                    <a:pt x="3407" y="7521"/>
                    <a:pt x="6508" y="7521"/>
                  </a:cubicBezTo>
                  <a:cubicBezTo>
                    <a:pt x="6790" y="7521"/>
                    <a:pt x="7069" y="7491"/>
                    <a:pt x="7342" y="7427"/>
                  </a:cubicBezTo>
                  <a:lnTo>
                    <a:pt x="7209" y="3891"/>
                  </a:lnTo>
                  <a:cubicBezTo>
                    <a:pt x="7209" y="3891"/>
                    <a:pt x="5505" y="1"/>
                    <a:pt x="36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3787050" y="2348575"/>
              <a:ext cx="163475" cy="198725"/>
            </a:xfrm>
            <a:custGeom>
              <a:avLst/>
              <a:gdLst/>
              <a:ahLst/>
              <a:cxnLst/>
              <a:rect l="l" t="t" r="r" b="b"/>
              <a:pathLst>
                <a:path w="6539" h="7949" extrusionOk="0">
                  <a:moveTo>
                    <a:pt x="2669" y="1"/>
                  </a:moveTo>
                  <a:cubicBezTo>
                    <a:pt x="2063" y="1"/>
                    <a:pt x="1490" y="337"/>
                    <a:pt x="1001" y="1010"/>
                  </a:cubicBezTo>
                  <a:cubicBezTo>
                    <a:pt x="0" y="2311"/>
                    <a:pt x="34" y="3945"/>
                    <a:pt x="1001" y="5413"/>
                  </a:cubicBezTo>
                  <a:cubicBezTo>
                    <a:pt x="2002" y="6947"/>
                    <a:pt x="3836" y="7948"/>
                    <a:pt x="5471" y="7948"/>
                  </a:cubicBezTo>
                  <a:cubicBezTo>
                    <a:pt x="5738" y="7948"/>
                    <a:pt x="6038" y="7915"/>
                    <a:pt x="6338" y="7848"/>
                  </a:cubicBezTo>
                  <a:cubicBezTo>
                    <a:pt x="6438" y="7815"/>
                    <a:pt x="6538" y="7748"/>
                    <a:pt x="6505" y="7615"/>
                  </a:cubicBezTo>
                  <a:cubicBezTo>
                    <a:pt x="6450" y="7504"/>
                    <a:pt x="6394" y="7439"/>
                    <a:pt x="6301" y="7439"/>
                  </a:cubicBezTo>
                  <a:cubicBezTo>
                    <a:pt x="6282" y="7439"/>
                    <a:pt x="6261" y="7442"/>
                    <a:pt x="6238" y="7448"/>
                  </a:cubicBezTo>
                  <a:cubicBezTo>
                    <a:pt x="5990" y="7507"/>
                    <a:pt x="5732" y="7536"/>
                    <a:pt x="5468" y="7536"/>
                  </a:cubicBezTo>
                  <a:cubicBezTo>
                    <a:pt x="3958" y="7536"/>
                    <a:pt x="2272" y="6599"/>
                    <a:pt x="1334" y="5179"/>
                  </a:cubicBezTo>
                  <a:cubicBezTo>
                    <a:pt x="467" y="3845"/>
                    <a:pt x="400" y="2444"/>
                    <a:pt x="1301" y="1277"/>
                  </a:cubicBezTo>
                  <a:cubicBezTo>
                    <a:pt x="1692" y="706"/>
                    <a:pt x="2136" y="433"/>
                    <a:pt x="2586" y="433"/>
                  </a:cubicBezTo>
                  <a:cubicBezTo>
                    <a:pt x="2636" y="433"/>
                    <a:pt x="2686" y="436"/>
                    <a:pt x="2735" y="443"/>
                  </a:cubicBezTo>
                  <a:cubicBezTo>
                    <a:pt x="4403" y="643"/>
                    <a:pt x="6004" y="4145"/>
                    <a:pt x="6004" y="4179"/>
                  </a:cubicBezTo>
                  <a:cubicBezTo>
                    <a:pt x="6055" y="4281"/>
                    <a:pt x="6126" y="4324"/>
                    <a:pt x="6216" y="4324"/>
                  </a:cubicBezTo>
                  <a:cubicBezTo>
                    <a:pt x="6244" y="4324"/>
                    <a:pt x="6273" y="4320"/>
                    <a:pt x="6305" y="4312"/>
                  </a:cubicBezTo>
                  <a:cubicBezTo>
                    <a:pt x="6405" y="4245"/>
                    <a:pt x="6471" y="4145"/>
                    <a:pt x="6405" y="4012"/>
                  </a:cubicBezTo>
                  <a:cubicBezTo>
                    <a:pt x="6371" y="3845"/>
                    <a:pt x="4737" y="243"/>
                    <a:pt x="2836" y="9"/>
                  </a:cubicBezTo>
                  <a:cubicBezTo>
                    <a:pt x="2780" y="4"/>
                    <a:pt x="2725" y="1"/>
                    <a:pt x="266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4607625" y="2431350"/>
              <a:ext cx="90100" cy="127625"/>
            </a:xfrm>
            <a:custGeom>
              <a:avLst/>
              <a:gdLst/>
              <a:ahLst/>
              <a:cxnLst/>
              <a:rect l="l" t="t" r="r" b="b"/>
              <a:pathLst>
                <a:path w="3604" h="5105" extrusionOk="0">
                  <a:moveTo>
                    <a:pt x="3603" y="0"/>
                  </a:moveTo>
                  <a:lnTo>
                    <a:pt x="2703" y="101"/>
                  </a:lnTo>
                  <a:cubicBezTo>
                    <a:pt x="2703" y="101"/>
                    <a:pt x="2600" y="87"/>
                    <a:pt x="2439" y="87"/>
                  </a:cubicBezTo>
                  <a:cubicBezTo>
                    <a:pt x="1933" y="87"/>
                    <a:pt x="854" y="221"/>
                    <a:pt x="601" y="1335"/>
                  </a:cubicBezTo>
                  <a:cubicBezTo>
                    <a:pt x="267" y="2802"/>
                    <a:pt x="1" y="5104"/>
                    <a:pt x="601" y="5104"/>
                  </a:cubicBezTo>
                  <a:cubicBezTo>
                    <a:pt x="1235" y="5104"/>
                    <a:pt x="2369" y="4804"/>
                    <a:pt x="2769" y="3837"/>
                  </a:cubicBezTo>
                  <a:cubicBezTo>
                    <a:pt x="3203" y="2869"/>
                    <a:pt x="3603" y="1"/>
                    <a:pt x="3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4601800" y="2426350"/>
              <a:ext cx="103425" cy="137625"/>
            </a:xfrm>
            <a:custGeom>
              <a:avLst/>
              <a:gdLst/>
              <a:ahLst/>
              <a:cxnLst/>
              <a:rect l="l" t="t" r="r" b="b"/>
              <a:pathLst>
                <a:path w="4137" h="5505" extrusionOk="0">
                  <a:moveTo>
                    <a:pt x="3603" y="367"/>
                  </a:moveTo>
                  <a:lnTo>
                    <a:pt x="3603" y="367"/>
                  </a:lnTo>
                  <a:cubicBezTo>
                    <a:pt x="3469" y="1134"/>
                    <a:pt x="3136" y="3169"/>
                    <a:pt x="2802" y="3903"/>
                  </a:cubicBezTo>
                  <a:cubicBezTo>
                    <a:pt x="2469" y="4737"/>
                    <a:pt x="1434" y="5037"/>
                    <a:pt x="801" y="5037"/>
                  </a:cubicBezTo>
                  <a:cubicBezTo>
                    <a:pt x="601" y="4737"/>
                    <a:pt x="667" y="3236"/>
                    <a:pt x="1068" y="1568"/>
                  </a:cubicBezTo>
                  <a:cubicBezTo>
                    <a:pt x="1268" y="634"/>
                    <a:pt x="2235" y="501"/>
                    <a:pt x="2669" y="501"/>
                  </a:cubicBezTo>
                  <a:cubicBezTo>
                    <a:pt x="2802" y="501"/>
                    <a:pt x="2902" y="501"/>
                    <a:pt x="2869" y="467"/>
                  </a:cubicBezTo>
                  <a:lnTo>
                    <a:pt x="2936" y="467"/>
                  </a:lnTo>
                  <a:lnTo>
                    <a:pt x="3603" y="367"/>
                  </a:lnTo>
                  <a:close/>
                  <a:moveTo>
                    <a:pt x="3903" y="0"/>
                  </a:moveTo>
                  <a:lnTo>
                    <a:pt x="2969" y="67"/>
                  </a:lnTo>
                  <a:cubicBezTo>
                    <a:pt x="2897" y="60"/>
                    <a:pt x="2818" y="56"/>
                    <a:pt x="2734" y="56"/>
                  </a:cubicBezTo>
                  <a:cubicBezTo>
                    <a:pt x="2028" y="56"/>
                    <a:pt x="935" y="340"/>
                    <a:pt x="667" y="1501"/>
                  </a:cubicBezTo>
                  <a:cubicBezTo>
                    <a:pt x="567" y="2035"/>
                    <a:pt x="0" y="4704"/>
                    <a:pt x="500" y="5337"/>
                  </a:cubicBezTo>
                  <a:cubicBezTo>
                    <a:pt x="601" y="5471"/>
                    <a:pt x="734" y="5504"/>
                    <a:pt x="834" y="5504"/>
                  </a:cubicBezTo>
                  <a:cubicBezTo>
                    <a:pt x="1468" y="5504"/>
                    <a:pt x="2735" y="5237"/>
                    <a:pt x="3269" y="4170"/>
                  </a:cubicBezTo>
                  <a:cubicBezTo>
                    <a:pt x="3669" y="3203"/>
                    <a:pt x="4103" y="367"/>
                    <a:pt x="4103" y="234"/>
                  </a:cubicBezTo>
                  <a:cubicBezTo>
                    <a:pt x="4136" y="200"/>
                    <a:pt x="4103" y="167"/>
                    <a:pt x="4036" y="67"/>
                  </a:cubicBezTo>
                  <a:cubicBezTo>
                    <a:pt x="4003" y="0"/>
                    <a:pt x="3936" y="0"/>
                    <a:pt x="39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4657675" y="2418925"/>
              <a:ext cx="87575" cy="121900"/>
            </a:xfrm>
            <a:custGeom>
              <a:avLst/>
              <a:gdLst/>
              <a:ahLst/>
              <a:cxnLst/>
              <a:rect l="l" t="t" r="r" b="b"/>
              <a:pathLst>
                <a:path w="3503" h="4876" extrusionOk="0">
                  <a:moveTo>
                    <a:pt x="2322" y="0"/>
                  </a:moveTo>
                  <a:cubicBezTo>
                    <a:pt x="1629" y="0"/>
                    <a:pt x="859" y="121"/>
                    <a:pt x="701" y="631"/>
                  </a:cubicBezTo>
                  <a:cubicBezTo>
                    <a:pt x="400" y="1598"/>
                    <a:pt x="0" y="4801"/>
                    <a:pt x="267" y="4867"/>
                  </a:cubicBezTo>
                  <a:cubicBezTo>
                    <a:pt x="285" y="4873"/>
                    <a:pt x="308" y="4876"/>
                    <a:pt x="335" y="4876"/>
                  </a:cubicBezTo>
                  <a:cubicBezTo>
                    <a:pt x="780" y="4876"/>
                    <a:pt x="2435" y="4167"/>
                    <a:pt x="2435" y="4167"/>
                  </a:cubicBezTo>
                  <a:lnTo>
                    <a:pt x="3503" y="97"/>
                  </a:lnTo>
                  <a:cubicBezTo>
                    <a:pt x="3503" y="97"/>
                    <a:pt x="2943" y="0"/>
                    <a:pt x="2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4651825" y="2413325"/>
              <a:ext cx="99275" cy="133125"/>
            </a:xfrm>
            <a:custGeom>
              <a:avLst/>
              <a:gdLst/>
              <a:ahLst/>
              <a:cxnLst/>
              <a:rect l="l" t="t" r="r" b="b"/>
              <a:pathLst>
                <a:path w="3971" h="5325" extrusionOk="0">
                  <a:moveTo>
                    <a:pt x="2569" y="421"/>
                  </a:moveTo>
                  <a:cubicBezTo>
                    <a:pt x="2903" y="421"/>
                    <a:pt x="3169" y="421"/>
                    <a:pt x="3436" y="521"/>
                  </a:cubicBezTo>
                  <a:lnTo>
                    <a:pt x="2469" y="4224"/>
                  </a:lnTo>
                  <a:cubicBezTo>
                    <a:pt x="1735" y="4558"/>
                    <a:pt x="901" y="4858"/>
                    <a:pt x="601" y="4891"/>
                  </a:cubicBezTo>
                  <a:cubicBezTo>
                    <a:pt x="501" y="4357"/>
                    <a:pt x="801" y="1789"/>
                    <a:pt x="1101" y="888"/>
                  </a:cubicBezTo>
                  <a:cubicBezTo>
                    <a:pt x="1235" y="555"/>
                    <a:pt x="1902" y="421"/>
                    <a:pt x="2569" y="421"/>
                  </a:cubicBezTo>
                  <a:close/>
                  <a:moveTo>
                    <a:pt x="2614" y="0"/>
                  </a:moveTo>
                  <a:cubicBezTo>
                    <a:pt x="1844" y="0"/>
                    <a:pt x="961" y="138"/>
                    <a:pt x="768" y="755"/>
                  </a:cubicBezTo>
                  <a:cubicBezTo>
                    <a:pt x="501" y="1555"/>
                    <a:pt x="1" y="4658"/>
                    <a:pt x="301" y="5158"/>
                  </a:cubicBezTo>
                  <a:cubicBezTo>
                    <a:pt x="334" y="5258"/>
                    <a:pt x="434" y="5325"/>
                    <a:pt x="468" y="5325"/>
                  </a:cubicBezTo>
                  <a:lnTo>
                    <a:pt x="568" y="5325"/>
                  </a:lnTo>
                  <a:cubicBezTo>
                    <a:pt x="968" y="5325"/>
                    <a:pt x="2102" y="4858"/>
                    <a:pt x="2803" y="4524"/>
                  </a:cubicBezTo>
                  <a:cubicBezTo>
                    <a:pt x="2903" y="4524"/>
                    <a:pt x="2936" y="4424"/>
                    <a:pt x="2936" y="4391"/>
                  </a:cubicBezTo>
                  <a:lnTo>
                    <a:pt x="3970" y="355"/>
                  </a:lnTo>
                  <a:cubicBezTo>
                    <a:pt x="3970" y="321"/>
                    <a:pt x="3937" y="221"/>
                    <a:pt x="3937" y="188"/>
                  </a:cubicBezTo>
                  <a:cubicBezTo>
                    <a:pt x="3937" y="154"/>
                    <a:pt x="3837" y="88"/>
                    <a:pt x="3803" y="88"/>
                  </a:cubicBezTo>
                  <a:cubicBezTo>
                    <a:pt x="3677" y="74"/>
                    <a:pt x="3175" y="0"/>
                    <a:pt x="26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4718550" y="2396450"/>
              <a:ext cx="150125" cy="127800"/>
            </a:xfrm>
            <a:custGeom>
              <a:avLst/>
              <a:gdLst/>
              <a:ahLst/>
              <a:cxnLst/>
              <a:rect l="l" t="t" r="r" b="b"/>
              <a:pathLst>
                <a:path w="6005" h="5112" extrusionOk="0">
                  <a:moveTo>
                    <a:pt x="1414" y="1"/>
                  </a:moveTo>
                  <a:cubicBezTo>
                    <a:pt x="1137" y="1"/>
                    <a:pt x="907" y="76"/>
                    <a:pt x="767" y="262"/>
                  </a:cubicBezTo>
                  <a:cubicBezTo>
                    <a:pt x="67" y="1230"/>
                    <a:pt x="0" y="5066"/>
                    <a:pt x="0" y="5066"/>
                  </a:cubicBezTo>
                  <a:cubicBezTo>
                    <a:pt x="131" y="5097"/>
                    <a:pt x="260" y="5111"/>
                    <a:pt x="386" y="5111"/>
                  </a:cubicBezTo>
                  <a:cubicBezTo>
                    <a:pt x="805" y="5111"/>
                    <a:pt x="1186" y="4948"/>
                    <a:pt x="1468" y="4665"/>
                  </a:cubicBezTo>
                  <a:cubicBezTo>
                    <a:pt x="2002" y="4032"/>
                    <a:pt x="2602" y="3198"/>
                    <a:pt x="2602" y="3198"/>
                  </a:cubicBezTo>
                  <a:cubicBezTo>
                    <a:pt x="2602" y="3198"/>
                    <a:pt x="4311" y="3611"/>
                    <a:pt x="4848" y="3611"/>
                  </a:cubicBezTo>
                  <a:cubicBezTo>
                    <a:pt x="4901" y="3611"/>
                    <a:pt x="4943" y="3607"/>
                    <a:pt x="4970" y="3598"/>
                  </a:cubicBezTo>
                  <a:cubicBezTo>
                    <a:pt x="5271" y="3531"/>
                    <a:pt x="6004" y="3598"/>
                    <a:pt x="5804" y="2564"/>
                  </a:cubicBezTo>
                  <a:cubicBezTo>
                    <a:pt x="5604" y="1530"/>
                    <a:pt x="4403" y="1196"/>
                    <a:pt x="4403" y="1196"/>
                  </a:cubicBezTo>
                  <a:cubicBezTo>
                    <a:pt x="4403" y="1196"/>
                    <a:pt x="2525" y="1"/>
                    <a:pt x="1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4714375" y="2390350"/>
              <a:ext cx="158475" cy="137750"/>
            </a:xfrm>
            <a:custGeom>
              <a:avLst/>
              <a:gdLst/>
              <a:ahLst/>
              <a:cxnLst/>
              <a:rect l="l" t="t" r="r" b="b"/>
              <a:pathLst>
                <a:path w="6339" h="5510" extrusionOk="0">
                  <a:moveTo>
                    <a:pt x="1560" y="421"/>
                  </a:moveTo>
                  <a:cubicBezTo>
                    <a:pt x="2319" y="421"/>
                    <a:pt x="3705" y="1137"/>
                    <a:pt x="4437" y="1607"/>
                  </a:cubicBezTo>
                  <a:cubicBezTo>
                    <a:pt x="4437" y="1640"/>
                    <a:pt x="4437" y="1640"/>
                    <a:pt x="4470" y="1640"/>
                  </a:cubicBezTo>
                  <a:cubicBezTo>
                    <a:pt x="4470" y="1640"/>
                    <a:pt x="5604" y="1974"/>
                    <a:pt x="5771" y="2841"/>
                  </a:cubicBezTo>
                  <a:cubicBezTo>
                    <a:pt x="5804" y="3142"/>
                    <a:pt x="5804" y="3308"/>
                    <a:pt x="5738" y="3442"/>
                  </a:cubicBezTo>
                  <a:cubicBezTo>
                    <a:pt x="5638" y="3575"/>
                    <a:pt x="5471" y="3575"/>
                    <a:pt x="5304" y="3609"/>
                  </a:cubicBezTo>
                  <a:cubicBezTo>
                    <a:pt x="5237" y="3609"/>
                    <a:pt x="5137" y="3642"/>
                    <a:pt x="5104" y="3642"/>
                  </a:cubicBezTo>
                  <a:cubicBezTo>
                    <a:pt x="5089" y="3644"/>
                    <a:pt x="5069" y="3646"/>
                    <a:pt x="5045" y="3646"/>
                  </a:cubicBezTo>
                  <a:cubicBezTo>
                    <a:pt x="4737" y="3646"/>
                    <a:pt x="3698" y="3458"/>
                    <a:pt x="2802" y="3242"/>
                  </a:cubicBezTo>
                  <a:cubicBezTo>
                    <a:pt x="2736" y="3242"/>
                    <a:pt x="2636" y="3242"/>
                    <a:pt x="2602" y="3308"/>
                  </a:cubicBezTo>
                  <a:cubicBezTo>
                    <a:pt x="2602" y="3308"/>
                    <a:pt x="1968" y="4142"/>
                    <a:pt x="1468" y="4743"/>
                  </a:cubicBezTo>
                  <a:cubicBezTo>
                    <a:pt x="1198" y="4983"/>
                    <a:pt x="874" y="5115"/>
                    <a:pt x="521" y="5115"/>
                  </a:cubicBezTo>
                  <a:cubicBezTo>
                    <a:pt x="481" y="5115"/>
                    <a:pt x="441" y="5113"/>
                    <a:pt x="401" y="5110"/>
                  </a:cubicBezTo>
                  <a:cubicBezTo>
                    <a:pt x="434" y="3942"/>
                    <a:pt x="567" y="1307"/>
                    <a:pt x="1101" y="606"/>
                  </a:cubicBezTo>
                  <a:cubicBezTo>
                    <a:pt x="1188" y="476"/>
                    <a:pt x="1350" y="421"/>
                    <a:pt x="1560" y="421"/>
                  </a:cubicBezTo>
                  <a:close/>
                  <a:moveTo>
                    <a:pt x="1625" y="0"/>
                  </a:moveTo>
                  <a:cubicBezTo>
                    <a:pt x="1282" y="0"/>
                    <a:pt x="990" y="96"/>
                    <a:pt x="801" y="340"/>
                  </a:cubicBezTo>
                  <a:cubicBezTo>
                    <a:pt x="67" y="1307"/>
                    <a:pt x="0" y="4843"/>
                    <a:pt x="0" y="5276"/>
                  </a:cubicBezTo>
                  <a:cubicBezTo>
                    <a:pt x="0" y="5343"/>
                    <a:pt x="100" y="5443"/>
                    <a:pt x="167" y="5477"/>
                  </a:cubicBezTo>
                  <a:cubicBezTo>
                    <a:pt x="301" y="5510"/>
                    <a:pt x="434" y="5510"/>
                    <a:pt x="567" y="5510"/>
                  </a:cubicBezTo>
                  <a:cubicBezTo>
                    <a:pt x="1001" y="5510"/>
                    <a:pt x="1468" y="5343"/>
                    <a:pt x="1835" y="4976"/>
                  </a:cubicBezTo>
                  <a:cubicBezTo>
                    <a:pt x="2269" y="4509"/>
                    <a:pt x="2736" y="3875"/>
                    <a:pt x="2936" y="3642"/>
                  </a:cubicBezTo>
                  <a:cubicBezTo>
                    <a:pt x="3540" y="3786"/>
                    <a:pt x="4640" y="4029"/>
                    <a:pt x="5124" y="4029"/>
                  </a:cubicBezTo>
                  <a:cubicBezTo>
                    <a:pt x="5201" y="4029"/>
                    <a:pt x="5263" y="4023"/>
                    <a:pt x="5304" y="4009"/>
                  </a:cubicBezTo>
                  <a:cubicBezTo>
                    <a:pt x="5337" y="3975"/>
                    <a:pt x="5438" y="3975"/>
                    <a:pt x="5471" y="3975"/>
                  </a:cubicBezTo>
                  <a:cubicBezTo>
                    <a:pt x="5671" y="3942"/>
                    <a:pt x="6005" y="3842"/>
                    <a:pt x="6171" y="3609"/>
                  </a:cubicBezTo>
                  <a:cubicBezTo>
                    <a:pt x="6305" y="3375"/>
                    <a:pt x="6338" y="3108"/>
                    <a:pt x="6271" y="2708"/>
                  </a:cubicBezTo>
                  <a:cubicBezTo>
                    <a:pt x="6071" y="1674"/>
                    <a:pt x="4904" y="1307"/>
                    <a:pt x="4670" y="1207"/>
                  </a:cubicBezTo>
                  <a:cubicBezTo>
                    <a:pt x="4364" y="1003"/>
                    <a:pt x="2734" y="0"/>
                    <a:pt x="16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4783575" y="2340200"/>
              <a:ext cx="143475" cy="153725"/>
            </a:xfrm>
            <a:custGeom>
              <a:avLst/>
              <a:gdLst/>
              <a:ahLst/>
              <a:cxnLst/>
              <a:rect l="l" t="t" r="r" b="b"/>
              <a:pathLst>
                <a:path w="5739" h="6149" extrusionOk="0">
                  <a:moveTo>
                    <a:pt x="1219" y="1"/>
                  </a:moveTo>
                  <a:cubicBezTo>
                    <a:pt x="968" y="1"/>
                    <a:pt x="754" y="246"/>
                    <a:pt x="535" y="644"/>
                  </a:cubicBezTo>
                  <a:cubicBezTo>
                    <a:pt x="1" y="1612"/>
                    <a:pt x="635" y="2512"/>
                    <a:pt x="1035" y="3346"/>
                  </a:cubicBezTo>
                  <a:cubicBezTo>
                    <a:pt x="1469" y="4180"/>
                    <a:pt x="3203" y="6148"/>
                    <a:pt x="3203" y="6148"/>
                  </a:cubicBezTo>
                  <a:lnTo>
                    <a:pt x="5738" y="5314"/>
                  </a:lnTo>
                  <a:cubicBezTo>
                    <a:pt x="4471" y="4414"/>
                    <a:pt x="3370" y="3179"/>
                    <a:pt x="2636" y="1778"/>
                  </a:cubicBezTo>
                  <a:cubicBezTo>
                    <a:pt x="2008" y="503"/>
                    <a:pt x="1576" y="1"/>
                    <a:pt x="1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4779425" y="2335450"/>
              <a:ext cx="151800" cy="163475"/>
            </a:xfrm>
            <a:custGeom>
              <a:avLst/>
              <a:gdLst/>
              <a:ahLst/>
              <a:cxnLst/>
              <a:rect l="l" t="t" r="r" b="b"/>
              <a:pathLst>
                <a:path w="6072" h="6539" extrusionOk="0">
                  <a:moveTo>
                    <a:pt x="1368" y="434"/>
                  </a:moveTo>
                  <a:cubicBezTo>
                    <a:pt x="1568" y="434"/>
                    <a:pt x="1968" y="701"/>
                    <a:pt x="2635" y="2102"/>
                  </a:cubicBezTo>
                  <a:cubicBezTo>
                    <a:pt x="3303" y="3436"/>
                    <a:pt x="4303" y="4604"/>
                    <a:pt x="5471" y="5471"/>
                  </a:cubicBezTo>
                  <a:lnTo>
                    <a:pt x="3469" y="6138"/>
                  </a:lnTo>
                  <a:cubicBezTo>
                    <a:pt x="3136" y="5704"/>
                    <a:pt x="1735" y="4170"/>
                    <a:pt x="1401" y="3470"/>
                  </a:cubicBezTo>
                  <a:cubicBezTo>
                    <a:pt x="1368" y="3369"/>
                    <a:pt x="1301" y="3269"/>
                    <a:pt x="1234" y="3169"/>
                  </a:cubicBezTo>
                  <a:cubicBezTo>
                    <a:pt x="867" y="2435"/>
                    <a:pt x="467" y="1702"/>
                    <a:pt x="867" y="968"/>
                  </a:cubicBezTo>
                  <a:cubicBezTo>
                    <a:pt x="1068" y="601"/>
                    <a:pt x="1234" y="434"/>
                    <a:pt x="1368" y="434"/>
                  </a:cubicBezTo>
                  <a:close/>
                  <a:moveTo>
                    <a:pt x="1368" y="0"/>
                  </a:moveTo>
                  <a:cubicBezTo>
                    <a:pt x="968" y="0"/>
                    <a:pt x="701" y="434"/>
                    <a:pt x="501" y="768"/>
                  </a:cubicBezTo>
                  <a:cubicBezTo>
                    <a:pt x="0" y="1668"/>
                    <a:pt x="467" y="2536"/>
                    <a:pt x="867" y="3336"/>
                  </a:cubicBezTo>
                  <a:cubicBezTo>
                    <a:pt x="968" y="3436"/>
                    <a:pt x="1001" y="3536"/>
                    <a:pt x="1034" y="3636"/>
                  </a:cubicBezTo>
                  <a:cubicBezTo>
                    <a:pt x="1468" y="4470"/>
                    <a:pt x="3169" y="6372"/>
                    <a:pt x="3236" y="6472"/>
                  </a:cubicBezTo>
                  <a:cubicBezTo>
                    <a:pt x="3303" y="6505"/>
                    <a:pt x="3369" y="6538"/>
                    <a:pt x="3403" y="6538"/>
                  </a:cubicBezTo>
                  <a:lnTo>
                    <a:pt x="3469" y="6538"/>
                  </a:lnTo>
                  <a:lnTo>
                    <a:pt x="5971" y="5704"/>
                  </a:lnTo>
                  <a:cubicBezTo>
                    <a:pt x="6004" y="5671"/>
                    <a:pt x="6071" y="5638"/>
                    <a:pt x="6071" y="5538"/>
                  </a:cubicBezTo>
                  <a:cubicBezTo>
                    <a:pt x="6071" y="5471"/>
                    <a:pt x="6071" y="5371"/>
                    <a:pt x="6004" y="5338"/>
                  </a:cubicBezTo>
                  <a:cubicBezTo>
                    <a:pt x="4704" y="4470"/>
                    <a:pt x="3669" y="3269"/>
                    <a:pt x="2969" y="1868"/>
                  </a:cubicBezTo>
                  <a:cubicBezTo>
                    <a:pt x="2335" y="601"/>
                    <a:pt x="1835" y="0"/>
                    <a:pt x="13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4422500" y="2835800"/>
              <a:ext cx="138450" cy="368350"/>
            </a:xfrm>
            <a:custGeom>
              <a:avLst/>
              <a:gdLst/>
              <a:ahLst/>
              <a:cxnLst/>
              <a:rect l="l" t="t" r="r" b="b"/>
              <a:pathLst>
                <a:path w="5538" h="14734" extrusionOk="0">
                  <a:moveTo>
                    <a:pt x="1501" y="1"/>
                  </a:moveTo>
                  <a:cubicBezTo>
                    <a:pt x="1501" y="1"/>
                    <a:pt x="0" y="12843"/>
                    <a:pt x="267" y="13544"/>
                  </a:cubicBezTo>
                  <a:cubicBezTo>
                    <a:pt x="455" y="14107"/>
                    <a:pt x="2128" y="14734"/>
                    <a:pt x="3073" y="14734"/>
                  </a:cubicBezTo>
                  <a:cubicBezTo>
                    <a:pt x="3304" y="14734"/>
                    <a:pt x="3491" y="14696"/>
                    <a:pt x="3603" y="14611"/>
                  </a:cubicBezTo>
                  <a:cubicBezTo>
                    <a:pt x="4137" y="14144"/>
                    <a:pt x="3836" y="13210"/>
                    <a:pt x="3603" y="12643"/>
                  </a:cubicBezTo>
                  <a:cubicBezTo>
                    <a:pt x="3336" y="12043"/>
                    <a:pt x="5538" y="1302"/>
                    <a:pt x="5538" y="1302"/>
                  </a:cubicBezTo>
                  <a:lnTo>
                    <a:pt x="1501" y="1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4416650" y="2830800"/>
              <a:ext cx="148475" cy="379475"/>
            </a:xfrm>
            <a:custGeom>
              <a:avLst/>
              <a:gdLst/>
              <a:ahLst/>
              <a:cxnLst/>
              <a:rect l="l" t="t" r="r" b="b"/>
              <a:pathLst>
                <a:path w="5939" h="15179" extrusionOk="0">
                  <a:moveTo>
                    <a:pt x="1902" y="501"/>
                  </a:moveTo>
                  <a:lnTo>
                    <a:pt x="5538" y="1635"/>
                  </a:lnTo>
                  <a:cubicBezTo>
                    <a:pt x="5004" y="4370"/>
                    <a:pt x="3370" y="12343"/>
                    <a:pt x="3637" y="12910"/>
                  </a:cubicBezTo>
                  <a:cubicBezTo>
                    <a:pt x="3904" y="13577"/>
                    <a:pt x="4137" y="14311"/>
                    <a:pt x="3703" y="14644"/>
                  </a:cubicBezTo>
                  <a:cubicBezTo>
                    <a:pt x="3624" y="14692"/>
                    <a:pt x="3453" y="14732"/>
                    <a:pt x="3210" y="14732"/>
                  </a:cubicBezTo>
                  <a:cubicBezTo>
                    <a:pt x="2943" y="14732"/>
                    <a:pt x="2588" y="14684"/>
                    <a:pt x="2169" y="14544"/>
                  </a:cubicBezTo>
                  <a:cubicBezTo>
                    <a:pt x="1335" y="14311"/>
                    <a:pt x="735" y="13911"/>
                    <a:pt x="668" y="13710"/>
                  </a:cubicBezTo>
                  <a:cubicBezTo>
                    <a:pt x="501" y="13177"/>
                    <a:pt x="1335" y="5638"/>
                    <a:pt x="1902" y="501"/>
                  </a:cubicBezTo>
                  <a:close/>
                  <a:moveTo>
                    <a:pt x="1735" y="1"/>
                  </a:moveTo>
                  <a:cubicBezTo>
                    <a:pt x="1702" y="1"/>
                    <a:pt x="1635" y="1"/>
                    <a:pt x="1569" y="34"/>
                  </a:cubicBezTo>
                  <a:cubicBezTo>
                    <a:pt x="1535" y="67"/>
                    <a:pt x="1502" y="167"/>
                    <a:pt x="1502" y="201"/>
                  </a:cubicBezTo>
                  <a:cubicBezTo>
                    <a:pt x="1235" y="2336"/>
                    <a:pt x="1" y="13143"/>
                    <a:pt x="234" y="13844"/>
                  </a:cubicBezTo>
                  <a:cubicBezTo>
                    <a:pt x="401" y="14344"/>
                    <a:pt x="1302" y="14744"/>
                    <a:pt x="2036" y="14978"/>
                  </a:cubicBezTo>
                  <a:cubicBezTo>
                    <a:pt x="2302" y="15045"/>
                    <a:pt x="2803" y="15178"/>
                    <a:pt x="3236" y="15178"/>
                  </a:cubicBezTo>
                  <a:cubicBezTo>
                    <a:pt x="3537" y="15178"/>
                    <a:pt x="3804" y="15078"/>
                    <a:pt x="3870" y="15011"/>
                  </a:cubicBezTo>
                  <a:cubicBezTo>
                    <a:pt x="4637" y="14411"/>
                    <a:pt x="4170" y="13310"/>
                    <a:pt x="3970" y="12810"/>
                  </a:cubicBezTo>
                  <a:cubicBezTo>
                    <a:pt x="3837" y="12243"/>
                    <a:pt x="5071" y="5571"/>
                    <a:pt x="5905" y="1535"/>
                  </a:cubicBezTo>
                  <a:cubicBezTo>
                    <a:pt x="5938" y="1402"/>
                    <a:pt x="5872" y="1335"/>
                    <a:pt x="5772" y="1302"/>
                  </a:cubicBezTo>
                  <a:lnTo>
                    <a:pt x="173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3192450" y="2854200"/>
              <a:ext cx="1450225" cy="1109950"/>
            </a:xfrm>
            <a:custGeom>
              <a:avLst/>
              <a:gdLst/>
              <a:ahLst/>
              <a:cxnLst/>
              <a:rect l="l" t="t" r="r" b="b"/>
              <a:pathLst>
                <a:path w="58009" h="44398" extrusionOk="0">
                  <a:moveTo>
                    <a:pt x="50881" y="1"/>
                  </a:moveTo>
                  <a:cubicBezTo>
                    <a:pt x="50493" y="1"/>
                    <a:pt x="50167" y="41"/>
                    <a:pt x="49936" y="132"/>
                  </a:cubicBezTo>
                  <a:cubicBezTo>
                    <a:pt x="48468" y="732"/>
                    <a:pt x="46100" y="6737"/>
                    <a:pt x="41997" y="12041"/>
                  </a:cubicBezTo>
                  <a:cubicBezTo>
                    <a:pt x="37928" y="17311"/>
                    <a:pt x="20415" y="27552"/>
                    <a:pt x="20415" y="27552"/>
                  </a:cubicBezTo>
                  <a:lnTo>
                    <a:pt x="12776" y="3735"/>
                  </a:lnTo>
                  <a:lnTo>
                    <a:pt x="1" y="17978"/>
                  </a:lnTo>
                  <a:cubicBezTo>
                    <a:pt x="2765" y="23174"/>
                    <a:pt x="15605" y="44397"/>
                    <a:pt x="17803" y="44397"/>
                  </a:cubicBezTo>
                  <a:cubicBezTo>
                    <a:pt x="17806" y="44397"/>
                    <a:pt x="17810" y="44397"/>
                    <a:pt x="17813" y="44397"/>
                  </a:cubicBezTo>
                  <a:cubicBezTo>
                    <a:pt x="19981" y="44297"/>
                    <a:pt x="33891" y="31588"/>
                    <a:pt x="38328" y="26084"/>
                  </a:cubicBezTo>
                  <a:cubicBezTo>
                    <a:pt x="42764" y="20580"/>
                    <a:pt x="47468" y="11273"/>
                    <a:pt x="48168" y="11140"/>
                  </a:cubicBezTo>
                  <a:cubicBezTo>
                    <a:pt x="49336" y="11006"/>
                    <a:pt x="50470" y="10806"/>
                    <a:pt x="51604" y="10539"/>
                  </a:cubicBezTo>
                  <a:cubicBezTo>
                    <a:pt x="52271" y="10406"/>
                    <a:pt x="52872" y="10206"/>
                    <a:pt x="53472" y="9939"/>
                  </a:cubicBezTo>
                  <a:cubicBezTo>
                    <a:pt x="53772" y="9806"/>
                    <a:pt x="53872" y="9605"/>
                    <a:pt x="54173" y="9205"/>
                  </a:cubicBezTo>
                  <a:cubicBezTo>
                    <a:pt x="54373" y="8805"/>
                    <a:pt x="54539" y="8405"/>
                    <a:pt x="54640" y="7938"/>
                  </a:cubicBezTo>
                  <a:cubicBezTo>
                    <a:pt x="54667" y="7771"/>
                    <a:pt x="54672" y="7743"/>
                    <a:pt x="54697" y="7743"/>
                  </a:cubicBezTo>
                  <a:cubicBezTo>
                    <a:pt x="54709" y="7743"/>
                    <a:pt x="54727" y="7751"/>
                    <a:pt x="54756" y="7751"/>
                  </a:cubicBezTo>
                  <a:cubicBezTo>
                    <a:pt x="54807" y="7751"/>
                    <a:pt x="54891" y="7728"/>
                    <a:pt x="55040" y="7604"/>
                  </a:cubicBezTo>
                  <a:cubicBezTo>
                    <a:pt x="55473" y="7270"/>
                    <a:pt x="55507" y="5402"/>
                    <a:pt x="55507" y="5402"/>
                  </a:cubicBezTo>
                  <a:cubicBezTo>
                    <a:pt x="55507" y="5402"/>
                    <a:pt x="56007" y="5236"/>
                    <a:pt x="56941" y="4402"/>
                  </a:cubicBezTo>
                  <a:cubicBezTo>
                    <a:pt x="57842" y="3568"/>
                    <a:pt x="58009" y="2634"/>
                    <a:pt x="57275" y="1800"/>
                  </a:cubicBezTo>
                  <a:cubicBezTo>
                    <a:pt x="56631" y="1100"/>
                    <a:pt x="52909" y="1"/>
                    <a:pt x="508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3187450" y="2846950"/>
              <a:ext cx="1463575" cy="1121350"/>
            </a:xfrm>
            <a:custGeom>
              <a:avLst/>
              <a:gdLst/>
              <a:ahLst/>
              <a:cxnLst/>
              <a:rect l="l" t="t" r="r" b="b"/>
              <a:pathLst>
                <a:path w="58543" h="44854" extrusionOk="0">
                  <a:moveTo>
                    <a:pt x="51284" y="1"/>
                  </a:moveTo>
                  <a:cubicBezTo>
                    <a:pt x="50847" y="1"/>
                    <a:pt x="50474" y="48"/>
                    <a:pt x="50203" y="155"/>
                  </a:cubicBezTo>
                  <a:cubicBezTo>
                    <a:pt x="49369" y="422"/>
                    <a:pt x="48435" y="2057"/>
                    <a:pt x="47034" y="4525"/>
                  </a:cubicBezTo>
                  <a:cubicBezTo>
                    <a:pt x="45733" y="6760"/>
                    <a:pt x="44165" y="9529"/>
                    <a:pt x="42164" y="12097"/>
                  </a:cubicBezTo>
                  <a:cubicBezTo>
                    <a:pt x="38361" y="17034"/>
                    <a:pt x="22850" y="26240"/>
                    <a:pt x="20815" y="27441"/>
                  </a:cubicBezTo>
                  <a:lnTo>
                    <a:pt x="13243" y="3891"/>
                  </a:lnTo>
                  <a:cubicBezTo>
                    <a:pt x="13214" y="3834"/>
                    <a:pt x="13161" y="3751"/>
                    <a:pt x="13061" y="3751"/>
                  </a:cubicBezTo>
                  <a:cubicBezTo>
                    <a:pt x="13045" y="3751"/>
                    <a:pt x="13028" y="3753"/>
                    <a:pt x="13010" y="3758"/>
                  </a:cubicBezTo>
                  <a:cubicBezTo>
                    <a:pt x="12910" y="3824"/>
                    <a:pt x="12843" y="3891"/>
                    <a:pt x="12876" y="4025"/>
                  </a:cubicBezTo>
                  <a:lnTo>
                    <a:pt x="20515" y="27842"/>
                  </a:lnTo>
                  <a:cubicBezTo>
                    <a:pt x="20515" y="27875"/>
                    <a:pt x="20615" y="27908"/>
                    <a:pt x="20648" y="27942"/>
                  </a:cubicBezTo>
                  <a:cubicBezTo>
                    <a:pt x="20665" y="27975"/>
                    <a:pt x="20699" y="27992"/>
                    <a:pt x="20732" y="27992"/>
                  </a:cubicBezTo>
                  <a:cubicBezTo>
                    <a:pt x="20765" y="27992"/>
                    <a:pt x="20799" y="27975"/>
                    <a:pt x="20815" y="27942"/>
                  </a:cubicBezTo>
                  <a:cubicBezTo>
                    <a:pt x="21516" y="27541"/>
                    <a:pt x="38394" y="17701"/>
                    <a:pt x="42497" y="12397"/>
                  </a:cubicBezTo>
                  <a:cubicBezTo>
                    <a:pt x="44499" y="9762"/>
                    <a:pt x="46067" y="6993"/>
                    <a:pt x="47368" y="4758"/>
                  </a:cubicBezTo>
                  <a:cubicBezTo>
                    <a:pt x="48635" y="2557"/>
                    <a:pt x="49602" y="822"/>
                    <a:pt x="50303" y="555"/>
                  </a:cubicBezTo>
                  <a:cubicBezTo>
                    <a:pt x="50506" y="481"/>
                    <a:pt x="50790" y="448"/>
                    <a:pt x="51129" y="448"/>
                  </a:cubicBezTo>
                  <a:cubicBezTo>
                    <a:pt x="53070" y="448"/>
                    <a:pt x="56807" y="1537"/>
                    <a:pt x="57375" y="2190"/>
                  </a:cubicBezTo>
                  <a:cubicBezTo>
                    <a:pt x="58008" y="2924"/>
                    <a:pt x="57908" y="3691"/>
                    <a:pt x="57041" y="4525"/>
                  </a:cubicBezTo>
                  <a:cubicBezTo>
                    <a:pt x="56207" y="5326"/>
                    <a:pt x="55707" y="5426"/>
                    <a:pt x="55707" y="5426"/>
                  </a:cubicBezTo>
                  <a:cubicBezTo>
                    <a:pt x="55640" y="5492"/>
                    <a:pt x="55540" y="5559"/>
                    <a:pt x="55540" y="5659"/>
                  </a:cubicBezTo>
                  <a:cubicBezTo>
                    <a:pt x="55540" y="6526"/>
                    <a:pt x="55373" y="7527"/>
                    <a:pt x="55173" y="7694"/>
                  </a:cubicBezTo>
                  <a:cubicBezTo>
                    <a:pt x="55073" y="7761"/>
                    <a:pt x="55040" y="7761"/>
                    <a:pt x="55040" y="7761"/>
                  </a:cubicBezTo>
                  <a:cubicBezTo>
                    <a:pt x="55006" y="7744"/>
                    <a:pt x="54965" y="7736"/>
                    <a:pt x="54927" y="7736"/>
                  </a:cubicBezTo>
                  <a:cubicBezTo>
                    <a:pt x="54890" y="7736"/>
                    <a:pt x="54856" y="7744"/>
                    <a:pt x="54840" y="7761"/>
                  </a:cubicBezTo>
                  <a:cubicBezTo>
                    <a:pt x="54739" y="7827"/>
                    <a:pt x="54706" y="7894"/>
                    <a:pt x="54673" y="8094"/>
                  </a:cubicBezTo>
                  <a:cubicBezTo>
                    <a:pt x="54573" y="8528"/>
                    <a:pt x="54406" y="8928"/>
                    <a:pt x="54206" y="9262"/>
                  </a:cubicBezTo>
                  <a:lnTo>
                    <a:pt x="54072" y="9428"/>
                  </a:lnTo>
                  <a:cubicBezTo>
                    <a:pt x="53872" y="9729"/>
                    <a:pt x="53805" y="9862"/>
                    <a:pt x="53572" y="9929"/>
                  </a:cubicBezTo>
                  <a:cubicBezTo>
                    <a:pt x="53005" y="10196"/>
                    <a:pt x="52371" y="10396"/>
                    <a:pt x="51737" y="10529"/>
                  </a:cubicBezTo>
                  <a:cubicBezTo>
                    <a:pt x="50670" y="10829"/>
                    <a:pt x="49536" y="11030"/>
                    <a:pt x="48368" y="11163"/>
                  </a:cubicBezTo>
                  <a:cubicBezTo>
                    <a:pt x="48035" y="11230"/>
                    <a:pt x="47434" y="12097"/>
                    <a:pt x="45399" y="15533"/>
                  </a:cubicBezTo>
                  <a:cubicBezTo>
                    <a:pt x="43498" y="18702"/>
                    <a:pt x="40896" y="23038"/>
                    <a:pt x="38394" y="26174"/>
                  </a:cubicBezTo>
                  <a:cubicBezTo>
                    <a:pt x="33691" y="32078"/>
                    <a:pt x="19981" y="44353"/>
                    <a:pt x="18013" y="44387"/>
                  </a:cubicBezTo>
                  <a:cubicBezTo>
                    <a:pt x="16045" y="44387"/>
                    <a:pt x="3636" y="24206"/>
                    <a:pt x="434" y="18101"/>
                  </a:cubicBezTo>
                  <a:cubicBezTo>
                    <a:pt x="363" y="18054"/>
                    <a:pt x="276" y="18007"/>
                    <a:pt x="207" y="18007"/>
                  </a:cubicBezTo>
                  <a:cubicBezTo>
                    <a:pt x="179" y="18007"/>
                    <a:pt x="153" y="18015"/>
                    <a:pt x="134" y="18035"/>
                  </a:cubicBezTo>
                  <a:cubicBezTo>
                    <a:pt x="34" y="18101"/>
                    <a:pt x="0" y="18235"/>
                    <a:pt x="34" y="18335"/>
                  </a:cubicBezTo>
                  <a:cubicBezTo>
                    <a:pt x="2169" y="22371"/>
                    <a:pt x="15511" y="44854"/>
                    <a:pt x="18013" y="44854"/>
                  </a:cubicBezTo>
                  <a:cubicBezTo>
                    <a:pt x="20382" y="44754"/>
                    <a:pt x="34625" y="31578"/>
                    <a:pt x="38895" y="26374"/>
                  </a:cubicBezTo>
                  <a:cubicBezTo>
                    <a:pt x="41397" y="23205"/>
                    <a:pt x="43998" y="18835"/>
                    <a:pt x="45900" y="15666"/>
                  </a:cubicBezTo>
                  <a:cubicBezTo>
                    <a:pt x="47167" y="13565"/>
                    <a:pt x="48335" y="11597"/>
                    <a:pt x="48568" y="11497"/>
                  </a:cubicBezTo>
                  <a:cubicBezTo>
                    <a:pt x="49736" y="11363"/>
                    <a:pt x="50870" y="11163"/>
                    <a:pt x="52004" y="10863"/>
                  </a:cubicBezTo>
                  <a:cubicBezTo>
                    <a:pt x="52605" y="10729"/>
                    <a:pt x="53272" y="10529"/>
                    <a:pt x="53872" y="10262"/>
                  </a:cubicBezTo>
                  <a:cubicBezTo>
                    <a:pt x="54172" y="10162"/>
                    <a:pt x="54339" y="9929"/>
                    <a:pt x="54539" y="9595"/>
                  </a:cubicBezTo>
                  <a:lnTo>
                    <a:pt x="54673" y="9428"/>
                  </a:lnTo>
                  <a:cubicBezTo>
                    <a:pt x="54906" y="9028"/>
                    <a:pt x="55073" y="8561"/>
                    <a:pt x="55173" y="8094"/>
                  </a:cubicBezTo>
                  <a:lnTo>
                    <a:pt x="55173" y="8061"/>
                  </a:lnTo>
                  <a:cubicBezTo>
                    <a:pt x="55240" y="8061"/>
                    <a:pt x="55373" y="7994"/>
                    <a:pt x="55507" y="7894"/>
                  </a:cubicBezTo>
                  <a:cubicBezTo>
                    <a:pt x="55907" y="7560"/>
                    <a:pt x="56007" y="6260"/>
                    <a:pt x="56040" y="5692"/>
                  </a:cubicBezTo>
                  <a:cubicBezTo>
                    <a:pt x="56307" y="5592"/>
                    <a:pt x="56741" y="5359"/>
                    <a:pt x="57408" y="4725"/>
                  </a:cubicBezTo>
                  <a:cubicBezTo>
                    <a:pt x="58409" y="3758"/>
                    <a:pt x="58542" y="2724"/>
                    <a:pt x="57742" y="1856"/>
                  </a:cubicBezTo>
                  <a:cubicBezTo>
                    <a:pt x="57104" y="1136"/>
                    <a:pt x="53428" y="1"/>
                    <a:pt x="512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3603575" y="3537975"/>
              <a:ext cx="103425" cy="145125"/>
            </a:xfrm>
            <a:custGeom>
              <a:avLst/>
              <a:gdLst/>
              <a:ahLst/>
              <a:cxnLst/>
              <a:rect l="l" t="t" r="r" b="b"/>
              <a:pathLst>
                <a:path w="4137" h="5805" extrusionOk="0">
                  <a:moveTo>
                    <a:pt x="3903" y="0"/>
                  </a:moveTo>
                  <a:cubicBezTo>
                    <a:pt x="3837" y="0"/>
                    <a:pt x="1735" y="134"/>
                    <a:pt x="34" y="5571"/>
                  </a:cubicBezTo>
                  <a:cubicBezTo>
                    <a:pt x="1" y="5638"/>
                    <a:pt x="34" y="5771"/>
                    <a:pt x="167" y="5805"/>
                  </a:cubicBezTo>
                  <a:lnTo>
                    <a:pt x="234" y="5805"/>
                  </a:lnTo>
                  <a:cubicBezTo>
                    <a:pt x="368" y="5805"/>
                    <a:pt x="401" y="5771"/>
                    <a:pt x="401" y="5738"/>
                  </a:cubicBezTo>
                  <a:cubicBezTo>
                    <a:pt x="2002" y="634"/>
                    <a:pt x="3870" y="434"/>
                    <a:pt x="3903" y="434"/>
                  </a:cubicBezTo>
                  <a:cubicBezTo>
                    <a:pt x="4037" y="434"/>
                    <a:pt x="4137" y="334"/>
                    <a:pt x="4137" y="234"/>
                  </a:cubicBezTo>
                  <a:cubicBezTo>
                    <a:pt x="4137" y="101"/>
                    <a:pt x="4037" y="0"/>
                    <a:pt x="39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4254875" y="2854575"/>
              <a:ext cx="386975" cy="355700"/>
            </a:xfrm>
            <a:custGeom>
              <a:avLst/>
              <a:gdLst/>
              <a:ahLst/>
              <a:cxnLst/>
              <a:rect l="l" t="t" r="r" b="b"/>
              <a:pathLst>
                <a:path w="15479" h="14228" extrusionOk="0">
                  <a:moveTo>
                    <a:pt x="8259" y="1"/>
                  </a:moveTo>
                  <a:cubicBezTo>
                    <a:pt x="7899" y="1"/>
                    <a:pt x="7594" y="37"/>
                    <a:pt x="7372" y="117"/>
                  </a:cubicBezTo>
                  <a:cubicBezTo>
                    <a:pt x="5938" y="684"/>
                    <a:pt x="3770" y="6221"/>
                    <a:pt x="1" y="11358"/>
                  </a:cubicBezTo>
                  <a:lnTo>
                    <a:pt x="3503" y="14227"/>
                  </a:lnTo>
                  <a:cubicBezTo>
                    <a:pt x="4604" y="12392"/>
                    <a:pt x="5371" y="11125"/>
                    <a:pt x="5638" y="11092"/>
                  </a:cubicBezTo>
                  <a:cubicBezTo>
                    <a:pt x="6839" y="10958"/>
                    <a:pt x="7973" y="10758"/>
                    <a:pt x="9107" y="10458"/>
                  </a:cubicBezTo>
                  <a:cubicBezTo>
                    <a:pt x="9707" y="10358"/>
                    <a:pt x="10341" y="10124"/>
                    <a:pt x="10975" y="9891"/>
                  </a:cubicBezTo>
                  <a:cubicBezTo>
                    <a:pt x="11275" y="9757"/>
                    <a:pt x="11375" y="9557"/>
                    <a:pt x="11676" y="9123"/>
                  </a:cubicBezTo>
                  <a:cubicBezTo>
                    <a:pt x="11942" y="8757"/>
                    <a:pt x="12109" y="8356"/>
                    <a:pt x="12143" y="7889"/>
                  </a:cubicBezTo>
                  <a:cubicBezTo>
                    <a:pt x="12209" y="7456"/>
                    <a:pt x="12509" y="7356"/>
                    <a:pt x="12876" y="7022"/>
                  </a:cubicBezTo>
                  <a:cubicBezTo>
                    <a:pt x="13277" y="6688"/>
                    <a:pt x="12976" y="5387"/>
                    <a:pt x="12976" y="5387"/>
                  </a:cubicBezTo>
                  <a:cubicBezTo>
                    <a:pt x="12976" y="5387"/>
                    <a:pt x="13477" y="5254"/>
                    <a:pt x="14377" y="4387"/>
                  </a:cubicBezTo>
                  <a:cubicBezTo>
                    <a:pt x="15311" y="3519"/>
                    <a:pt x="15478" y="2585"/>
                    <a:pt x="14711" y="1785"/>
                  </a:cubicBezTo>
                  <a:cubicBezTo>
                    <a:pt x="14088" y="1133"/>
                    <a:pt x="10290" y="1"/>
                    <a:pt x="8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3362563" y="2850575"/>
              <a:ext cx="1280100" cy="1108775"/>
            </a:xfrm>
            <a:custGeom>
              <a:avLst/>
              <a:gdLst/>
              <a:ahLst/>
              <a:cxnLst/>
              <a:rect l="l" t="t" r="r" b="b"/>
              <a:pathLst>
                <a:path w="51204" h="44351" extrusionOk="0">
                  <a:moveTo>
                    <a:pt x="44002" y="0"/>
                  </a:moveTo>
                  <a:cubicBezTo>
                    <a:pt x="43634" y="0"/>
                    <a:pt x="43323" y="37"/>
                    <a:pt x="43097" y="119"/>
                  </a:cubicBezTo>
                  <a:cubicBezTo>
                    <a:pt x="42731" y="285"/>
                    <a:pt x="42264" y="786"/>
                    <a:pt x="41763" y="1586"/>
                  </a:cubicBezTo>
                  <a:cubicBezTo>
                    <a:pt x="42530" y="2821"/>
                    <a:pt x="43431" y="3588"/>
                    <a:pt x="42597" y="5789"/>
                  </a:cubicBezTo>
                  <a:cubicBezTo>
                    <a:pt x="41363" y="9125"/>
                    <a:pt x="38427" y="13295"/>
                    <a:pt x="35926" y="16831"/>
                  </a:cubicBezTo>
                  <a:cubicBezTo>
                    <a:pt x="33449" y="20364"/>
                    <a:pt x="12995" y="39586"/>
                    <a:pt x="10155" y="39586"/>
                  </a:cubicBezTo>
                  <a:cubicBezTo>
                    <a:pt x="10126" y="39586"/>
                    <a:pt x="10099" y="39584"/>
                    <a:pt x="10074" y="39580"/>
                  </a:cubicBezTo>
                  <a:cubicBezTo>
                    <a:pt x="8039" y="39247"/>
                    <a:pt x="2135" y="32075"/>
                    <a:pt x="0" y="29473"/>
                  </a:cubicBezTo>
                  <a:lnTo>
                    <a:pt x="0" y="29473"/>
                  </a:lnTo>
                  <a:cubicBezTo>
                    <a:pt x="4484" y="36713"/>
                    <a:pt x="9629" y="44351"/>
                    <a:pt x="10990" y="44351"/>
                  </a:cubicBezTo>
                  <a:cubicBezTo>
                    <a:pt x="10996" y="44351"/>
                    <a:pt x="11002" y="44351"/>
                    <a:pt x="11008" y="44350"/>
                  </a:cubicBezTo>
                  <a:cubicBezTo>
                    <a:pt x="13176" y="44284"/>
                    <a:pt x="27153" y="31608"/>
                    <a:pt x="31556" y="26071"/>
                  </a:cubicBezTo>
                  <a:cubicBezTo>
                    <a:pt x="35959" y="20500"/>
                    <a:pt x="40662" y="11227"/>
                    <a:pt x="41363" y="11127"/>
                  </a:cubicBezTo>
                  <a:cubicBezTo>
                    <a:pt x="42530" y="10993"/>
                    <a:pt x="43665" y="10793"/>
                    <a:pt x="44765" y="10493"/>
                  </a:cubicBezTo>
                  <a:cubicBezTo>
                    <a:pt x="45399" y="10393"/>
                    <a:pt x="46033" y="10159"/>
                    <a:pt x="46667" y="9926"/>
                  </a:cubicBezTo>
                  <a:cubicBezTo>
                    <a:pt x="47000" y="9792"/>
                    <a:pt x="47067" y="9592"/>
                    <a:pt x="47367" y="9158"/>
                  </a:cubicBezTo>
                  <a:cubicBezTo>
                    <a:pt x="47601" y="8792"/>
                    <a:pt x="47767" y="8391"/>
                    <a:pt x="47834" y="7924"/>
                  </a:cubicBezTo>
                  <a:cubicBezTo>
                    <a:pt x="47861" y="7749"/>
                    <a:pt x="47866" y="7716"/>
                    <a:pt x="47889" y="7716"/>
                  </a:cubicBezTo>
                  <a:cubicBezTo>
                    <a:pt x="47904" y="7716"/>
                    <a:pt x="47925" y="7729"/>
                    <a:pt x="47964" y="7729"/>
                  </a:cubicBezTo>
                  <a:cubicBezTo>
                    <a:pt x="48015" y="7729"/>
                    <a:pt x="48098" y="7705"/>
                    <a:pt x="48234" y="7591"/>
                  </a:cubicBezTo>
                  <a:cubicBezTo>
                    <a:pt x="48668" y="7257"/>
                    <a:pt x="48701" y="5356"/>
                    <a:pt x="48701" y="5356"/>
                  </a:cubicBezTo>
                  <a:cubicBezTo>
                    <a:pt x="48701" y="5356"/>
                    <a:pt x="49202" y="5256"/>
                    <a:pt x="50102" y="4355"/>
                  </a:cubicBezTo>
                  <a:cubicBezTo>
                    <a:pt x="51036" y="3488"/>
                    <a:pt x="51203" y="2587"/>
                    <a:pt x="50436" y="1787"/>
                  </a:cubicBezTo>
                  <a:cubicBezTo>
                    <a:pt x="49815" y="1109"/>
                    <a:pt x="46037" y="0"/>
                    <a:pt x="44002" y="0"/>
                  </a:cubicBezTo>
                  <a:close/>
                </a:path>
              </a:pathLst>
            </a:custGeom>
            <a:solidFill>
              <a:srgbClr val="000000">
                <a:alpha val="40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4250700" y="2849350"/>
              <a:ext cx="396975" cy="365925"/>
            </a:xfrm>
            <a:custGeom>
              <a:avLst/>
              <a:gdLst/>
              <a:ahLst/>
              <a:cxnLst/>
              <a:rect l="l" t="t" r="r" b="b"/>
              <a:pathLst>
                <a:path w="15879" h="14637" extrusionOk="0">
                  <a:moveTo>
                    <a:pt x="8473" y="487"/>
                  </a:moveTo>
                  <a:cubicBezTo>
                    <a:pt x="10403" y="487"/>
                    <a:pt x="14208" y="1601"/>
                    <a:pt x="14778" y="2227"/>
                  </a:cubicBezTo>
                  <a:cubicBezTo>
                    <a:pt x="15612" y="3095"/>
                    <a:pt x="15011" y="3929"/>
                    <a:pt x="14444" y="4496"/>
                  </a:cubicBezTo>
                  <a:cubicBezTo>
                    <a:pt x="13610" y="5296"/>
                    <a:pt x="13110" y="5430"/>
                    <a:pt x="13110" y="5430"/>
                  </a:cubicBezTo>
                  <a:cubicBezTo>
                    <a:pt x="13043" y="5430"/>
                    <a:pt x="13010" y="5463"/>
                    <a:pt x="12977" y="5496"/>
                  </a:cubicBezTo>
                  <a:cubicBezTo>
                    <a:pt x="12943" y="5530"/>
                    <a:pt x="12943" y="5630"/>
                    <a:pt x="12943" y="5663"/>
                  </a:cubicBezTo>
                  <a:cubicBezTo>
                    <a:pt x="13043" y="6130"/>
                    <a:pt x="13143" y="6931"/>
                    <a:pt x="12943" y="7098"/>
                  </a:cubicBezTo>
                  <a:cubicBezTo>
                    <a:pt x="12877" y="7131"/>
                    <a:pt x="12810" y="7164"/>
                    <a:pt x="12777" y="7198"/>
                  </a:cubicBezTo>
                  <a:cubicBezTo>
                    <a:pt x="12443" y="7464"/>
                    <a:pt x="12176" y="7665"/>
                    <a:pt x="12109" y="8098"/>
                  </a:cubicBezTo>
                  <a:cubicBezTo>
                    <a:pt x="12009" y="8499"/>
                    <a:pt x="11843" y="8932"/>
                    <a:pt x="11642" y="9266"/>
                  </a:cubicBezTo>
                  <a:lnTo>
                    <a:pt x="11542" y="9399"/>
                  </a:lnTo>
                  <a:cubicBezTo>
                    <a:pt x="11342" y="9733"/>
                    <a:pt x="11275" y="9833"/>
                    <a:pt x="11042" y="9933"/>
                  </a:cubicBezTo>
                  <a:cubicBezTo>
                    <a:pt x="10475" y="10133"/>
                    <a:pt x="9841" y="10333"/>
                    <a:pt x="9207" y="10467"/>
                  </a:cubicBezTo>
                  <a:cubicBezTo>
                    <a:pt x="8140" y="10767"/>
                    <a:pt x="7006" y="10967"/>
                    <a:pt x="5838" y="11100"/>
                  </a:cubicBezTo>
                  <a:cubicBezTo>
                    <a:pt x="5538" y="11134"/>
                    <a:pt x="5204" y="11567"/>
                    <a:pt x="3670" y="14103"/>
                  </a:cubicBezTo>
                  <a:lnTo>
                    <a:pt x="501" y="11501"/>
                  </a:lnTo>
                  <a:cubicBezTo>
                    <a:pt x="2169" y="9132"/>
                    <a:pt x="3603" y="6731"/>
                    <a:pt x="4704" y="4829"/>
                  </a:cubicBezTo>
                  <a:cubicBezTo>
                    <a:pt x="5972" y="2628"/>
                    <a:pt x="6972" y="826"/>
                    <a:pt x="7673" y="593"/>
                  </a:cubicBezTo>
                  <a:cubicBezTo>
                    <a:pt x="7868" y="520"/>
                    <a:pt x="8143" y="487"/>
                    <a:pt x="8473" y="487"/>
                  </a:cubicBezTo>
                  <a:close/>
                  <a:moveTo>
                    <a:pt x="8476" y="1"/>
                  </a:moveTo>
                  <a:cubicBezTo>
                    <a:pt x="8096" y="1"/>
                    <a:pt x="7774" y="39"/>
                    <a:pt x="7539" y="126"/>
                  </a:cubicBezTo>
                  <a:cubicBezTo>
                    <a:pt x="6672" y="459"/>
                    <a:pt x="5705" y="2227"/>
                    <a:pt x="4337" y="4596"/>
                  </a:cubicBezTo>
                  <a:cubicBezTo>
                    <a:pt x="3203" y="6597"/>
                    <a:pt x="1802" y="9066"/>
                    <a:pt x="34" y="11434"/>
                  </a:cubicBezTo>
                  <a:cubicBezTo>
                    <a:pt x="1" y="11501"/>
                    <a:pt x="1" y="11634"/>
                    <a:pt x="101" y="11734"/>
                  </a:cubicBezTo>
                  <a:lnTo>
                    <a:pt x="3603" y="14603"/>
                  </a:lnTo>
                  <a:cubicBezTo>
                    <a:pt x="3637" y="14636"/>
                    <a:pt x="3670" y="14636"/>
                    <a:pt x="3703" y="14636"/>
                  </a:cubicBezTo>
                  <a:cubicBezTo>
                    <a:pt x="3772" y="14613"/>
                    <a:pt x="3826" y="14574"/>
                    <a:pt x="3874" y="14574"/>
                  </a:cubicBezTo>
                  <a:cubicBezTo>
                    <a:pt x="3896" y="14574"/>
                    <a:pt x="3916" y="14582"/>
                    <a:pt x="3937" y="14603"/>
                  </a:cubicBezTo>
                  <a:cubicBezTo>
                    <a:pt x="4471" y="13736"/>
                    <a:pt x="5671" y="11667"/>
                    <a:pt x="5938" y="11567"/>
                  </a:cubicBezTo>
                  <a:cubicBezTo>
                    <a:pt x="7106" y="11434"/>
                    <a:pt x="8207" y="11234"/>
                    <a:pt x="9341" y="10934"/>
                  </a:cubicBezTo>
                  <a:cubicBezTo>
                    <a:pt x="9975" y="10800"/>
                    <a:pt x="10642" y="10600"/>
                    <a:pt x="11209" y="10333"/>
                  </a:cubicBezTo>
                  <a:cubicBezTo>
                    <a:pt x="11542" y="10233"/>
                    <a:pt x="11676" y="9966"/>
                    <a:pt x="11943" y="9633"/>
                  </a:cubicBezTo>
                  <a:lnTo>
                    <a:pt x="12009" y="9499"/>
                  </a:lnTo>
                  <a:cubicBezTo>
                    <a:pt x="12276" y="9099"/>
                    <a:pt x="12443" y="8632"/>
                    <a:pt x="12510" y="8165"/>
                  </a:cubicBezTo>
                  <a:cubicBezTo>
                    <a:pt x="12543" y="7898"/>
                    <a:pt x="12710" y="7765"/>
                    <a:pt x="13010" y="7565"/>
                  </a:cubicBezTo>
                  <a:cubicBezTo>
                    <a:pt x="13110" y="7464"/>
                    <a:pt x="13143" y="7431"/>
                    <a:pt x="13210" y="7398"/>
                  </a:cubicBezTo>
                  <a:cubicBezTo>
                    <a:pt x="13644" y="7064"/>
                    <a:pt x="13510" y="6130"/>
                    <a:pt x="13444" y="5730"/>
                  </a:cubicBezTo>
                  <a:cubicBezTo>
                    <a:pt x="13677" y="5630"/>
                    <a:pt x="14144" y="5330"/>
                    <a:pt x="14778" y="4763"/>
                  </a:cubicBezTo>
                  <a:cubicBezTo>
                    <a:pt x="15779" y="3762"/>
                    <a:pt x="15879" y="2728"/>
                    <a:pt x="15112" y="1827"/>
                  </a:cubicBezTo>
                  <a:cubicBezTo>
                    <a:pt x="14462" y="1177"/>
                    <a:pt x="10581" y="1"/>
                    <a:pt x="84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4316575" y="2425500"/>
              <a:ext cx="688025" cy="576275"/>
            </a:xfrm>
            <a:custGeom>
              <a:avLst/>
              <a:gdLst/>
              <a:ahLst/>
              <a:cxnLst/>
              <a:rect l="l" t="t" r="r" b="b"/>
              <a:pathLst>
                <a:path w="27521" h="23051" extrusionOk="0">
                  <a:moveTo>
                    <a:pt x="27521" y="1"/>
                  </a:moveTo>
                  <a:lnTo>
                    <a:pt x="2069" y="8040"/>
                  </a:lnTo>
                  <a:cubicBezTo>
                    <a:pt x="902" y="8040"/>
                    <a:pt x="1" y="9708"/>
                    <a:pt x="1" y="11709"/>
                  </a:cubicBezTo>
                  <a:cubicBezTo>
                    <a:pt x="1" y="13711"/>
                    <a:pt x="902" y="15379"/>
                    <a:pt x="2069" y="15379"/>
                  </a:cubicBezTo>
                  <a:lnTo>
                    <a:pt x="27521" y="23051"/>
                  </a:lnTo>
                  <a:lnTo>
                    <a:pt x="27521" y="1"/>
                  </a:ln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4312425" y="2422175"/>
              <a:ext cx="697175" cy="585450"/>
            </a:xfrm>
            <a:custGeom>
              <a:avLst/>
              <a:gdLst/>
              <a:ahLst/>
              <a:cxnLst/>
              <a:rect l="l" t="t" r="r" b="b"/>
              <a:pathLst>
                <a:path w="27887" h="23418" extrusionOk="0">
                  <a:moveTo>
                    <a:pt x="27486" y="468"/>
                  </a:moveTo>
                  <a:lnTo>
                    <a:pt x="27486" y="22884"/>
                  </a:lnTo>
                  <a:lnTo>
                    <a:pt x="2302" y="15311"/>
                  </a:lnTo>
                  <a:lnTo>
                    <a:pt x="2235" y="15311"/>
                  </a:lnTo>
                  <a:cubicBezTo>
                    <a:pt x="1234" y="15311"/>
                    <a:pt x="367" y="13710"/>
                    <a:pt x="367" y="11842"/>
                  </a:cubicBezTo>
                  <a:cubicBezTo>
                    <a:pt x="367" y="9974"/>
                    <a:pt x="1234" y="8373"/>
                    <a:pt x="2235" y="8373"/>
                  </a:cubicBezTo>
                  <a:lnTo>
                    <a:pt x="2335" y="8373"/>
                  </a:lnTo>
                  <a:lnTo>
                    <a:pt x="27486" y="468"/>
                  </a:lnTo>
                  <a:close/>
                  <a:moveTo>
                    <a:pt x="27620" y="1"/>
                  </a:moveTo>
                  <a:lnTo>
                    <a:pt x="2235" y="8006"/>
                  </a:lnTo>
                  <a:cubicBezTo>
                    <a:pt x="1001" y="8006"/>
                    <a:pt x="0" y="9741"/>
                    <a:pt x="0" y="11876"/>
                  </a:cubicBezTo>
                  <a:cubicBezTo>
                    <a:pt x="0" y="14011"/>
                    <a:pt x="1001" y="15712"/>
                    <a:pt x="2235" y="15745"/>
                  </a:cubicBezTo>
                  <a:lnTo>
                    <a:pt x="27620" y="23417"/>
                  </a:lnTo>
                  <a:lnTo>
                    <a:pt x="27787" y="23417"/>
                  </a:lnTo>
                  <a:cubicBezTo>
                    <a:pt x="27853" y="23384"/>
                    <a:pt x="27887" y="23351"/>
                    <a:pt x="27887" y="23251"/>
                  </a:cubicBezTo>
                  <a:lnTo>
                    <a:pt x="27887" y="201"/>
                  </a:lnTo>
                  <a:cubicBezTo>
                    <a:pt x="27887" y="101"/>
                    <a:pt x="27853" y="67"/>
                    <a:pt x="27787" y="34"/>
                  </a:cubicBezTo>
                  <a:cubicBezTo>
                    <a:pt x="27753" y="1"/>
                    <a:pt x="27720" y="1"/>
                    <a:pt x="276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4471700" y="2543725"/>
              <a:ext cx="259375" cy="82800"/>
            </a:xfrm>
            <a:custGeom>
              <a:avLst/>
              <a:gdLst/>
              <a:ahLst/>
              <a:cxnLst/>
              <a:rect l="l" t="t" r="r" b="b"/>
              <a:pathLst>
                <a:path w="10375" h="3312" extrusionOk="0">
                  <a:moveTo>
                    <a:pt x="10160" y="0"/>
                  </a:moveTo>
                  <a:cubicBezTo>
                    <a:pt x="10143" y="0"/>
                    <a:pt x="10125" y="3"/>
                    <a:pt x="10108" y="9"/>
                  </a:cubicBezTo>
                  <a:lnTo>
                    <a:pt x="167" y="2877"/>
                  </a:lnTo>
                  <a:cubicBezTo>
                    <a:pt x="100" y="2944"/>
                    <a:pt x="0" y="3011"/>
                    <a:pt x="34" y="3144"/>
                  </a:cubicBezTo>
                  <a:cubicBezTo>
                    <a:pt x="100" y="3278"/>
                    <a:pt x="167" y="3311"/>
                    <a:pt x="234" y="3311"/>
                  </a:cubicBezTo>
                  <a:cubicBezTo>
                    <a:pt x="301" y="3311"/>
                    <a:pt x="301" y="3311"/>
                    <a:pt x="301" y="3278"/>
                  </a:cubicBezTo>
                  <a:lnTo>
                    <a:pt x="10208" y="376"/>
                  </a:lnTo>
                  <a:cubicBezTo>
                    <a:pt x="10308" y="342"/>
                    <a:pt x="10374" y="276"/>
                    <a:pt x="10341" y="142"/>
                  </a:cubicBezTo>
                  <a:cubicBezTo>
                    <a:pt x="10314" y="60"/>
                    <a:pt x="10241" y="0"/>
                    <a:pt x="101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4751075" y="2520875"/>
              <a:ext cx="63400" cy="25575"/>
            </a:xfrm>
            <a:custGeom>
              <a:avLst/>
              <a:gdLst/>
              <a:ahLst/>
              <a:cxnLst/>
              <a:rect l="l" t="t" r="r" b="b"/>
              <a:pathLst>
                <a:path w="2536" h="1023" extrusionOk="0">
                  <a:moveTo>
                    <a:pt x="2337" y="0"/>
                  </a:moveTo>
                  <a:cubicBezTo>
                    <a:pt x="2315" y="0"/>
                    <a:pt x="2292" y="7"/>
                    <a:pt x="2268" y="22"/>
                  </a:cubicBezTo>
                  <a:lnTo>
                    <a:pt x="167" y="589"/>
                  </a:lnTo>
                  <a:cubicBezTo>
                    <a:pt x="100" y="622"/>
                    <a:pt x="0" y="723"/>
                    <a:pt x="33" y="856"/>
                  </a:cubicBezTo>
                  <a:cubicBezTo>
                    <a:pt x="100" y="956"/>
                    <a:pt x="167" y="1023"/>
                    <a:pt x="267" y="1023"/>
                  </a:cubicBezTo>
                  <a:cubicBezTo>
                    <a:pt x="300" y="1023"/>
                    <a:pt x="300" y="1023"/>
                    <a:pt x="300" y="956"/>
                  </a:cubicBezTo>
                  <a:lnTo>
                    <a:pt x="2368" y="389"/>
                  </a:lnTo>
                  <a:cubicBezTo>
                    <a:pt x="2468" y="356"/>
                    <a:pt x="2535" y="256"/>
                    <a:pt x="2502" y="122"/>
                  </a:cubicBezTo>
                  <a:cubicBezTo>
                    <a:pt x="2476" y="71"/>
                    <a:pt x="2411" y="0"/>
                    <a:pt x="23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4316575" y="2600625"/>
              <a:ext cx="133475" cy="231025"/>
            </a:xfrm>
            <a:custGeom>
              <a:avLst/>
              <a:gdLst/>
              <a:ahLst/>
              <a:cxnLst/>
              <a:rect l="l" t="t" r="r" b="b"/>
              <a:pathLst>
                <a:path w="5339" h="9241" extrusionOk="0">
                  <a:moveTo>
                    <a:pt x="5338" y="1"/>
                  </a:moveTo>
                  <a:lnTo>
                    <a:pt x="2069" y="1035"/>
                  </a:lnTo>
                  <a:cubicBezTo>
                    <a:pt x="902" y="1035"/>
                    <a:pt x="1" y="2703"/>
                    <a:pt x="1" y="4704"/>
                  </a:cubicBezTo>
                  <a:cubicBezTo>
                    <a:pt x="1" y="6706"/>
                    <a:pt x="902" y="8374"/>
                    <a:pt x="2069" y="8374"/>
                  </a:cubicBezTo>
                  <a:lnTo>
                    <a:pt x="5005" y="9241"/>
                  </a:lnTo>
                  <a:cubicBezTo>
                    <a:pt x="3637" y="6339"/>
                    <a:pt x="3737" y="2870"/>
                    <a:pt x="5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4312425" y="2596975"/>
              <a:ext cx="142625" cy="241350"/>
            </a:xfrm>
            <a:custGeom>
              <a:avLst/>
              <a:gdLst/>
              <a:ahLst/>
              <a:cxnLst/>
              <a:rect l="l" t="t" r="r" b="b"/>
              <a:pathLst>
                <a:path w="5705" h="9654" extrusionOk="0">
                  <a:moveTo>
                    <a:pt x="5070" y="514"/>
                  </a:moveTo>
                  <a:cubicBezTo>
                    <a:pt x="3736" y="3182"/>
                    <a:pt x="3669" y="6351"/>
                    <a:pt x="4737" y="9053"/>
                  </a:cubicBezTo>
                  <a:lnTo>
                    <a:pt x="2235" y="8319"/>
                  </a:lnTo>
                  <a:lnTo>
                    <a:pt x="2202" y="8319"/>
                  </a:lnTo>
                  <a:cubicBezTo>
                    <a:pt x="1201" y="8319"/>
                    <a:pt x="334" y="6718"/>
                    <a:pt x="334" y="4850"/>
                  </a:cubicBezTo>
                  <a:cubicBezTo>
                    <a:pt x="334" y="2982"/>
                    <a:pt x="1201" y="1381"/>
                    <a:pt x="2202" y="1381"/>
                  </a:cubicBezTo>
                  <a:lnTo>
                    <a:pt x="2302" y="1381"/>
                  </a:lnTo>
                  <a:lnTo>
                    <a:pt x="5070" y="514"/>
                  </a:lnTo>
                  <a:close/>
                  <a:moveTo>
                    <a:pt x="5511" y="0"/>
                  </a:moveTo>
                  <a:cubicBezTo>
                    <a:pt x="5489" y="0"/>
                    <a:pt x="5464" y="5"/>
                    <a:pt x="5437" y="14"/>
                  </a:cubicBezTo>
                  <a:lnTo>
                    <a:pt x="2235" y="1014"/>
                  </a:lnTo>
                  <a:cubicBezTo>
                    <a:pt x="1001" y="1014"/>
                    <a:pt x="0" y="2749"/>
                    <a:pt x="0" y="4884"/>
                  </a:cubicBezTo>
                  <a:cubicBezTo>
                    <a:pt x="0" y="7019"/>
                    <a:pt x="1001" y="8720"/>
                    <a:pt x="2235" y="8753"/>
                  </a:cubicBezTo>
                  <a:lnTo>
                    <a:pt x="5171" y="9654"/>
                  </a:lnTo>
                  <a:lnTo>
                    <a:pt x="5204" y="9654"/>
                  </a:lnTo>
                  <a:cubicBezTo>
                    <a:pt x="5231" y="9654"/>
                    <a:pt x="5279" y="9611"/>
                    <a:pt x="5314" y="9611"/>
                  </a:cubicBezTo>
                  <a:cubicBezTo>
                    <a:pt x="5323" y="9611"/>
                    <a:pt x="5331" y="9614"/>
                    <a:pt x="5337" y="9620"/>
                  </a:cubicBezTo>
                  <a:cubicBezTo>
                    <a:pt x="5404" y="9587"/>
                    <a:pt x="5404" y="9520"/>
                    <a:pt x="5371" y="9420"/>
                  </a:cubicBezTo>
                  <a:cubicBezTo>
                    <a:pt x="4003" y="6552"/>
                    <a:pt x="4070" y="3116"/>
                    <a:pt x="5671" y="347"/>
                  </a:cubicBezTo>
                  <a:cubicBezTo>
                    <a:pt x="5704" y="247"/>
                    <a:pt x="5704" y="180"/>
                    <a:pt x="5671" y="80"/>
                  </a:cubicBezTo>
                  <a:cubicBezTo>
                    <a:pt x="5622" y="31"/>
                    <a:pt x="5573" y="0"/>
                    <a:pt x="55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4841950" y="2331275"/>
              <a:ext cx="435350" cy="773075"/>
            </a:xfrm>
            <a:custGeom>
              <a:avLst/>
              <a:gdLst/>
              <a:ahLst/>
              <a:cxnLst/>
              <a:rect l="l" t="t" r="r" b="b"/>
              <a:pathLst>
                <a:path w="17414" h="30923" extrusionOk="0">
                  <a:moveTo>
                    <a:pt x="8707" y="1"/>
                  </a:moveTo>
                  <a:cubicBezTo>
                    <a:pt x="3904" y="1"/>
                    <a:pt x="1" y="6939"/>
                    <a:pt x="1" y="15478"/>
                  </a:cubicBezTo>
                  <a:cubicBezTo>
                    <a:pt x="1" y="24018"/>
                    <a:pt x="3904" y="30923"/>
                    <a:pt x="8707" y="30923"/>
                  </a:cubicBezTo>
                  <a:cubicBezTo>
                    <a:pt x="13511" y="30923"/>
                    <a:pt x="17413" y="24018"/>
                    <a:pt x="17413" y="15478"/>
                  </a:cubicBezTo>
                  <a:cubicBezTo>
                    <a:pt x="17413" y="6939"/>
                    <a:pt x="13511" y="1"/>
                    <a:pt x="870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4836950" y="2326275"/>
              <a:ext cx="446175" cy="783925"/>
            </a:xfrm>
            <a:custGeom>
              <a:avLst/>
              <a:gdLst/>
              <a:ahLst/>
              <a:cxnLst/>
              <a:rect l="l" t="t" r="r" b="b"/>
              <a:pathLst>
                <a:path w="17847" h="31357" extrusionOk="0">
                  <a:moveTo>
                    <a:pt x="8907" y="401"/>
                  </a:moveTo>
                  <a:cubicBezTo>
                    <a:pt x="13577" y="401"/>
                    <a:pt x="17413" y="7239"/>
                    <a:pt x="17413" y="15678"/>
                  </a:cubicBezTo>
                  <a:cubicBezTo>
                    <a:pt x="17413" y="24084"/>
                    <a:pt x="13577" y="30923"/>
                    <a:pt x="8907" y="30923"/>
                  </a:cubicBezTo>
                  <a:cubicBezTo>
                    <a:pt x="4237" y="30923"/>
                    <a:pt x="401" y="24084"/>
                    <a:pt x="401" y="15678"/>
                  </a:cubicBezTo>
                  <a:cubicBezTo>
                    <a:pt x="401" y="7239"/>
                    <a:pt x="4204" y="401"/>
                    <a:pt x="8907" y="401"/>
                  </a:cubicBezTo>
                  <a:close/>
                  <a:moveTo>
                    <a:pt x="8907" y="0"/>
                  </a:moveTo>
                  <a:cubicBezTo>
                    <a:pt x="4004" y="0"/>
                    <a:pt x="1" y="7039"/>
                    <a:pt x="1" y="15678"/>
                  </a:cubicBezTo>
                  <a:cubicBezTo>
                    <a:pt x="1" y="24318"/>
                    <a:pt x="4004" y="31356"/>
                    <a:pt x="8907" y="31356"/>
                  </a:cubicBezTo>
                  <a:cubicBezTo>
                    <a:pt x="13844" y="31356"/>
                    <a:pt x="17847" y="24318"/>
                    <a:pt x="17847" y="15678"/>
                  </a:cubicBezTo>
                  <a:cubicBezTo>
                    <a:pt x="17847" y="7039"/>
                    <a:pt x="13811" y="0"/>
                    <a:pt x="89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4833625" y="2576450"/>
              <a:ext cx="233525" cy="299400"/>
            </a:xfrm>
            <a:custGeom>
              <a:avLst/>
              <a:gdLst/>
              <a:ahLst/>
              <a:cxnLst/>
              <a:rect l="l" t="t" r="r" b="b"/>
              <a:pathLst>
                <a:path w="9341" h="11976" extrusionOk="0">
                  <a:moveTo>
                    <a:pt x="701" y="1"/>
                  </a:moveTo>
                  <a:lnTo>
                    <a:pt x="0" y="5905"/>
                  </a:lnTo>
                  <a:lnTo>
                    <a:pt x="901" y="11976"/>
                  </a:lnTo>
                  <a:lnTo>
                    <a:pt x="9040" y="9140"/>
                  </a:lnTo>
                  <a:lnTo>
                    <a:pt x="9340" y="2402"/>
                  </a:lnTo>
                  <a:lnTo>
                    <a:pt x="9040" y="2236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4828625" y="2571450"/>
              <a:ext cx="243525" cy="309400"/>
            </a:xfrm>
            <a:custGeom>
              <a:avLst/>
              <a:gdLst/>
              <a:ahLst/>
              <a:cxnLst/>
              <a:rect l="l" t="t" r="r" b="b"/>
              <a:pathLst>
                <a:path w="9741" h="12376" extrusionOk="0">
                  <a:moveTo>
                    <a:pt x="1034" y="434"/>
                  </a:moveTo>
                  <a:lnTo>
                    <a:pt x="9107" y="2602"/>
                  </a:lnTo>
                  <a:cubicBezTo>
                    <a:pt x="9157" y="2636"/>
                    <a:pt x="9190" y="2652"/>
                    <a:pt x="9215" y="2652"/>
                  </a:cubicBezTo>
                  <a:cubicBezTo>
                    <a:pt x="9240" y="2652"/>
                    <a:pt x="9257" y="2636"/>
                    <a:pt x="9274" y="2602"/>
                  </a:cubicBezTo>
                  <a:lnTo>
                    <a:pt x="9274" y="2602"/>
                  </a:lnTo>
                  <a:lnTo>
                    <a:pt x="9007" y="9174"/>
                  </a:lnTo>
                  <a:lnTo>
                    <a:pt x="1268" y="11876"/>
                  </a:lnTo>
                  <a:lnTo>
                    <a:pt x="401" y="6105"/>
                  </a:lnTo>
                  <a:lnTo>
                    <a:pt x="1034" y="434"/>
                  </a:lnTo>
                  <a:close/>
                  <a:moveTo>
                    <a:pt x="934" y="0"/>
                  </a:moveTo>
                  <a:cubicBezTo>
                    <a:pt x="901" y="0"/>
                    <a:pt x="834" y="0"/>
                    <a:pt x="767" y="34"/>
                  </a:cubicBezTo>
                  <a:cubicBezTo>
                    <a:pt x="734" y="67"/>
                    <a:pt x="701" y="167"/>
                    <a:pt x="701" y="201"/>
                  </a:cubicBezTo>
                  <a:lnTo>
                    <a:pt x="0" y="6105"/>
                  </a:lnTo>
                  <a:lnTo>
                    <a:pt x="0" y="6172"/>
                  </a:lnTo>
                  <a:lnTo>
                    <a:pt x="901" y="12176"/>
                  </a:lnTo>
                  <a:cubicBezTo>
                    <a:pt x="901" y="12243"/>
                    <a:pt x="934" y="12276"/>
                    <a:pt x="1001" y="12343"/>
                  </a:cubicBezTo>
                  <a:cubicBezTo>
                    <a:pt x="1034" y="12376"/>
                    <a:pt x="1068" y="12376"/>
                    <a:pt x="1101" y="12376"/>
                  </a:cubicBezTo>
                  <a:cubicBezTo>
                    <a:pt x="1168" y="12376"/>
                    <a:pt x="1168" y="12376"/>
                    <a:pt x="1201" y="12276"/>
                  </a:cubicBezTo>
                  <a:lnTo>
                    <a:pt x="9274" y="9441"/>
                  </a:lnTo>
                  <a:cubicBezTo>
                    <a:pt x="9374" y="9441"/>
                    <a:pt x="9407" y="9374"/>
                    <a:pt x="9407" y="9274"/>
                  </a:cubicBezTo>
                  <a:lnTo>
                    <a:pt x="9741" y="2569"/>
                  </a:lnTo>
                  <a:cubicBezTo>
                    <a:pt x="9741" y="2436"/>
                    <a:pt x="9640" y="2369"/>
                    <a:pt x="9540" y="2369"/>
                  </a:cubicBezTo>
                  <a:cubicBezTo>
                    <a:pt x="9474" y="2369"/>
                    <a:pt x="9440" y="2402"/>
                    <a:pt x="9407" y="2402"/>
                  </a:cubicBezTo>
                  <a:cubicBezTo>
                    <a:pt x="9407" y="2269"/>
                    <a:pt x="9307" y="2235"/>
                    <a:pt x="9240" y="2202"/>
                  </a:cubicBezTo>
                  <a:lnTo>
                    <a:pt x="9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4821950" y="2296250"/>
              <a:ext cx="475350" cy="843975"/>
            </a:xfrm>
            <a:custGeom>
              <a:avLst/>
              <a:gdLst/>
              <a:ahLst/>
              <a:cxnLst/>
              <a:rect l="l" t="t" r="r" b="b"/>
              <a:pathLst>
                <a:path w="19014" h="33759" extrusionOk="0">
                  <a:moveTo>
                    <a:pt x="9707" y="2402"/>
                  </a:moveTo>
                  <a:cubicBezTo>
                    <a:pt x="14110" y="2402"/>
                    <a:pt x="17646" y="8874"/>
                    <a:pt x="17646" y="16879"/>
                  </a:cubicBezTo>
                  <a:cubicBezTo>
                    <a:pt x="17646" y="24885"/>
                    <a:pt x="14110" y="31356"/>
                    <a:pt x="9707" y="31356"/>
                  </a:cubicBezTo>
                  <a:cubicBezTo>
                    <a:pt x="5338" y="31356"/>
                    <a:pt x="1802" y="24885"/>
                    <a:pt x="1802" y="16879"/>
                  </a:cubicBezTo>
                  <a:cubicBezTo>
                    <a:pt x="1802" y="8874"/>
                    <a:pt x="5338" y="2402"/>
                    <a:pt x="9707" y="2402"/>
                  </a:cubicBezTo>
                  <a:close/>
                  <a:moveTo>
                    <a:pt x="9507" y="1"/>
                  </a:moveTo>
                  <a:cubicBezTo>
                    <a:pt x="4270" y="1"/>
                    <a:pt x="0" y="7539"/>
                    <a:pt x="0" y="16879"/>
                  </a:cubicBezTo>
                  <a:cubicBezTo>
                    <a:pt x="0" y="26219"/>
                    <a:pt x="4270" y="33758"/>
                    <a:pt x="9507" y="33758"/>
                  </a:cubicBezTo>
                  <a:cubicBezTo>
                    <a:pt x="14778" y="33758"/>
                    <a:pt x="19014" y="26219"/>
                    <a:pt x="19014" y="16879"/>
                  </a:cubicBezTo>
                  <a:cubicBezTo>
                    <a:pt x="19014" y="7539"/>
                    <a:pt x="14711" y="1"/>
                    <a:pt x="95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4816950" y="2290425"/>
              <a:ext cx="485375" cy="854800"/>
            </a:xfrm>
            <a:custGeom>
              <a:avLst/>
              <a:gdLst/>
              <a:ahLst/>
              <a:cxnLst/>
              <a:rect l="l" t="t" r="r" b="b"/>
              <a:pathLst>
                <a:path w="19415" h="34192" extrusionOk="0">
                  <a:moveTo>
                    <a:pt x="9907" y="2835"/>
                  </a:moveTo>
                  <a:cubicBezTo>
                    <a:pt x="14177" y="2835"/>
                    <a:pt x="17646" y="9240"/>
                    <a:pt x="17646" y="17112"/>
                  </a:cubicBezTo>
                  <a:cubicBezTo>
                    <a:pt x="17646" y="24951"/>
                    <a:pt x="14177" y="31356"/>
                    <a:pt x="9907" y="31356"/>
                  </a:cubicBezTo>
                  <a:cubicBezTo>
                    <a:pt x="5671" y="31356"/>
                    <a:pt x="2202" y="24985"/>
                    <a:pt x="2202" y="17112"/>
                  </a:cubicBezTo>
                  <a:cubicBezTo>
                    <a:pt x="2202" y="9273"/>
                    <a:pt x="5671" y="2835"/>
                    <a:pt x="9907" y="2835"/>
                  </a:cubicBezTo>
                  <a:close/>
                  <a:moveTo>
                    <a:pt x="9907" y="2435"/>
                  </a:moveTo>
                  <a:cubicBezTo>
                    <a:pt x="5404" y="2435"/>
                    <a:pt x="1802" y="9007"/>
                    <a:pt x="1802" y="17112"/>
                  </a:cubicBezTo>
                  <a:cubicBezTo>
                    <a:pt x="1802" y="25185"/>
                    <a:pt x="5404" y="31790"/>
                    <a:pt x="9907" y="31790"/>
                  </a:cubicBezTo>
                  <a:cubicBezTo>
                    <a:pt x="14411" y="31790"/>
                    <a:pt x="18046" y="25185"/>
                    <a:pt x="18046" y="17112"/>
                  </a:cubicBezTo>
                  <a:cubicBezTo>
                    <a:pt x="18046" y="9007"/>
                    <a:pt x="14411" y="2435"/>
                    <a:pt x="9907" y="2435"/>
                  </a:cubicBezTo>
                  <a:close/>
                  <a:moveTo>
                    <a:pt x="9707" y="434"/>
                  </a:moveTo>
                  <a:cubicBezTo>
                    <a:pt x="14844" y="434"/>
                    <a:pt x="19014" y="7939"/>
                    <a:pt x="19014" y="17112"/>
                  </a:cubicBezTo>
                  <a:cubicBezTo>
                    <a:pt x="19014" y="26319"/>
                    <a:pt x="14844" y="33791"/>
                    <a:pt x="9707" y="33791"/>
                  </a:cubicBezTo>
                  <a:cubicBezTo>
                    <a:pt x="4570" y="33791"/>
                    <a:pt x="401" y="26286"/>
                    <a:pt x="401" y="17112"/>
                  </a:cubicBezTo>
                  <a:cubicBezTo>
                    <a:pt x="401" y="7906"/>
                    <a:pt x="4570" y="434"/>
                    <a:pt x="9707" y="434"/>
                  </a:cubicBezTo>
                  <a:close/>
                  <a:moveTo>
                    <a:pt x="9707" y="0"/>
                  </a:moveTo>
                  <a:cubicBezTo>
                    <a:pt x="4370" y="0"/>
                    <a:pt x="0" y="7672"/>
                    <a:pt x="0" y="17112"/>
                  </a:cubicBezTo>
                  <a:cubicBezTo>
                    <a:pt x="0" y="26519"/>
                    <a:pt x="4370" y="34191"/>
                    <a:pt x="9707" y="34191"/>
                  </a:cubicBezTo>
                  <a:cubicBezTo>
                    <a:pt x="15044" y="34191"/>
                    <a:pt x="19414" y="26519"/>
                    <a:pt x="19414" y="17112"/>
                  </a:cubicBezTo>
                  <a:cubicBezTo>
                    <a:pt x="19414" y="7672"/>
                    <a:pt x="15044" y="0"/>
                    <a:pt x="97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5012075" y="2632325"/>
              <a:ext cx="95925" cy="170975"/>
            </a:xfrm>
            <a:custGeom>
              <a:avLst/>
              <a:gdLst/>
              <a:ahLst/>
              <a:cxnLst/>
              <a:rect l="l" t="t" r="r" b="b"/>
              <a:pathLst>
                <a:path w="3837" h="6839" extrusionOk="0">
                  <a:moveTo>
                    <a:pt x="1902" y="1"/>
                  </a:moveTo>
                  <a:cubicBezTo>
                    <a:pt x="835" y="1"/>
                    <a:pt x="1" y="1535"/>
                    <a:pt x="1" y="3436"/>
                  </a:cubicBezTo>
                  <a:cubicBezTo>
                    <a:pt x="1" y="5304"/>
                    <a:pt x="835" y="6839"/>
                    <a:pt x="1902" y="6839"/>
                  </a:cubicBezTo>
                  <a:cubicBezTo>
                    <a:pt x="2970" y="6839"/>
                    <a:pt x="3837" y="5304"/>
                    <a:pt x="3837" y="3436"/>
                  </a:cubicBezTo>
                  <a:cubicBezTo>
                    <a:pt x="3837" y="1535"/>
                    <a:pt x="2970" y="1"/>
                    <a:pt x="1902" y="1"/>
                  </a:cubicBezTo>
                  <a:close/>
                </a:path>
              </a:pathLst>
            </a:custGeom>
            <a:solidFill>
              <a:srgbClr val="FF8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5006250" y="2628150"/>
              <a:ext cx="106775" cy="181825"/>
            </a:xfrm>
            <a:custGeom>
              <a:avLst/>
              <a:gdLst/>
              <a:ahLst/>
              <a:cxnLst/>
              <a:rect l="l" t="t" r="r" b="b"/>
              <a:pathLst>
                <a:path w="4271" h="7273" extrusionOk="0">
                  <a:moveTo>
                    <a:pt x="2135" y="401"/>
                  </a:moveTo>
                  <a:cubicBezTo>
                    <a:pt x="3069" y="401"/>
                    <a:pt x="3836" y="1835"/>
                    <a:pt x="3836" y="3603"/>
                  </a:cubicBezTo>
                  <a:cubicBezTo>
                    <a:pt x="3836" y="5338"/>
                    <a:pt x="3069" y="6806"/>
                    <a:pt x="2135" y="6806"/>
                  </a:cubicBezTo>
                  <a:cubicBezTo>
                    <a:pt x="1201" y="6806"/>
                    <a:pt x="434" y="5338"/>
                    <a:pt x="434" y="3603"/>
                  </a:cubicBezTo>
                  <a:cubicBezTo>
                    <a:pt x="434" y="1835"/>
                    <a:pt x="1235" y="401"/>
                    <a:pt x="2135" y="401"/>
                  </a:cubicBezTo>
                  <a:close/>
                  <a:moveTo>
                    <a:pt x="2135" y="1"/>
                  </a:moveTo>
                  <a:cubicBezTo>
                    <a:pt x="968" y="1"/>
                    <a:pt x="0" y="1602"/>
                    <a:pt x="0" y="3637"/>
                  </a:cubicBezTo>
                  <a:cubicBezTo>
                    <a:pt x="0" y="5671"/>
                    <a:pt x="934" y="7273"/>
                    <a:pt x="2135" y="7273"/>
                  </a:cubicBezTo>
                  <a:cubicBezTo>
                    <a:pt x="3303" y="7273"/>
                    <a:pt x="4270" y="5671"/>
                    <a:pt x="4270" y="3637"/>
                  </a:cubicBezTo>
                  <a:cubicBezTo>
                    <a:pt x="4270" y="1602"/>
                    <a:pt x="3336" y="1"/>
                    <a:pt x="21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5666725" y="2260175"/>
              <a:ext cx="59225" cy="25250"/>
            </a:xfrm>
            <a:custGeom>
              <a:avLst/>
              <a:gdLst/>
              <a:ahLst/>
              <a:cxnLst/>
              <a:rect l="l" t="t" r="r" b="b"/>
              <a:pathLst>
                <a:path w="2369" h="1010" extrusionOk="0">
                  <a:moveTo>
                    <a:pt x="2133" y="1"/>
                  </a:moveTo>
                  <a:cubicBezTo>
                    <a:pt x="2114" y="1"/>
                    <a:pt x="2092" y="3"/>
                    <a:pt x="2068" y="9"/>
                  </a:cubicBezTo>
                  <a:lnTo>
                    <a:pt x="167" y="610"/>
                  </a:lnTo>
                  <a:cubicBezTo>
                    <a:pt x="67" y="643"/>
                    <a:pt x="0" y="710"/>
                    <a:pt x="34" y="843"/>
                  </a:cubicBezTo>
                  <a:cubicBezTo>
                    <a:pt x="67" y="977"/>
                    <a:pt x="167" y="1010"/>
                    <a:pt x="234" y="1010"/>
                  </a:cubicBezTo>
                  <a:cubicBezTo>
                    <a:pt x="234" y="1010"/>
                    <a:pt x="267" y="1010"/>
                    <a:pt x="267" y="977"/>
                  </a:cubicBezTo>
                  <a:lnTo>
                    <a:pt x="2202" y="376"/>
                  </a:lnTo>
                  <a:cubicBezTo>
                    <a:pt x="2268" y="343"/>
                    <a:pt x="2369" y="276"/>
                    <a:pt x="2335" y="143"/>
                  </a:cubicBezTo>
                  <a:cubicBezTo>
                    <a:pt x="2280" y="60"/>
                    <a:pt x="2225" y="1"/>
                    <a:pt x="21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5320625" y="2293525"/>
              <a:ext cx="296925" cy="99500"/>
            </a:xfrm>
            <a:custGeom>
              <a:avLst/>
              <a:gdLst/>
              <a:ahLst/>
              <a:cxnLst/>
              <a:rect l="l" t="t" r="r" b="b"/>
              <a:pathLst>
                <a:path w="11877" h="3980" extrusionOk="0">
                  <a:moveTo>
                    <a:pt x="11641" y="1"/>
                  </a:moveTo>
                  <a:cubicBezTo>
                    <a:pt x="11621" y="1"/>
                    <a:pt x="11600" y="4"/>
                    <a:pt x="11576" y="10"/>
                  </a:cubicBezTo>
                  <a:lnTo>
                    <a:pt x="168" y="3545"/>
                  </a:lnTo>
                  <a:cubicBezTo>
                    <a:pt x="68" y="3612"/>
                    <a:pt x="1" y="3679"/>
                    <a:pt x="34" y="3812"/>
                  </a:cubicBezTo>
                  <a:cubicBezTo>
                    <a:pt x="68" y="3946"/>
                    <a:pt x="168" y="3979"/>
                    <a:pt x="234" y="3979"/>
                  </a:cubicBezTo>
                  <a:cubicBezTo>
                    <a:pt x="268" y="3979"/>
                    <a:pt x="268" y="3979"/>
                    <a:pt x="268" y="3946"/>
                  </a:cubicBezTo>
                  <a:lnTo>
                    <a:pt x="11709" y="376"/>
                  </a:lnTo>
                  <a:cubicBezTo>
                    <a:pt x="11776" y="343"/>
                    <a:pt x="11876" y="276"/>
                    <a:pt x="11843" y="143"/>
                  </a:cubicBezTo>
                  <a:cubicBezTo>
                    <a:pt x="11788" y="61"/>
                    <a:pt x="11733" y="1"/>
                    <a:pt x="116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5359000" y="2692375"/>
              <a:ext cx="272725" cy="19200"/>
            </a:xfrm>
            <a:custGeom>
              <a:avLst/>
              <a:gdLst/>
              <a:ahLst/>
              <a:cxnLst/>
              <a:rect l="l" t="t" r="r" b="b"/>
              <a:pathLst>
                <a:path w="10909" h="768" extrusionOk="0">
                  <a:moveTo>
                    <a:pt x="201" y="0"/>
                  </a:moveTo>
                  <a:cubicBezTo>
                    <a:pt x="67" y="0"/>
                    <a:pt x="0" y="67"/>
                    <a:pt x="0" y="200"/>
                  </a:cubicBezTo>
                  <a:cubicBezTo>
                    <a:pt x="0" y="334"/>
                    <a:pt x="67" y="401"/>
                    <a:pt x="201" y="401"/>
                  </a:cubicBezTo>
                  <a:lnTo>
                    <a:pt x="10708" y="767"/>
                  </a:lnTo>
                  <a:cubicBezTo>
                    <a:pt x="10841" y="767"/>
                    <a:pt x="10908" y="701"/>
                    <a:pt x="10908" y="567"/>
                  </a:cubicBezTo>
                  <a:cubicBezTo>
                    <a:pt x="10908" y="434"/>
                    <a:pt x="10841" y="367"/>
                    <a:pt x="10708" y="367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5575825" y="3077350"/>
              <a:ext cx="65900" cy="27850"/>
            </a:xfrm>
            <a:custGeom>
              <a:avLst/>
              <a:gdLst/>
              <a:ahLst/>
              <a:cxnLst/>
              <a:rect l="l" t="t" r="r" b="b"/>
              <a:pathLst>
                <a:path w="2636" h="1114" extrusionOk="0">
                  <a:moveTo>
                    <a:pt x="226" y="0"/>
                  </a:moveTo>
                  <a:cubicBezTo>
                    <a:pt x="143" y="0"/>
                    <a:pt x="59" y="44"/>
                    <a:pt x="34" y="146"/>
                  </a:cubicBezTo>
                  <a:cubicBezTo>
                    <a:pt x="0" y="212"/>
                    <a:pt x="34" y="346"/>
                    <a:pt x="167" y="379"/>
                  </a:cubicBezTo>
                  <a:lnTo>
                    <a:pt x="2335" y="1113"/>
                  </a:lnTo>
                  <a:lnTo>
                    <a:pt x="2402" y="1113"/>
                  </a:lnTo>
                  <a:cubicBezTo>
                    <a:pt x="2502" y="1113"/>
                    <a:pt x="2569" y="1046"/>
                    <a:pt x="2569" y="980"/>
                  </a:cubicBezTo>
                  <a:cubicBezTo>
                    <a:pt x="2635" y="880"/>
                    <a:pt x="2569" y="780"/>
                    <a:pt x="2469" y="713"/>
                  </a:cubicBezTo>
                  <a:lnTo>
                    <a:pt x="300" y="12"/>
                  </a:lnTo>
                  <a:cubicBezTo>
                    <a:pt x="277" y="4"/>
                    <a:pt x="251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5338975" y="3001525"/>
              <a:ext cx="204350" cy="71975"/>
            </a:xfrm>
            <a:custGeom>
              <a:avLst/>
              <a:gdLst/>
              <a:ahLst/>
              <a:cxnLst/>
              <a:rect l="l" t="t" r="r" b="b"/>
              <a:pathLst>
                <a:path w="8174" h="2879" extrusionOk="0">
                  <a:moveTo>
                    <a:pt x="246" y="1"/>
                  </a:moveTo>
                  <a:cubicBezTo>
                    <a:pt x="165" y="1"/>
                    <a:pt x="89" y="55"/>
                    <a:pt x="34" y="110"/>
                  </a:cubicBezTo>
                  <a:cubicBezTo>
                    <a:pt x="1" y="210"/>
                    <a:pt x="34" y="343"/>
                    <a:pt x="168" y="377"/>
                  </a:cubicBezTo>
                  <a:lnTo>
                    <a:pt x="7873" y="2879"/>
                  </a:lnTo>
                  <a:lnTo>
                    <a:pt x="7973" y="2879"/>
                  </a:lnTo>
                  <a:cubicBezTo>
                    <a:pt x="8040" y="2879"/>
                    <a:pt x="8140" y="2845"/>
                    <a:pt x="8140" y="2745"/>
                  </a:cubicBezTo>
                  <a:cubicBezTo>
                    <a:pt x="8173" y="2678"/>
                    <a:pt x="8140" y="2545"/>
                    <a:pt x="8007" y="2512"/>
                  </a:cubicBezTo>
                  <a:lnTo>
                    <a:pt x="301" y="10"/>
                  </a:lnTo>
                  <a:cubicBezTo>
                    <a:pt x="283" y="4"/>
                    <a:pt x="264" y="1"/>
                    <a:pt x="2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5349825" y="2503900"/>
              <a:ext cx="150975" cy="30050"/>
            </a:xfrm>
            <a:custGeom>
              <a:avLst/>
              <a:gdLst/>
              <a:ahLst/>
              <a:cxnLst/>
              <a:rect l="l" t="t" r="r" b="b"/>
              <a:pathLst>
                <a:path w="6039" h="1202" extrusionOk="0">
                  <a:moveTo>
                    <a:pt x="5771" y="1"/>
                  </a:moveTo>
                  <a:lnTo>
                    <a:pt x="167" y="768"/>
                  </a:lnTo>
                  <a:cubicBezTo>
                    <a:pt x="67" y="801"/>
                    <a:pt x="0" y="901"/>
                    <a:pt x="0" y="1035"/>
                  </a:cubicBezTo>
                  <a:cubicBezTo>
                    <a:pt x="0" y="1101"/>
                    <a:pt x="101" y="1201"/>
                    <a:pt x="201" y="1201"/>
                  </a:cubicBezTo>
                  <a:lnTo>
                    <a:pt x="5871" y="434"/>
                  </a:lnTo>
                  <a:cubicBezTo>
                    <a:pt x="5938" y="401"/>
                    <a:pt x="6038" y="301"/>
                    <a:pt x="6038" y="201"/>
                  </a:cubicBezTo>
                  <a:cubicBezTo>
                    <a:pt x="6005" y="101"/>
                    <a:pt x="5905" y="1"/>
                    <a:pt x="5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5283950" y="3103825"/>
              <a:ext cx="113425" cy="94775"/>
            </a:xfrm>
            <a:custGeom>
              <a:avLst/>
              <a:gdLst/>
              <a:ahLst/>
              <a:cxnLst/>
              <a:rect l="l" t="t" r="r" b="b"/>
              <a:pathLst>
                <a:path w="4537" h="3791" extrusionOk="0">
                  <a:moveTo>
                    <a:pt x="207" y="1"/>
                  </a:moveTo>
                  <a:cubicBezTo>
                    <a:pt x="130" y="1"/>
                    <a:pt x="55" y="24"/>
                    <a:pt x="34" y="87"/>
                  </a:cubicBezTo>
                  <a:cubicBezTo>
                    <a:pt x="0" y="154"/>
                    <a:pt x="0" y="288"/>
                    <a:pt x="67" y="354"/>
                  </a:cubicBezTo>
                  <a:lnTo>
                    <a:pt x="4203" y="3757"/>
                  </a:lnTo>
                  <a:cubicBezTo>
                    <a:pt x="4237" y="3790"/>
                    <a:pt x="4303" y="3790"/>
                    <a:pt x="4337" y="3790"/>
                  </a:cubicBezTo>
                  <a:cubicBezTo>
                    <a:pt x="4403" y="3790"/>
                    <a:pt x="4470" y="3790"/>
                    <a:pt x="4503" y="3690"/>
                  </a:cubicBezTo>
                  <a:cubicBezTo>
                    <a:pt x="4537" y="3623"/>
                    <a:pt x="4537" y="3490"/>
                    <a:pt x="4470" y="3423"/>
                  </a:cubicBezTo>
                  <a:lnTo>
                    <a:pt x="334" y="21"/>
                  </a:lnTo>
                  <a:cubicBezTo>
                    <a:pt x="297" y="9"/>
                    <a:pt x="252" y="1"/>
                    <a:pt x="2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7C5EF20-9301-1C7D-BE78-0B51663FA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886" y="9090"/>
            <a:ext cx="3293327" cy="1561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1B1CDC-DC10-B57A-3816-743948EF0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77" y="1115753"/>
            <a:ext cx="6143445" cy="29119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1"/>
          <p:cNvSpPr txBox="1">
            <a:spLocks noGrp="1"/>
          </p:cNvSpPr>
          <p:nvPr>
            <p:ph type="title"/>
          </p:nvPr>
        </p:nvSpPr>
        <p:spPr>
          <a:xfrm>
            <a:off x="650225" y="2173250"/>
            <a:ext cx="29178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23" name="Google Shape;1123;p41"/>
          <p:cNvSpPr txBox="1">
            <a:spLocks noGrp="1"/>
          </p:cNvSpPr>
          <p:nvPr>
            <p:ph type="subTitle" idx="1"/>
          </p:nvPr>
        </p:nvSpPr>
        <p:spPr>
          <a:xfrm>
            <a:off x="5573400" y="775950"/>
            <a:ext cx="2001600" cy="54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124" name="Google Shape;1124;p41"/>
          <p:cNvSpPr txBox="1">
            <a:spLocks noGrp="1"/>
          </p:cNvSpPr>
          <p:nvPr>
            <p:ph type="subTitle" idx="2"/>
          </p:nvPr>
        </p:nvSpPr>
        <p:spPr>
          <a:xfrm>
            <a:off x="5568900" y="1365800"/>
            <a:ext cx="2917800" cy="5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NEXUSBUY MODELING</a:t>
            </a:r>
            <a:endParaRPr dirty="0"/>
          </a:p>
        </p:txBody>
      </p:sp>
      <p:sp>
        <p:nvSpPr>
          <p:cNvPr id="1125" name="Google Shape;1125;p41"/>
          <p:cNvSpPr txBox="1">
            <a:spLocks noGrp="1"/>
          </p:cNvSpPr>
          <p:nvPr>
            <p:ph type="subTitle" idx="3"/>
          </p:nvPr>
        </p:nvSpPr>
        <p:spPr>
          <a:xfrm>
            <a:off x="5564400" y="1958850"/>
            <a:ext cx="2783100" cy="61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COLLECTIONS</a:t>
            </a:r>
            <a:endParaRPr dirty="0"/>
          </a:p>
        </p:txBody>
      </p:sp>
      <p:sp>
        <p:nvSpPr>
          <p:cNvPr id="1126" name="Google Shape;1126;p41"/>
          <p:cNvSpPr txBox="1">
            <a:spLocks noGrp="1"/>
          </p:cNvSpPr>
          <p:nvPr>
            <p:ph type="title"/>
          </p:nvPr>
        </p:nvSpPr>
        <p:spPr>
          <a:xfrm>
            <a:off x="4567500" y="602725"/>
            <a:ext cx="996900" cy="74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01</a:t>
            </a:r>
            <a:endParaRPr sz="5000" dirty="0">
              <a:solidFill>
                <a:schemeClr val="accent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27" name="Google Shape;1127;p41"/>
          <p:cNvSpPr txBox="1">
            <a:spLocks noGrp="1"/>
          </p:cNvSpPr>
          <p:nvPr>
            <p:ph type="title"/>
          </p:nvPr>
        </p:nvSpPr>
        <p:spPr>
          <a:xfrm>
            <a:off x="4572000" y="1278675"/>
            <a:ext cx="996900" cy="81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02</a:t>
            </a:r>
            <a:endParaRPr sz="5000" dirty="0">
              <a:solidFill>
                <a:schemeClr val="accent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28" name="Google Shape;1128;p41"/>
          <p:cNvSpPr txBox="1">
            <a:spLocks noGrp="1"/>
          </p:cNvSpPr>
          <p:nvPr>
            <p:ph type="title"/>
          </p:nvPr>
        </p:nvSpPr>
        <p:spPr>
          <a:xfrm>
            <a:off x="4567500" y="1984450"/>
            <a:ext cx="9969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03</a:t>
            </a:r>
            <a:endParaRPr sz="5000" dirty="0">
              <a:solidFill>
                <a:schemeClr val="accent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" name="Google Shape;1128;p41">
            <a:extLst>
              <a:ext uri="{FF2B5EF4-FFF2-40B4-BE49-F238E27FC236}">
                <a16:creationId xmlns:a16="http://schemas.microsoft.com/office/drawing/2014/main" id="{3C507141-33B0-3C3C-66A2-16CC3DCD4C2B}"/>
              </a:ext>
            </a:extLst>
          </p:cNvPr>
          <p:cNvSpPr txBox="1">
            <a:spLocks/>
          </p:cNvSpPr>
          <p:nvPr/>
        </p:nvSpPr>
        <p:spPr>
          <a:xfrm>
            <a:off x="4506922" y="2644875"/>
            <a:ext cx="1118056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50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04</a:t>
            </a:r>
          </a:p>
        </p:txBody>
      </p:sp>
      <p:sp>
        <p:nvSpPr>
          <p:cNvPr id="3" name="Google Shape;1125;p41">
            <a:extLst>
              <a:ext uri="{FF2B5EF4-FFF2-40B4-BE49-F238E27FC236}">
                <a16:creationId xmlns:a16="http://schemas.microsoft.com/office/drawing/2014/main" id="{90830F60-7A19-0091-AAA9-94CCDD180FF9}"/>
              </a:ext>
            </a:extLst>
          </p:cNvPr>
          <p:cNvSpPr txBox="1">
            <a:spLocks/>
          </p:cNvSpPr>
          <p:nvPr/>
        </p:nvSpPr>
        <p:spPr>
          <a:xfrm>
            <a:off x="5564400" y="2729775"/>
            <a:ext cx="2783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dirty="0"/>
              <a:t>PROTOTYPE</a:t>
            </a:r>
          </a:p>
        </p:txBody>
      </p:sp>
      <p:sp>
        <p:nvSpPr>
          <p:cNvPr id="4" name="Google Shape;1128;p41">
            <a:extLst>
              <a:ext uri="{FF2B5EF4-FFF2-40B4-BE49-F238E27FC236}">
                <a16:creationId xmlns:a16="http://schemas.microsoft.com/office/drawing/2014/main" id="{0077100B-3F71-4D8C-6C3E-0B5435DEAA89}"/>
              </a:ext>
            </a:extLst>
          </p:cNvPr>
          <p:cNvSpPr txBox="1">
            <a:spLocks/>
          </p:cNvSpPr>
          <p:nvPr/>
        </p:nvSpPr>
        <p:spPr>
          <a:xfrm>
            <a:off x="4506922" y="3286200"/>
            <a:ext cx="1118056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oppins ExtraBold"/>
              <a:buNone/>
              <a:defRPr sz="24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5000" dirty="0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05</a:t>
            </a:r>
          </a:p>
        </p:txBody>
      </p:sp>
      <p:sp>
        <p:nvSpPr>
          <p:cNvPr id="5" name="Google Shape;1125;p41">
            <a:extLst>
              <a:ext uri="{FF2B5EF4-FFF2-40B4-BE49-F238E27FC236}">
                <a16:creationId xmlns:a16="http://schemas.microsoft.com/office/drawing/2014/main" id="{84FA647B-7EA0-9C91-4A8C-73C9BC5E47DC}"/>
              </a:ext>
            </a:extLst>
          </p:cNvPr>
          <p:cNvSpPr txBox="1">
            <a:spLocks/>
          </p:cNvSpPr>
          <p:nvPr/>
        </p:nvSpPr>
        <p:spPr>
          <a:xfrm>
            <a:off x="5573400" y="3393125"/>
            <a:ext cx="27831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None/>
              <a:defRPr sz="1600" b="1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dirty="0"/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2"/>
          <p:cNvSpPr txBox="1">
            <a:spLocks noGrp="1"/>
          </p:cNvSpPr>
          <p:nvPr>
            <p:ph type="title"/>
          </p:nvPr>
        </p:nvSpPr>
        <p:spPr>
          <a:xfrm>
            <a:off x="626899" y="2089125"/>
            <a:ext cx="2859715" cy="5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grpSp>
        <p:nvGrpSpPr>
          <p:cNvPr id="1138" name="Google Shape;1138;p42"/>
          <p:cNvGrpSpPr/>
          <p:nvPr/>
        </p:nvGrpSpPr>
        <p:grpSpPr>
          <a:xfrm>
            <a:off x="5145769" y="703953"/>
            <a:ext cx="3095912" cy="3626137"/>
            <a:chOff x="5145769" y="703953"/>
            <a:chExt cx="3095912" cy="3626137"/>
          </a:xfrm>
        </p:grpSpPr>
        <p:sp>
          <p:nvSpPr>
            <p:cNvPr id="1139" name="Google Shape;1139;p42"/>
            <p:cNvSpPr/>
            <p:nvPr/>
          </p:nvSpPr>
          <p:spPr>
            <a:xfrm rot="-884614">
              <a:off x="5287412" y="844430"/>
              <a:ext cx="1269226" cy="1277344"/>
            </a:xfrm>
            <a:custGeom>
              <a:avLst/>
              <a:gdLst/>
              <a:ahLst/>
              <a:cxnLst/>
              <a:rect l="l" t="t" r="r" b="b"/>
              <a:pathLst>
                <a:path w="57068" h="57433" extrusionOk="0">
                  <a:moveTo>
                    <a:pt x="28443" y="13857"/>
                  </a:moveTo>
                  <a:cubicBezTo>
                    <a:pt x="36647" y="13857"/>
                    <a:pt x="43333" y="20542"/>
                    <a:pt x="43333" y="28747"/>
                  </a:cubicBezTo>
                  <a:cubicBezTo>
                    <a:pt x="43333" y="37756"/>
                    <a:pt x="35982" y="43701"/>
                    <a:pt x="28330" y="43701"/>
                  </a:cubicBezTo>
                  <a:cubicBezTo>
                    <a:pt x="24676" y="43701"/>
                    <a:pt x="20953" y="42346"/>
                    <a:pt x="17929" y="39322"/>
                  </a:cubicBezTo>
                  <a:cubicBezTo>
                    <a:pt x="8570" y="29902"/>
                    <a:pt x="15194" y="13857"/>
                    <a:pt x="28443" y="13857"/>
                  </a:cubicBezTo>
                  <a:close/>
                  <a:moveTo>
                    <a:pt x="25404" y="1"/>
                  </a:moveTo>
                  <a:lnTo>
                    <a:pt x="24006" y="5410"/>
                  </a:lnTo>
                  <a:cubicBezTo>
                    <a:pt x="22183" y="5774"/>
                    <a:pt x="20421" y="6382"/>
                    <a:pt x="18719" y="7172"/>
                  </a:cubicBezTo>
                  <a:lnTo>
                    <a:pt x="14404" y="3465"/>
                  </a:lnTo>
                  <a:lnTo>
                    <a:pt x="9542" y="6868"/>
                  </a:lnTo>
                  <a:lnTo>
                    <a:pt x="11548" y="12156"/>
                  </a:lnTo>
                  <a:cubicBezTo>
                    <a:pt x="10271" y="13493"/>
                    <a:pt x="9117" y="15012"/>
                    <a:pt x="8205" y="16592"/>
                  </a:cubicBezTo>
                  <a:lnTo>
                    <a:pt x="2553" y="15984"/>
                  </a:lnTo>
                  <a:lnTo>
                    <a:pt x="487" y="21636"/>
                  </a:lnTo>
                  <a:lnTo>
                    <a:pt x="5166" y="24797"/>
                  </a:lnTo>
                  <a:cubicBezTo>
                    <a:pt x="4923" y="26134"/>
                    <a:pt x="4802" y="27410"/>
                    <a:pt x="4802" y="28747"/>
                  </a:cubicBezTo>
                  <a:cubicBezTo>
                    <a:pt x="4802" y="29294"/>
                    <a:pt x="4802" y="29902"/>
                    <a:pt x="4863" y="30449"/>
                  </a:cubicBezTo>
                  <a:lnTo>
                    <a:pt x="1" y="33183"/>
                  </a:lnTo>
                  <a:lnTo>
                    <a:pt x="1520" y="38896"/>
                  </a:lnTo>
                  <a:lnTo>
                    <a:pt x="7050" y="38835"/>
                  </a:lnTo>
                  <a:cubicBezTo>
                    <a:pt x="7840" y="40598"/>
                    <a:pt x="8874" y="42178"/>
                    <a:pt x="10089" y="43697"/>
                  </a:cubicBezTo>
                  <a:lnTo>
                    <a:pt x="7658" y="48681"/>
                  </a:lnTo>
                  <a:lnTo>
                    <a:pt x="12216" y="52449"/>
                  </a:lnTo>
                  <a:lnTo>
                    <a:pt x="16653" y="49289"/>
                  </a:lnTo>
                  <a:cubicBezTo>
                    <a:pt x="18354" y="50261"/>
                    <a:pt x="20117" y="51051"/>
                    <a:pt x="22001" y="51598"/>
                  </a:cubicBezTo>
                  <a:lnTo>
                    <a:pt x="22852" y="56885"/>
                  </a:lnTo>
                  <a:lnTo>
                    <a:pt x="28808" y="57432"/>
                  </a:lnTo>
                  <a:lnTo>
                    <a:pt x="30570" y="52327"/>
                  </a:lnTo>
                  <a:cubicBezTo>
                    <a:pt x="32515" y="52206"/>
                    <a:pt x="34460" y="51780"/>
                    <a:pt x="36283" y="51112"/>
                  </a:cubicBezTo>
                  <a:lnTo>
                    <a:pt x="40051" y="54941"/>
                  </a:lnTo>
                  <a:lnTo>
                    <a:pt x="45217" y="51963"/>
                  </a:lnTo>
                  <a:lnTo>
                    <a:pt x="43758" y="46797"/>
                  </a:lnTo>
                  <a:cubicBezTo>
                    <a:pt x="45277" y="45521"/>
                    <a:pt x="46614" y="44062"/>
                    <a:pt x="47769" y="42482"/>
                  </a:cubicBezTo>
                  <a:lnTo>
                    <a:pt x="52996" y="43454"/>
                  </a:lnTo>
                  <a:lnTo>
                    <a:pt x="55487" y="38045"/>
                  </a:lnTo>
                  <a:lnTo>
                    <a:pt x="51416" y="34642"/>
                  </a:lnTo>
                  <a:cubicBezTo>
                    <a:pt x="51902" y="32758"/>
                    <a:pt x="52145" y="30813"/>
                    <a:pt x="52145" y="28868"/>
                  </a:cubicBezTo>
                  <a:lnTo>
                    <a:pt x="57068" y="26620"/>
                  </a:lnTo>
                  <a:lnTo>
                    <a:pt x="56034" y="20786"/>
                  </a:lnTo>
                  <a:lnTo>
                    <a:pt x="50625" y="20360"/>
                  </a:lnTo>
                  <a:cubicBezTo>
                    <a:pt x="49957" y="18537"/>
                    <a:pt x="49045" y="16835"/>
                    <a:pt x="47951" y="15255"/>
                  </a:cubicBezTo>
                  <a:lnTo>
                    <a:pt x="50747" y="10575"/>
                  </a:lnTo>
                  <a:lnTo>
                    <a:pt x="46493" y="6321"/>
                  </a:lnTo>
                  <a:lnTo>
                    <a:pt x="41752" y="9117"/>
                  </a:lnTo>
                  <a:cubicBezTo>
                    <a:pt x="39018" y="7294"/>
                    <a:pt x="35918" y="6017"/>
                    <a:pt x="32697" y="5410"/>
                  </a:cubicBezTo>
                  <a:lnTo>
                    <a:pt x="313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 rot="2192640">
              <a:off x="5665070" y="927791"/>
              <a:ext cx="237900" cy="109198"/>
            </a:xfrm>
            <a:custGeom>
              <a:avLst/>
              <a:gdLst/>
              <a:ahLst/>
              <a:cxnLst/>
              <a:rect l="l" t="t" r="r" b="b"/>
              <a:pathLst>
                <a:path w="10697" h="4910" extrusionOk="0">
                  <a:moveTo>
                    <a:pt x="670" y="1"/>
                  </a:moveTo>
                  <a:cubicBezTo>
                    <a:pt x="436" y="1"/>
                    <a:pt x="212" y="126"/>
                    <a:pt x="122" y="351"/>
                  </a:cubicBezTo>
                  <a:cubicBezTo>
                    <a:pt x="0" y="655"/>
                    <a:pt x="183" y="959"/>
                    <a:pt x="487" y="1081"/>
                  </a:cubicBezTo>
                  <a:lnTo>
                    <a:pt x="9907" y="4909"/>
                  </a:lnTo>
                  <a:lnTo>
                    <a:pt x="10271" y="4909"/>
                  </a:lnTo>
                  <a:cubicBezTo>
                    <a:pt x="10393" y="4849"/>
                    <a:pt x="10514" y="4727"/>
                    <a:pt x="10575" y="4605"/>
                  </a:cubicBezTo>
                  <a:cubicBezTo>
                    <a:pt x="10697" y="4302"/>
                    <a:pt x="10575" y="3937"/>
                    <a:pt x="10271" y="3815"/>
                  </a:cubicBezTo>
                  <a:lnTo>
                    <a:pt x="912" y="47"/>
                  </a:lnTo>
                  <a:cubicBezTo>
                    <a:pt x="834" y="16"/>
                    <a:pt x="751" y="1"/>
                    <a:pt x="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 rot="-884614">
              <a:off x="6619964" y="3573813"/>
              <a:ext cx="637993" cy="642041"/>
            </a:xfrm>
            <a:custGeom>
              <a:avLst/>
              <a:gdLst/>
              <a:ahLst/>
              <a:cxnLst/>
              <a:rect l="l" t="t" r="r" b="b"/>
              <a:pathLst>
                <a:path w="28686" h="28868" extrusionOk="0">
                  <a:moveTo>
                    <a:pt x="14373" y="6954"/>
                  </a:moveTo>
                  <a:cubicBezTo>
                    <a:pt x="16214" y="6954"/>
                    <a:pt x="18094" y="7641"/>
                    <a:pt x="19630" y="9177"/>
                  </a:cubicBezTo>
                  <a:cubicBezTo>
                    <a:pt x="24310" y="13857"/>
                    <a:pt x="20967" y="21940"/>
                    <a:pt x="14343" y="21940"/>
                  </a:cubicBezTo>
                  <a:cubicBezTo>
                    <a:pt x="10210" y="21940"/>
                    <a:pt x="6868" y="18597"/>
                    <a:pt x="6868" y="14464"/>
                  </a:cubicBezTo>
                  <a:cubicBezTo>
                    <a:pt x="6868" y="9945"/>
                    <a:pt x="10533" y="6954"/>
                    <a:pt x="14373" y="6954"/>
                  </a:cubicBezTo>
                  <a:close/>
                  <a:moveTo>
                    <a:pt x="12884" y="0"/>
                  </a:moveTo>
                  <a:lnTo>
                    <a:pt x="12216" y="2735"/>
                  </a:lnTo>
                  <a:cubicBezTo>
                    <a:pt x="10575" y="3039"/>
                    <a:pt x="8995" y="3647"/>
                    <a:pt x="7658" y="4619"/>
                  </a:cubicBezTo>
                  <a:lnTo>
                    <a:pt x="5287" y="3160"/>
                  </a:lnTo>
                  <a:lnTo>
                    <a:pt x="3221" y="5287"/>
                  </a:lnTo>
                  <a:lnTo>
                    <a:pt x="4619" y="7658"/>
                  </a:lnTo>
                  <a:cubicBezTo>
                    <a:pt x="4072" y="8448"/>
                    <a:pt x="3586" y="9299"/>
                    <a:pt x="3221" y="10210"/>
                  </a:cubicBezTo>
                  <a:lnTo>
                    <a:pt x="547" y="10453"/>
                  </a:lnTo>
                  <a:lnTo>
                    <a:pt x="0" y="13370"/>
                  </a:lnTo>
                  <a:lnTo>
                    <a:pt x="2492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29" y="19083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227" y="22122"/>
                    <a:pt x="5895" y="22851"/>
                    <a:pt x="6624" y="23520"/>
                  </a:cubicBezTo>
                  <a:lnTo>
                    <a:pt x="5895" y="26072"/>
                  </a:lnTo>
                  <a:lnTo>
                    <a:pt x="8508" y="27592"/>
                  </a:lnTo>
                  <a:lnTo>
                    <a:pt x="10392" y="25708"/>
                  </a:lnTo>
                  <a:cubicBezTo>
                    <a:pt x="11304" y="26012"/>
                    <a:pt x="12276" y="26255"/>
                    <a:pt x="13249" y="26315"/>
                  </a:cubicBezTo>
                  <a:lnTo>
                    <a:pt x="14160" y="28868"/>
                  </a:lnTo>
                  <a:lnTo>
                    <a:pt x="17138" y="28625"/>
                  </a:lnTo>
                  <a:lnTo>
                    <a:pt x="17625" y="25951"/>
                  </a:lnTo>
                  <a:cubicBezTo>
                    <a:pt x="18536" y="25647"/>
                    <a:pt x="19448" y="25282"/>
                    <a:pt x="20299" y="24796"/>
                  </a:cubicBezTo>
                  <a:lnTo>
                    <a:pt x="22487" y="26376"/>
                  </a:lnTo>
                  <a:lnTo>
                    <a:pt x="24796" y="24431"/>
                  </a:lnTo>
                  <a:lnTo>
                    <a:pt x="23580" y="21940"/>
                  </a:lnTo>
                  <a:cubicBezTo>
                    <a:pt x="24188" y="21150"/>
                    <a:pt x="24735" y="20360"/>
                    <a:pt x="25100" y="19509"/>
                  </a:cubicBezTo>
                  <a:lnTo>
                    <a:pt x="27895" y="19509"/>
                  </a:lnTo>
                  <a:lnTo>
                    <a:pt x="28686" y="16592"/>
                  </a:lnTo>
                  <a:lnTo>
                    <a:pt x="26194" y="15254"/>
                  </a:lnTo>
                  <a:cubicBezTo>
                    <a:pt x="26255" y="14951"/>
                    <a:pt x="26255" y="14647"/>
                    <a:pt x="26194" y="14404"/>
                  </a:cubicBezTo>
                  <a:cubicBezTo>
                    <a:pt x="26194" y="13735"/>
                    <a:pt x="26133" y="13067"/>
                    <a:pt x="26011" y="12398"/>
                  </a:cubicBezTo>
                  <a:lnTo>
                    <a:pt x="28382" y="10818"/>
                  </a:lnTo>
                  <a:lnTo>
                    <a:pt x="27348" y="7962"/>
                  </a:lnTo>
                  <a:lnTo>
                    <a:pt x="24553" y="8265"/>
                  </a:lnTo>
                  <a:cubicBezTo>
                    <a:pt x="24067" y="7475"/>
                    <a:pt x="23459" y="6685"/>
                    <a:pt x="22790" y="6017"/>
                  </a:cubicBezTo>
                  <a:lnTo>
                    <a:pt x="23824" y="3343"/>
                  </a:lnTo>
                  <a:lnTo>
                    <a:pt x="21453" y="1763"/>
                  </a:lnTo>
                  <a:lnTo>
                    <a:pt x="19266" y="3586"/>
                  </a:lnTo>
                  <a:cubicBezTo>
                    <a:pt x="18415" y="3221"/>
                    <a:pt x="17503" y="2917"/>
                    <a:pt x="16591" y="2735"/>
                  </a:cubicBezTo>
                  <a:lnTo>
                    <a:pt x="15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 rot="-884614">
              <a:off x="7108495" y="1468735"/>
              <a:ext cx="639350" cy="640707"/>
            </a:xfrm>
            <a:custGeom>
              <a:avLst/>
              <a:gdLst/>
              <a:ahLst/>
              <a:cxnLst/>
              <a:rect l="l" t="t" r="r" b="b"/>
              <a:pathLst>
                <a:path w="28747" h="28808" extrusionOk="0">
                  <a:moveTo>
                    <a:pt x="14343" y="6928"/>
                  </a:moveTo>
                  <a:cubicBezTo>
                    <a:pt x="18476" y="6928"/>
                    <a:pt x="21819" y="10271"/>
                    <a:pt x="21819" y="14404"/>
                  </a:cubicBezTo>
                  <a:cubicBezTo>
                    <a:pt x="21819" y="18923"/>
                    <a:pt x="18153" y="21914"/>
                    <a:pt x="14313" y="21914"/>
                  </a:cubicBezTo>
                  <a:cubicBezTo>
                    <a:pt x="12472" y="21914"/>
                    <a:pt x="10592" y="21227"/>
                    <a:pt x="9056" y="19691"/>
                  </a:cubicBezTo>
                  <a:cubicBezTo>
                    <a:pt x="4376" y="15011"/>
                    <a:pt x="7719" y="6928"/>
                    <a:pt x="14343" y="6928"/>
                  </a:cubicBezTo>
                  <a:close/>
                  <a:moveTo>
                    <a:pt x="12824" y="0"/>
                  </a:moveTo>
                  <a:lnTo>
                    <a:pt x="12155" y="2735"/>
                  </a:lnTo>
                  <a:cubicBezTo>
                    <a:pt x="11183" y="2917"/>
                    <a:pt x="10271" y="3160"/>
                    <a:pt x="9421" y="3586"/>
                  </a:cubicBezTo>
                  <a:lnTo>
                    <a:pt x="7294" y="1763"/>
                  </a:lnTo>
                  <a:lnTo>
                    <a:pt x="4802" y="3464"/>
                  </a:lnTo>
                  <a:lnTo>
                    <a:pt x="5835" y="6078"/>
                  </a:lnTo>
                  <a:cubicBezTo>
                    <a:pt x="5166" y="6746"/>
                    <a:pt x="4619" y="7536"/>
                    <a:pt x="4133" y="8326"/>
                  </a:cubicBezTo>
                  <a:lnTo>
                    <a:pt x="1277" y="8022"/>
                  </a:lnTo>
                  <a:lnTo>
                    <a:pt x="304" y="10879"/>
                  </a:lnTo>
                  <a:lnTo>
                    <a:pt x="2614" y="12459"/>
                  </a:lnTo>
                  <a:cubicBezTo>
                    <a:pt x="2492" y="13067"/>
                    <a:pt x="2432" y="13735"/>
                    <a:pt x="2432" y="14404"/>
                  </a:cubicBezTo>
                  <a:lnTo>
                    <a:pt x="2432" y="15255"/>
                  </a:lnTo>
                  <a:lnTo>
                    <a:pt x="1" y="16652"/>
                  </a:lnTo>
                  <a:lnTo>
                    <a:pt x="730" y="19509"/>
                  </a:lnTo>
                  <a:lnTo>
                    <a:pt x="3526" y="19509"/>
                  </a:lnTo>
                  <a:cubicBezTo>
                    <a:pt x="3951" y="20360"/>
                    <a:pt x="4437" y="21150"/>
                    <a:pt x="5045" y="21940"/>
                  </a:cubicBezTo>
                  <a:lnTo>
                    <a:pt x="3829" y="24431"/>
                  </a:lnTo>
                  <a:lnTo>
                    <a:pt x="6139" y="26376"/>
                  </a:lnTo>
                  <a:lnTo>
                    <a:pt x="8327" y="24735"/>
                  </a:lnTo>
                  <a:cubicBezTo>
                    <a:pt x="9178" y="25222"/>
                    <a:pt x="10089" y="25647"/>
                    <a:pt x="11062" y="25890"/>
                  </a:cubicBezTo>
                  <a:lnTo>
                    <a:pt x="11487" y="28564"/>
                  </a:lnTo>
                  <a:lnTo>
                    <a:pt x="14526" y="28807"/>
                  </a:lnTo>
                  <a:lnTo>
                    <a:pt x="15376" y="26315"/>
                  </a:lnTo>
                  <a:cubicBezTo>
                    <a:pt x="16349" y="26194"/>
                    <a:pt x="17321" y="26012"/>
                    <a:pt x="18294" y="25647"/>
                  </a:cubicBezTo>
                  <a:lnTo>
                    <a:pt x="20178" y="27592"/>
                  </a:lnTo>
                  <a:lnTo>
                    <a:pt x="22730" y="26072"/>
                  </a:lnTo>
                  <a:lnTo>
                    <a:pt x="22062" y="23459"/>
                  </a:lnTo>
                  <a:cubicBezTo>
                    <a:pt x="22791" y="22851"/>
                    <a:pt x="23459" y="22122"/>
                    <a:pt x="24067" y="21332"/>
                  </a:cubicBezTo>
                  <a:lnTo>
                    <a:pt x="26680" y="21818"/>
                  </a:lnTo>
                  <a:lnTo>
                    <a:pt x="27957" y="19083"/>
                  </a:lnTo>
                  <a:lnTo>
                    <a:pt x="25890" y="17382"/>
                  </a:lnTo>
                  <a:cubicBezTo>
                    <a:pt x="26134" y="16409"/>
                    <a:pt x="26255" y="15437"/>
                    <a:pt x="26255" y="14464"/>
                  </a:cubicBezTo>
                  <a:lnTo>
                    <a:pt x="28747" y="13371"/>
                  </a:lnTo>
                  <a:lnTo>
                    <a:pt x="28200" y="10393"/>
                  </a:lnTo>
                  <a:lnTo>
                    <a:pt x="25465" y="10210"/>
                  </a:lnTo>
                  <a:cubicBezTo>
                    <a:pt x="25100" y="9299"/>
                    <a:pt x="24675" y="8448"/>
                    <a:pt x="24128" y="7597"/>
                  </a:cubicBezTo>
                  <a:lnTo>
                    <a:pt x="25587" y="5288"/>
                  </a:lnTo>
                  <a:lnTo>
                    <a:pt x="23459" y="3160"/>
                  </a:lnTo>
                  <a:lnTo>
                    <a:pt x="21028" y="4558"/>
                  </a:lnTo>
                  <a:cubicBezTo>
                    <a:pt x="19691" y="3647"/>
                    <a:pt x="18111" y="3039"/>
                    <a:pt x="16470" y="2735"/>
                  </a:cubicBezTo>
                  <a:lnTo>
                    <a:pt x="15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 rot="-884614">
              <a:off x="7195024" y="2529412"/>
              <a:ext cx="942111" cy="943490"/>
            </a:xfrm>
            <a:custGeom>
              <a:avLst/>
              <a:gdLst/>
              <a:ahLst/>
              <a:cxnLst/>
              <a:rect l="l" t="t" r="r" b="b"/>
              <a:pathLst>
                <a:path w="42360" h="42422" extrusionOk="0">
                  <a:moveTo>
                    <a:pt x="21210" y="10150"/>
                  </a:moveTo>
                  <a:cubicBezTo>
                    <a:pt x="27288" y="10150"/>
                    <a:pt x="32210" y="15073"/>
                    <a:pt x="32210" y="21150"/>
                  </a:cubicBezTo>
                  <a:cubicBezTo>
                    <a:pt x="32210" y="27818"/>
                    <a:pt x="26775" y="32228"/>
                    <a:pt x="21114" y="32228"/>
                  </a:cubicBezTo>
                  <a:cubicBezTo>
                    <a:pt x="18416" y="32228"/>
                    <a:pt x="15667" y="31226"/>
                    <a:pt x="13431" y="28990"/>
                  </a:cubicBezTo>
                  <a:cubicBezTo>
                    <a:pt x="6442" y="22001"/>
                    <a:pt x="11365" y="10150"/>
                    <a:pt x="21210" y="10150"/>
                  </a:cubicBezTo>
                  <a:close/>
                  <a:moveTo>
                    <a:pt x="18962" y="1"/>
                  </a:moveTo>
                  <a:lnTo>
                    <a:pt x="17928" y="3951"/>
                  </a:lnTo>
                  <a:cubicBezTo>
                    <a:pt x="16531" y="4255"/>
                    <a:pt x="15194" y="4680"/>
                    <a:pt x="13917" y="5227"/>
                  </a:cubicBezTo>
                  <a:lnTo>
                    <a:pt x="10757" y="2492"/>
                  </a:lnTo>
                  <a:lnTo>
                    <a:pt x="7171" y="5045"/>
                  </a:lnTo>
                  <a:lnTo>
                    <a:pt x="8691" y="8934"/>
                  </a:lnTo>
                  <a:cubicBezTo>
                    <a:pt x="7718" y="9907"/>
                    <a:pt x="6867" y="11062"/>
                    <a:pt x="6138" y="12216"/>
                  </a:cubicBezTo>
                  <a:lnTo>
                    <a:pt x="2006" y="11791"/>
                  </a:lnTo>
                  <a:lnTo>
                    <a:pt x="486" y="15924"/>
                  </a:lnTo>
                  <a:lnTo>
                    <a:pt x="3890" y="18294"/>
                  </a:lnTo>
                  <a:cubicBezTo>
                    <a:pt x="3707" y="19266"/>
                    <a:pt x="3646" y="20239"/>
                    <a:pt x="3646" y="21211"/>
                  </a:cubicBezTo>
                  <a:lnTo>
                    <a:pt x="3646" y="22426"/>
                  </a:lnTo>
                  <a:lnTo>
                    <a:pt x="0" y="24432"/>
                  </a:lnTo>
                  <a:lnTo>
                    <a:pt x="1155" y="28747"/>
                  </a:lnTo>
                  <a:lnTo>
                    <a:pt x="5227" y="28686"/>
                  </a:lnTo>
                  <a:cubicBezTo>
                    <a:pt x="5834" y="29962"/>
                    <a:pt x="6624" y="31117"/>
                    <a:pt x="7536" y="32272"/>
                  </a:cubicBezTo>
                  <a:lnTo>
                    <a:pt x="5774" y="35918"/>
                  </a:lnTo>
                  <a:lnTo>
                    <a:pt x="9177" y="38775"/>
                  </a:lnTo>
                  <a:lnTo>
                    <a:pt x="12459" y="36404"/>
                  </a:lnTo>
                  <a:cubicBezTo>
                    <a:pt x="13735" y="37134"/>
                    <a:pt x="15072" y="37681"/>
                    <a:pt x="16470" y="38106"/>
                  </a:cubicBezTo>
                  <a:lnTo>
                    <a:pt x="17138" y="42057"/>
                  </a:lnTo>
                  <a:lnTo>
                    <a:pt x="21514" y="42421"/>
                  </a:lnTo>
                  <a:lnTo>
                    <a:pt x="22851" y="38653"/>
                  </a:lnTo>
                  <a:cubicBezTo>
                    <a:pt x="24249" y="38532"/>
                    <a:pt x="25707" y="38228"/>
                    <a:pt x="27045" y="37742"/>
                  </a:cubicBezTo>
                  <a:lnTo>
                    <a:pt x="29840" y="40598"/>
                  </a:lnTo>
                  <a:lnTo>
                    <a:pt x="33669" y="38349"/>
                  </a:lnTo>
                  <a:lnTo>
                    <a:pt x="32575" y="34581"/>
                  </a:lnTo>
                  <a:cubicBezTo>
                    <a:pt x="33669" y="33609"/>
                    <a:pt x="34702" y="32576"/>
                    <a:pt x="35553" y="31360"/>
                  </a:cubicBezTo>
                  <a:lnTo>
                    <a:pt x="39442" y="32090"/>
                  </a:lnTo>
                  <a:lnTo>
                    <a:pt x="41266" y="28078"/>
                  </a:lnTo>
                  <a:lnTo>
                    <a:pt x="38288" y="25587"/>
                  </a:lnTo>
                  <a:cubicBezTo>
                    <a:pt x="38592" y="24128"/>
                    <a:pt x="38774" y="22669"/>
                    <a:pt x="38774" y="21272"/>
                  </a:cubicBezTo>
                  <a:lnTo>
                    <a:pt x="42360" y="19570"/>
                  </a:lnTo>
                  <a:lnTo>
                    <a:pt x="41630" y="15255"/>
                  </a:lnTo>
                  <a:lnTo>
                    <a:pt x="37619" y="14951"/>
                  </a:lnTo>
                  <a:cubicBezTo>
                    <a:pt x="37072" y="13614"/>
                    <a:pt x="36404" y="12338"/>
                    <a:pt x="35614" y="11122"/>
                  </a:cubicBezTo>
                  <a:lnTo>
                    <a:pt x="37680" y="7719"/>
                  </a:lnTo>
                  <a:lnTo>
                    <a:pt x="34581" y="4559"/>
                  </a:lnTo>
                  <a:lnTo>
                    <a:pt x="31056" y="6686"/>
                  </a:lnTo>
                  <a:cubicBezTo>
                    <a:pt x="29050" y="5288"/>
                    <a:pt x="26741" y="4376"/>
                    <a:pt x="24370" y="3951"/>
                  </a:cubicBezTo>
                  <a:lnTo>
                    <a:pt x="23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 rot="-884614">
              <a:off x="5968743" y="3483993"/>
              <a:ext cx="636659" cy="642063"/>
            </a:xfrm>
            <a:custGeom>
              <a:avLst/>
              <a:gdLst/>
              <a:ahLst/>
              <a:cxnLst/>
              <a:rect l="l" t="t" r="r" b="b"/>
              <a:pathLst>
                <a:path w="28626" h="28869" extrusionOk="0">
                  <a:moveTo>
                    <a:pt x="14343" y="6989"/>
                  </a:moveTo>
                  <a:cubicBezTo>
                    <a:pt x="21028" y="6989"/>
                    <a:pt x="24310" y="15072"/>
                    <a:pt x="19631" y="19752"/>
                  </a:cubicBezTo>
                  <a:cubicBezTo>
                    <a:pt x="18102" y="21261"/>
                    <a:pt x="16233" y="21935"/>
                    <a:pt x="14402" y="21935"/>
                  </a:cubicBezTo>
                  <a:cubicBezTo>
                    <a:pt x="10552" y="21935"/>
                    <a:pt x="6868" y="18953"/>
                    <a:pt x="6868" y="14465"/>
                  </a:cubicBezTo>
                  <a:cubicBezTo>
                    <a:pt x="6868" y="10332"/>
                    <a:pt x="10211" y="6989"/>
                    <a:pt x="14343" y="6989"/>
                  </a:cubicBezTo>
                  <a:close/>
                  <a:moveTo>
                    <a:pt x="12945" y="0"/>
                  </a:moveTo>
                  <a:lnTo>
                    <a:pt x="12277" y="2735"/>
                  </a:lnTo>
                  <a:cubicBezTo>
                    <a:pt x="10636" y="3039"/>
                    <a:pt x="9056" y="3647"/>
                    <a:pt x="7719" y="4619"/>
                  </a:cubicBezTo>
                  <a:lnTo>
                    <a:pt x="5288" y="3161"/>
                  </a:lnTo>
                  <a:lnTo>
                    <a:pt x="3161" y="5288"/>
                  </a:lnTo>
                  <a:lnTo>
                    <a:pt x="4559" y="7658"/>
                  </a:lnTo>
                  <a:cubicBezTo>
                    <a:pt x="4012" y="8448"/>
                    <a:pt x="3586" y="9299"/>
                    <a:pt x="3222" y="10210"/>
                  </a:cubicBezTo>
                  <a:lnTo>
                    <a:pt x="487" y="10453"/>
                  </a:lnTo>
                  <a:lnTo>
                    <a:pt x="0" y="13371"/>
                  </a:lnTo>
                  <a:lnTo>
                    <a:pt x="2431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30" y="19144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166" y="22122"/>
                    <a:pt x="5835" y="22851"/>
                    <a:pt x="6564" y="23520"/>
                  </a:cubicBezTo>
                  <a:lnTo>
                    <a:pt x="5896" y="26133"/>
                  </a:lnTo>
                  <a:lnTo>
                    <a:pt x="8509" y="27653"/>
                  </a:lnTo>
                  <a:lnTo>
                    <a:pt x="10393" y="25708"/>
                  </a:lnTo>
                  <a:cubicBezTo>
                    <a:pt x="11304" y="26012"/>
                    <a:pt x="12277" y="26194"/>
                    <a:pt x="13249" y="26316"/>
                  </a:cubicBezTo>
                  <a:lnTo>
                    <a:pt x="14161" y="28868"/>
                  </a:lnTo>
                  <a:lnTo>
                    <a:pt x="17139" y="28564"/>
                  </a:lnTo>
                  <a:lnTo>
                    <a:pt x="17564" y="25890"/>
                  </a:lnTo>
                  <a:cubicBezTo>
                    <a:pt x="18476" y="25647"/>
                    <a:pt x="19387" y="25282"/>
                    <a:pt x="20238" y="24796"/>
                  </a:cubicBezTo>
                  <a:lnTo>
                    <a:pt x="22487" y="26376"/>
                  </a:lnTo>
                  <a:lnTo>
                    <a:pt x="24736" y="24432"/>
                  </a:lnTo>
                  <a:lnTo>
                    <a:pt x="23520" y="21940"/>
                  </a:lnTo>
                  <a:cubicBezTo>
                    <a:pt x="24128" y="21211"/>
                    <a:pt x="24675" y="20360"/>
                    <a:pt x="25039" y="19509"/>
                  </a:cubicBezTo>
                  <a:lnTo>
                    <a:pt x="27835" y="19570"/>
                  </a:lnTo>
                  <a:lnTo>
                    <a:pt x="28625" y="16652"/>
                  </a:lnTo>
                  <a:lnTo>
                    <a:pt x="26133" y="15315"/>
                  </a:lnTo>
                  <a:cubicBezTo>
                    <a:pt x="26194" y="15012"/>
                    <a:pt x="26194" y="14708"/>
                    <a:pt x="26133" y="14465"/>
                  </a:cubicBezTo>
                  <a:cubicBezTo>
                    <a:pt x="26133" y="13796"/>
                    <a:pt x="26073" y="13128"/>
                    <a:pt x="25951" y="12459"/>
                  </a:cubicBezTo>
                  <a:lnTo>
                    <a:pt x="28321" y="10879"/>
                  </a:lnTo>
                  <a:lnTo>
                    <a:pt x="27470" y="8083"/>
                  </a:lnTo>
                  <a:lnTo>
                    <a:pt x="24614" y="8326"/>
                  </a:lnTo>
                  <a:cubicBezTo>
                    <a:pt x="24128" y="7536"/>
                    <a:pt x="23520" y="6807"/>
                    <a:pt x="22912" y="6139"/>
                  </a:cubicBezTo>
                  <a:lnTo>
                    <a:pt x="23885" y="3464"/>
                  </a:lnTo>
                  <a:lnTo>
                    <a:pt x="21454" y="1763"/>
                  </a:lnTo>
                  <a:lnTo>
                    <a:pt x="19327" y="3586"/>
                  </a:lnTo>
                  <a:cubicBezTo>
                    <a:pt x="18415" y="3221"/>
                    <a:pt x="17503" y="2917"/>
                    <a:pt x="16592" y="2735"/>
                  </a:cubicBezTo>
                  <a:lnTo>
                    <a:pt x="15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 rot="-884614">
              <a:off x="5391805" y="1513012"/>
              <a:ext cx="112226" cy="97258"/>
            </a:xfrm>
            <a:custGeom>
              <a:avLst/>
              <a:gdLst/>
              <a:ahLst/>
              <a:cxnLst/>
              <a:rect l="l" t="t" r="r" b="b"/>
              <a:pathLst>
                <a:path w="5046" h="4373" extrusionOk="0">
                  <a:moveTo>
                    <a:pt x="609" y="0"/>
                  </a:moveTo>
                  <a:cubicBezTo>
                    <a:pt x="445" y="0"/>
                    <a:pt x="286" y="79"/>
                    <a:pt x="183" y="216"/>
                  </a:cubicBezTo>
                  <a:cubicBezTo>
                    <a:pt x="1" y="459"/>
                    <a:pt x="1" y="824"/>
                    <a:pt x="244" y="1006"/>
                  </a:cubicBezTo>
                  <a:lnTo>
                    <a:pt x="4073" y="4227"/>
                  </a:lnTo>
                  <a:cubicBezTo>
                    <a:pt x="4162" y="4316"/>
                    <a:pt x="4283" y="4372"/>
                    <a:pt x="4414" y="4372"/>
                  </a:cubicBezTo>
                  <a:cubicBezTo>
                    <a:pt x="4461" y="4372"/>
                    <a:pt x="4510" y="4365"/>
                    <a:pt x="4559" y="4348"/>
                  </a:cubicBezTo>
                  <a:cubicBezTo>
                    <a:pt x="4680" y="4288"/>
                    <a:pt x="4802" y="4227"/>
                    <a:pt x="4863" y="4166"/>
                  </a:cubicBezTo>
                  <a:cubicBezTo>
                    <a:pt x="5045" y="3923"/>
                    <a:pt x="4984" y="3558"/>
                    <a:pt x="4802" y="3376"/>
                  </a:cubicBezTo>
                  <a:lnTo>
                    <a:pt x="973" y="155"/>
                  </a:lnTo>
                  <a:cubicBezTo>
                    <a:pt x="867" y="48"/>
                    <a:pt x="737" y="0"/>
                    <a:pt x="6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 rot="-884614">
              <a:off x="5554014" y="1154488"/>
              <a:ext cx="132398" cy="174299"/>
            </a:xfrm>
            <a:custGeom>
              <a:avLst/>
              <a:gdLst/>
              <a:ahLst/>
              <a:cxnLst/>
              <a:rect l="l" t="t" r="r" b="b"/>
              <a:pathLst>
                <a:path w="5953" h="7837" extrusionOk="0">
                  <a:moveTo>
                    <a:pt x="856" y="0"/>
                  </a:moveTo>
                  <a:cubicBezTo>
                    <a:pt x="429" y="0"/>
                    <a:pt x="0" y="473"/>
                    <a:pt x="301" y="946"/>
                  </a:cubicBezTo>
                  <a:lnTo>
                    <a:pt x="4798" y="7631"/>
                  </a:lnTo>
                  <a:cubicBezTo>
                    <a:pt x="4889" y="7768"/>
                    <a:pt x="5049" y="7836"/>
                    <a:pt x="5226" y="7836"/>
                  </a:cubicBezTo>
                  <a:cubicBezTo>
                    <a:pt x="5284" y="7836"/>
                    <a:pt x="5345" y="7829"/>
                    <a:pt x="5406" y="7813"/>
                  </a:cubicBezTo>
                  <a:cubicBezTo>
                    <a:pt x="5528" y="7813"/>
                    <a:pt x="5588" y="7753"/>
                    <a:pt x="5649" y="7692"/>
                  </a:cubicBezTo>
                  <a:cubicBezTo>
                    <a:pt x="5892" y="7510"/>
                    <a:pt x="5953" y="7206"/>
                    <a:pt x="5771" y="6963"/>
                  </a:cubicBezTo>
                  <a:lnTo>
                    <a:pt x="1334" y="277"/>
                  </a:lnTo>
                  <a:cubicBezTo>
                    <a:pt x="1210" y="82"/>
                    <a:pt x="1033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 rot="-884633">
              <a:off x="6759565" y="821894"/>
              <a:ext cx="166354" cy="209588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 rot="-884614">
              <a:off x="6468473" y="869298"/>
              <a:ext cx="60828" cy="130641"/>
            </a:xfrm>
            <a:custGeom>
              <a:avLst/>
              <a:gdLst/>
              <a:ahLst/>
              <a:cxnLst/>
              <a:rect l="l" t="t" r="r" b="b"/>
              <a:pathLst>
                <a:path w="2735" h="5874" extrusionOk="0">
                  <a:moveTo>
                    <a:pt x="2117" y="1"/>
                  </a:moveTo>
                  <a:cubicBezTo>
                    <a:pt x="1884" y="1"/>
                    <a:pt x="1676" y="165"/>
                    <a:pt x="1580" y="404"/>
                  </a:cubicBezTo>
                  <a:lnTo>
                    <a:pt x="61" y="5144"/>
                  </a:lnTo>
                  <a:cubicBezTo>
                    <a:pt x="0" y="5448"/>
                    <a:pt x="182" y="5752"/>
                    <a:pt x="426" y="5873"/>
                  </a:cubicBezTo>
                  <a:lnTo>
                    <a:pt x="790" y="5873"/>
                  </a:lnTo>
                  <a:cubicBezTo>
                    <a:pt x="973" y="5812"/>
                    <a:pt x="1094" y="5691"/>
                    <a:pt x="1155" y="5509"/>
                  </a:cubicBezTo>
                  <a:lnTo>
                    <a:pt x="2674" y="707"/>
                  </a:lnTo>
                  <a:cubicBezTo>
                    <a:pt x="2735" y="404"/>
                    <a:pt x="2613" y="100"/>
                    <a:pt x="2310" y="39"/>
                  </a:cubicBezTo>
                  <a:cubicBezTo>
                    <a:pt x="2245" y="13"/>
                    <a:pt x="2180" y="1"/>
                    <a:pt x="21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 rot="-884614">
              <a:off x="6120389" y="834345"/>
              <a:ext cx="29758" cy="204124"/>
            </a:xfrm>
            <a:custGeom>
              <a:avLst/>
              <a:gdLst/>
              <a:ahLst/>
              <a:cxnLst/>
              <a:rect l="l" t="t" r="r" b="b"/>
              <a:pathLst>
                <a:path w="1338" h="9178" extrusionOk="0">
                  <a:moveTo>
                    <a:pt x="790" y="0"/>
                  </a:moveTo>
                  <a:cubicBezTo>
                    <a:pt x="487" y="0"/>
                    <a:pt x="243" y="243"/>
                    <a:pt x="243" y="547"/>
                  </a:cubicBezTo>
                  <a:lnTo>
                    <a:pt x="0" y="8569"/>
                  </a:lnTo>
                  <a:cubicBezTo>
                    <a:pt x="0" y="8873"/>
                    <a:pt x="243" y="9177"/>
                    <a:pt x="547" y="9177"/>
                  </a:cubicBezTo>
                  <a:cubicBezTo>
                    <a:pt x="608" y="9177"/>
                    <a:pt x="669" y="9116"/>
                    <a:pt x="730" y="9116"/>
                  </a:cubicBezTo>
                  <a:cubicBezTo>
                    <a:pt x="973" y="9056"/>
                    <a:pt x="1094" y="8813"/>
                    <a:pt x="1155" y="8630"/>
                  </a:cubicBezTo>
                  <a:lnTo>
                    <a:pt x="1337" y="608"/>
                  </a:lnTo>
                  <a:cubicBezTo>
                    <a:pt x="1337" y="243"/>
                    <a:pt x="1094" y="0"/>
                    <a:pt x="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 rot="-884633">
              <a:off x="5460199" y="1078755"/>
              <a:ext cx="2182146" cy="2566249"/>
            </a:xfrm>
            <a:custGeom>
              <a:avLst/>
              <a:gdLst/>
              <a:ahLst/>
              <a:cxnLst/>
              <a:rect l="l" t="t" r="r" b="b"/>
              <a:pathLst>
                <a:path w="98119" h="115390" extrusionOk="0">
                  <a:moveTo>
                    <a:pt x="49374" y="0"/>
                  </a:moveTo>
                  <a:cubicBezTo>
                    <a:pt x="45613" y="0"/>
                    <a:pt x="41755" y="490"/>
                    <a:pt x="37863" y="1528"/>
                  </a:cubicBezTo>
                  <a:lnTo>
                    <a:pt x="37437" y="1650"/>
                  </a:lnTo>
                  <a:cubicBezTo>
                    <a:pt x="13067" y="9186"/>
                    <a:pt x="0" y="33192"/>
                    <a:pt x="6625" y="56225"/>
                  </a:cubicBezTo>
                  <a:cubicBezTo>
                    <a:pt x="8630" y="63153"/>
                    <a:pt x="12216" y="69413"/>
                    <a:pt x="17199" y="74579"/>
                  </a:cubicBezTo>
                  <a:cubicBezTo>
                    <a:pt x="19509" y="77375"/>
                    <a:pt x="24979" y="84303"/>
                    <a:pt x="31177" y="93540"/>
                  </a:cubicBezTo>
                  <a:cubicBezTo>
                    <a:pt x="35249" y="99496"/>
                    <a:pt x="38713" y="105817"/>
                    <a:pt x="41570" y="112441"/>
                  </a:cubicBezTo>
                  <a:lnTo>
                    <a:pt x="41691" y="112867"/>
                  </a:lnTo>
                  <a:cubicBezTo>
                    <a:pt x="42055" y="114372"/>
                    <a:pt x="43438" y="115390"/>
                    <a:pt x="44931" y="115390"/>
                  </a:cubicBezTo>
                  <a:cubicBezTo>
                    <a:pt x="45187" y="115390"/>
                    <a:pt x="45445" y="115360"/>
                    <a:pt x="45703" y="115298"/>
                  </a:cubicBezTo>
                  <a:lnTo>
                    <a:pt x="45824" y="115298"/>
                  </a:lnTo>
                  <a:lnTo>
                    <a:pt x="89642" y="102657"/>
                  </a:lnTo>
                  <a:cubicBezTo>
                    <a:pt x="91405" y="102170"/>
                    <a:pt x="92438" y="100347"/>
                    <a:pt x="91952" y="98585"/>
                  </a:cubicBezTo>
                  <a:cubicBezTo>
                    <a:pt x="91891" y="98524"/>
                    <a:pt x="91891" y="98524"/>
                    <a:pt x="91891" y="98463"/>
                  </a:cubicBezTo>
                  <a:lnTo>
                    <a:pt x="91769" y="98038"/>
                  </a:lnTo>
                  <a:cubicBezTo>
                    <a:pt x="90675" y="90927"/>
                    <a:pt x="90250" y="83695"/>
                    <a:pt x="90493" y="76463"/>
                  </a:cubicBezTo>
                  <a:cubicBezTo>
                    <a:pt x="90858" y="65402"/>
                    <a:pt x="91769" y="56590"/>
                    <a:pt x="92256" y="53004"/>
                  </a:cubicBezTo>
                  <a:cubicBezTo>
                    <a:pt x="98119" y="24913"/>
                    <a:pt x="76212" y="0"/>
                    <a:pt x="493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 rot="-884633">
              <a:off x="5446586" y="1066106"/>
              <a:ext cx="2209367" cy="2591269"/>
            </a:xfrm>
            <a:custGeom>
              <a:avLst/>
              <a:gdLst/>
              <a:ahLst/>
              <a:cxnLst/>
              <a:rect l="l" t="t" r="r" b="b"/>
              <a:pathLst>
                <a:path w="99343" h="116515" extrusionOk="0">
                  <a:moveTo>
                    <a:pt x="49991" y="1125"/>
                  </a:moveTo>
                  <a:cubicBezTo>
                    <a:pt x="76498" y="1125"/>
                    <a:pt x="98133" y="25732"/>
                    <a:pt x="92317" y="53477"/>
                  </a:cubicBezTo>
                  <a:cubicBezTo>
                    <a:pt x="91344" y="61317"/>
                    <a:pt x="90797" y="69157"/>
                    <a:pt x="90615" y="77058"/>
                  </a:cubicBezTo>
                  <a:cubicBezTo>
                    <a:pt x="90311" y="87329"/>
                    <a:pt x="91405" y="97235"/>
                    <a:pt x="91891" y="98754"/>
                  </a:cubicBezTo>
                  <a:lnTo>
                    <a:pt x="92013" y="99180"/>
                  </a:lnTo>
                  <a:cubicBezTo>
                    <a:pt x="92013" y="99240"/>
                    <a:pt x="92013" y="99240"/>
                    <a:pt x="92013" y="99301"/>
                  </a:cubicBezTo>
                  <a:cubicBezTo>
                    <a:pt x="92438" y="100760"/>
                    <a:pt x="91587" y="102218"/>
                    <a:pt x="90129" y="102644"/>
                  </a:cubicBezTo>
                  <a:lnTo>
                    <a:pt x="46311" y="115285"/>
                  </a:lnTo>
                  <a:lnTo>
                    <a:pt x="46189" y="115285"/>
                  </a:lnTo>
                  <a:cubicBezTo>
                    <a:pt x="45991" y="115326"/>
                    <a:pt x="45793" y="115346"/>
                    <a:pt x="45597" y="115346"/>
                  </a:cubicBezTo>
                  <a:cubicBezTo>
                    <a:pt x="44354" y="115346"/>
                    <a:pt x="43222" y="114539"/>
                    <a:pt x="42907" y="113279"/>
                  </a:cubicBezTo>
                  <a:lnTo>
                    <a:pt x="42786" y="112793"/>
                  </a:lnTo>
                  <a:cubicBezTo>
                    <a:pt x="42360" y="111213"/>
                    <a:pt x="38045" y="102340"/>
                    <a:pt x="32333" y="93771"/>
                  </a:cubicBezTo>
                  <a:cubicBezTo>
                    <a:pt x="26073" y="84411"/>
                    <a:pt x="20482" y="77362"/>
                    <a:pt x="18294" y="74748"/>
                  </a:cubicBezTo>
                  <a:cubicBezTo>
                    <a:pt x="13432" y="69643"/>
                    <a:pt x="9846" y="63383"/>
                    <a:pt x="7841" y="56637"/>
                  </a:cubicBezTo>
                  <a:cubicBezTo>
                    <a:pt x="1277" y="33665"/>
                    <a:pt x="14587" y="10024"/>
                    <a:pt x="38228" y="2731"/>
                  </a:cubicBezTo>
                  <a:lnTo>
                    <a:pt x="38349" y="2731"/>
                  </a:lnTo>
                  <a:lnTo>
                    <a:pt x="38714" y="2609"/>
                  </a:lnTo>
                  <a:cubicBezTo>
                    <a:pt x="42527" y="1600"/>
                    <a:pt x="46306" y="1125"/>
                    <a:pt x="49991" y="1125"/>
                  </a:cubicBezTo>
                  <a:close/>
                  <a:moveTo>
                    <a:pt x="50051" y="1"/>
                  </a:moveTo>
                  <a:cubicBezTo>
                    <a:pt x="46286" y="1"/>
                    <a:pt x="42426" y="486"/>
                    <a:pt x="38532" y="1515"/>
                  </a:cubicBezTo>
                  <a:lnTo>
                    <a:pt x="37863" y="1697"/>
                  </a:lnTo>
                  <a:cubicBezTo>
                    <a:pt x="13614" y="9233"/>
                    <a:pt x="1" y="33482"/>
                    <a:pt x="6747" y="56941"/>
                  </a:cubicBezTo>
                  <a:cubicBezTo>
                    <a:pt x="8752" y="63930"/>
                    <a:pt x="12460" y="70312"/>
                    <a:pt x="17443" y="75538"/>
                  </a:cubicBezTo>
                  <a:cubicBezTo>
                    <a:pt x="19631" y="78091"/>
                    <a:pt x="25161" y="85080"/>
                    <a:pt x="31421" y="94439"/>
                  </a:cubicBezTo>
                  <a:cubicBezTo>
                    <a:pt x="35432" y="100334"/>
                    <a:pt x="38896" y="106594"/>
                    <a:pt x="41753" y="113158"/>
                  </a:cubicBezTo>
                  <a:lnTo>
                    <a:pt x="41874" y="113583"/>
                  </a:lnTo>
                  <a:lnTo>
                    <a:pt x="41874" y="113705"/>
                  </a:lnTo>
                  <a:cubicBezTo>
                    <a:pt x="42330" y="115425"/>
                    <a:pt x="43881" y="116514"/>
                    <a:pt x="45581" y="116514"/>
                  </a:cubicBezTo>
                  <a:cubicBezTo>
                    <a:pt x="45922" y="116514"/>
                    <a:pt x="46269" y="116470"/>
                    <a:pt x="46615" y="116379"/>
                  </a:cubicBezTo>
                  <a:lnTo>
                    <a:pt x="90494" y="103738"/>
                  </a:lnTo>
                  <a:lnTo>
                    <a:pt x="90494" y="103677"/>
                  </a:lnTo>
                  <a:lnTo>
                    <a:pt x="90615" y="103677"/>
                  </a:lnTo>
                  <a:cubicBezTo>
                    <a:pt x="92621" y="103008"/>
                    <a:pt x="93715" y="100820"/>
                    <a:pt x="93107" y="98815"/>
                  </a:cubicBezTo>
                  <a:lnTo>
                    <a:pt x="92985" y="98389"/>
                  </a:lnTo>
                  <a:cubicBezTo>
                    <a:pt x="91891" y="91340"/>
                    <a:pt x="91466" y="84168"/>
                    <a:pt x="91709" y="77058"/>
                  </a:cubicBezTo>
                  <a:cubicBezTo>
                    <a:pt x="92013" y="65875"/>
                    <a:pt x="93046" y="56941"/>
                    <a:pt x="93471" y="53660"/>
                  </a:cubicBezTo>
                  <a:cubicBezTo>
                    <a:pt x="99342" y="25213"/>
                    <a:pt x="77186" y="1"/>
                    <a:pt x="500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 rot="-884614">
              <a:off x="6134832" y="1218500"/>
              <a:ext cx="842118" cy="736497"/>
            </a:xfrm>
            <a:custGeom>
              <a:avLst/>
              <a:gdLst/>
              <a:ahLst/>
              <a:cxnLst/>
              <a:rect l="l" t="t" r="r" b="b"/>
              <a:pathLst>
                <a:path w="37864" h="33115" extrusionOk="0">
                  <a:moveTo>
                    <a:pt x="19223" y="1"/>
                  </a:moveTo>
                  <a:cubicBezTo>
                    <a:pt x="17614" y="1"/>
                    <a:pt x="15974" y="225"/>
                    <a:pt x="14344" y="695"/>
                  </a:cubicBezTo>
                  <a:cubicBezTo>
                    <a:pt x="5288" y="3309"/>
                    <a:pt x="1" y="12546"/>
                    <a:pt x="2493" y="21298"/>
                  </a:cubicBezTo>
                  <a:cubicBezTo>
                    <a:pt x="4585" y="28472"/>
                    <a:pt x="11253" y="33115"/>
                    <a:pt x="18577" y="33115"/>
                  </a:cubicBezTo>
                  <a:cubicBezTo>
                    <a:pt x="20187" y="33115"/>
                    <a:pt x="21828" y="32890"/>
                    <a:pt x="23460" y="32420"/>
                  </a:cubicBezTo>
                  <a:cubicBezTo>
                    <a:pt x="32515" y="29806"/>
                    <a:pt x="37863" y="20629"/>
                    <a:pt x="35311" y="11878"/>
                  </a:cubicBezTo>
                  <a:cubicBezTo>
                    <a:pt x="33218" y="4652"/>
                    <a:pt x="26548" y="1"/>
                    <a:pt x="19223" y="1"/>
                  </a:cubicBezTo>
                  <a:close/>
                </a:path>
              </a:pathLst>
            </a:custGeom>
            <a:solidFill>
              <a:srgbClr val="FFFFFF">
                <a:alpha val="33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 rot="-884614">
              <a:off x="6147893" y="1399349"/>
              <a:ext cx="410917" cy="359786"/>
            </a:xfrm>
            <a:custGeom>
              <a:avLst/>
              <a:gdLst/>
              <a:ahLst/>
              <a:cxnLst/>
              <a:rect l="l" t="t" r="r" b="b"/>
              <a:pathLst>
                <a:path w="18476" h="16177" extrusionOk="0">
                  <a:moveTo>
                    <a:pt x="9417" y="1"/>
                  </a:moveTo>
                  <a:cubicBezTo>
                    <a:pt x="8634" y="1"/>
                    <a:pt x="7838" y="110"/>
                    <a:pt x="7050" y="340"/>
                  </a:cubicBezTo>
                  <a:cubicBezTo>
                    <a:pt x="2614" y="1616"/>
                    <a:pt x="0" y="6114"/>
                    <a:pt x="1216" y="10368"/>
                  </a:cubicBezTo>
                  <a:cubicBezTo>
                    <a:pt x="2262" y="13906"/>
                    <a:pt x="5515" y="16177"/>
                    <a:pt x="9098" y="16177"/>
                  </a:cubicBezTo>
                  <a:cubicBezTo>
                    <a:pt x="9885" y="16177"/>
                    <a:pt x="10688" y="16067"/>
                    <a:pt x="11487" y="15837"/>
                  </a:cubicBezTo>
                  <a:cubicBezTo>
                    <a:pt x="15923" y="14561"/>
                    <a:pt x="18476" y="10064"/>
                    <a:pt x="17260" y="5810"/>
                  </a:cubicBezTo>
                  <a:cubicBezTo>
                    <a:pt x="16264" y="2272"/>
                    <a:pt x="12979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 rot="-884614">
              <a:off x="5714840" y="1450420"/>
              <a:ext cx="138336" cy="106910"/>
            </a:xfrm>
            <a:custGeom>
              <a:avLst/>
              <a:gdLst/>
              <a:ahLst/>
              <a:cxnLst/>
              <a:rect l="l" t="t" r="r" b="b"/>
              <a:pathLst>
                <a:path w="6220" h="4807" extrusionOk="0">
                  <a:moveTo>
                    <a:pt x="4912" y="0"/>
                  </a:moveTo>
                  <a:cubicBezTo>
                    <a:pt x="4695" y="0"/>
                    <a:pt x="4473" y="61"/>
                    <a:pt x="4274" y="193"/>
                  </a:cubicBezTo>
                  <a:cubicBezTo>
                    <a:pt x="3120" y="983"/>
                    <a:pt x="1965" y="1894"/>
                    <a:pt x="871" y="2806"/>
                  </a:cubicBezTo>
                  <a:cubicBezTo>
                    <a:pt x="0" y="3514"/>
                    <a:pt x="592" y="4806"/>
                    <a:pt x="1554" y="4806"/>
                  </a:cubicBezTo>
                  <a:cubicBezTo>
                    <a:pt x="1667" y="4806"/>
                    <a:pt x="1784" y="4789"/>
                    <a:pt x="1904" y="4751"/>
                  </a:cubicBezTo>
                  <a:cubicBezTo>
                    <a:pt x="2026" y="4690"/>
                    <a:pt x="2208" y="4629"/>
                    <a:pt x="2330" y="4508"/>
                  </a:cubicBezTo>
                  <a:cubicBezTo>
                    <a:pt x="3363" y="3657"/>
                    <a:pt x="4396" y="2806"/>
                    <a:pt x="5551" y="2077"/>
                  </a:cubicBezTo>
                  <a:cubicBezTo>
                    <a:pt x="6098" y="1712"/>
                    <a:pt x="6219" y="1044"/>
                    <a:pt x="5855" y="497"/>
                  </a:cubicBezTo>
                  <a:cubicBezTo>
                    <a:pt x="5661" y="187"/>
                    <a:pt x="5294" y="0"/>
                    <a:pt x="4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 rot="-884614">
              <a:off x="5539249" y="1600419"/>
              <a:ext cx="248249" cy="324357"/>
            </a:xfrm>
            <a:custGeom>
              <a:avLst/>
              <a:gdLst/>
              <a:ahLst/>
              <a:cxnLst/>
              <a:rect l="l" t="t" r="r" b="b"/>
              <a:pathLst>
                <a:path w="11162" h="14584" extrusionOk="0">
                  <a:moveTo>
                    <a:pt x="9604" y="0"/>
                  </a:moveTo>
                  <a:cubicBezTo>
                    <a:pt x="9368" y="0"/>
                    <a:pt x="9117" y="77"/>
                    <a:pt x="8874" y="256"/>
                  </a:cubicBezTo>
                  <a:cubicBezTo>
                    <a:pt x="4924" y="3720"/>
                    <a:pt x="1946" y="8157"/>
                    <a:pt x="183" y="13140"/>
                  </a:cubicBezTo>
                  <a:cubicBezTo>
                    <a:pt x="1" y="13748"/>
                    <a:pt x="366" y="14356"/>
                    <a:pt x="973" y="14538"/>
                  </a:cubicBezTo>
                  <a:cubicBezTo>
                    <a:pt x="1065" y="14568"/>
                    <a:pt x="1171" y="14584"/>
                    <a:pt x="1277" y="14584"/>
                  </a:cubicBezTo>
                  <a:cubicBezTo>
                    <a:pt x="1384" y="14584"/>
                    <a:pt x="1490" y="14568"/>
                    <a:pt x="1581" y="14538"/>
                  </a:cubicBezTo>
                  <a:cubicBezTo>
                    <a:pt x="1946" y="14416"/>
                    <a:pt x="2250" y="14173"/>
                    <a:pt x="2371" y="13809"/>
                  </a:cubicBezTo>
                  <a:cubicBezTo>
                    <a:pt x="4012" y="9190"/>
                    <a:pt x="6808" y="5118"/>
                    <a:pt x="10393" y="1897"/>
                  </a:cubicBezTo>
                  <a:cubicBezTo>
                    <a:pt x="11161" y="1081"/>
                    <a:pt x="10489" y="0"/>
                    <a:pt x="9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 rot="-884614">
              <a:off x="6375453" y="3040149"/>
              <a:ext cx="409338" cy="604099"/>
            </a:xfrm>
            <a:custGeom>
              <a:avLst/>
              <a:gdLst/>
              <a:ahLst/>
              <a:cxnLst/>
              <a:rect l="l" t="t" r="r" b="b"/>
              <a:pathLst>
                <a:path w="18405" h="27162" extrusionOk="0">
                  <a:moveTo>
                    <a:pt x="1554" y="1"/>
                  </a:moveTo>
                  <a:cubicBezTo>
                    <a:pt x="758" y="1"/>
                    <a:pt x="0" y="864"/>
                    <a:pt x="553" y="1758"/>
                  </a:cubicBezTo>
                  <a:cubicBezTo>
                    <a:pt x="3653" y="6437"/>
                    <a:pt x="7725" y="12880"/>
                    <a:pt x="9548" y="16587"/>
                  </a:cubicBezTo>
                  <a:cubicBezTo>
                    <a:pt x="10520" y="18471"/>
                    <a:pt x="11189" y="20233"/>
                    <a:pt x="11736" y="21570"/>
                  </a:cubicBezTo>
                  <a:cubicBezTo>
                    <a:pt x="13025" y="24734"/>
                    <a:pt x="13975" y="27050"/>
                    <a:pt x="16490" y="27050"/>
                  </a:cubicBezTo>
                  <a:cubicBezTo>
                    <a:pt x="16585" y="27050"/>
                    <a:pt x="16681" y="27047"/>
                    <a:pt x="16780" y="27040"/>
                  </a:cubicBezTo>
                  <a:lnTo>
                    <a:pt x="17023" y="26979"/>
                  </a:lnTo>
                  <a:lnTo>
                    <a:pt x="16962" y="27162"/>
                  </a:lnTo>
                  <a:cubicBezTo>
                    <a:pt x="18404" y="26873"/>
                    <a:pt x="18150" y="24834"/>
                    <a:pt x="16822" y="24834"/>
                  </a:cubicBezTo>
                  <a:cubicBezTo>
                    <a:pt x="16750" y="24834"/>
                    <a:pt x="16675" y="24840"/>
                    <a:pt x="16598" y="24852"/>
                  </a:cubicBezTo>
                  <a:cubicBezTo>
                    <a:pt x="16564" y="24854"/>
                    <a:pt x="16531" y="24855"/>
                    <a:pt x="16499" y="24855"/>
                  </a:cubicBezTo>
                  <a:cubicBezTo>
                    <a:pt x="15536" y="24855"/>
                    <a:pt x="15096" y="23957"/>
                    <a:pt x="13802" y="20841"/>
                  </a:cubicBezTo>
                  <a:cubicBezTo>
                    <a:pt x="13255" y="19382"/>
                    <a:pt x="12526" y="17620"/>
                    <a:pt x="11554" y="15554"/>
                  </a:cubicBezTo>
                  <a:cubicBezTo>
                    <a:pt x="9670" y="11786"/>
                    <a:pt x="5598" y="5283"/>
                    <a:pt x="2498" y="542"/>
                  </a:cubicBezTo>
                  <a:cubicBezTo>
                    <a:pt x="2243" y="160"/>
                    <a:pt x="1895" y="1"/>
                    <a:pt x="1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 rot="-884614">
              <a:off x="6206676" y="2987103"/>
              <a:ext cx="110602" cy="121745"/>
            </a:xfrm>
            <a:custGeom>
              <a:avLst/>
              <a:gdLst/>
              <a:ahLst/>
              <a:cxnLst/>
              <a:rect l="l" t="t" r="r" b="b"/>
              <a:pathLst>
                <a:path w="4973" h="5474" extrusionOk="0">
                  <a:moveTo>
                    <a:pt x="1585" y="1"/>
                  </a:moveTo>
                  <a:cubicBezTo>
                    <a:pt x="765" y="1"/>
                    <a:pt x="1" y="941"/>
                    <a:pt x="658" y="1817"/>
                  </a:cubicBezTo>
                  <a:cubicBezTo>
                    <a:pt x="658" y="1817"/>
                    <a:pt x="1448" y="3033"/>
                    <a:pt x="2724" y="4978"/>
                  </a:cubicBezTo>
                  <a:cubicBezTo>
                    <a:pt x="2949" y="5292"/>
                    <a:pt x="3273" y="5473"/>
                    <a:pt x="3647" y="5473"/>
                  </a:cubicBezTo>
                  <a:cubicBezTo>
                    <a:pt x="3780" y="5473"/>
                    <a:pt x="3918" y="5451"/>
                    <a:pt x="4061" y="5403"/>
                  </a:cubicBezTo>
                  <a:cubicBezTo>
                    <a:pt x="4122" y="5342"/>
                    <a:pt x="4183" y="5342"/>
                    <a:pt x="4304" y="5282"/>
                  </a:cubicBezTo>
                  <a:cubicBezTo>
                    <a:pt x="4791" y="4917"/>
                    <a:pt x="4973" y="4248"/>
                    <a:pt x="4608" y="3701"/>
                  </a:cubicBezTo>
                  <a:cubicBezTo>
                    <a:pt x="3332" y="1757"/>
                    <a:pt x="2542" y="541"/>
                    <a:pt x="2542" y="541"/>
                  </a:cubicBezTo>
                  <a:lnTo>
                    <a:pt x="2481" y="480"/>
                  </a:lnTo>
                  <a:cubicBezTo>
                    <a:pt x="2227" y="141"/>
                    <a:pt x="1902" y="1"/>
                    <a:pt x="1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 rot="-884614">
              <a:off x="6528714" y="2240368"/>
              <a:ext cx="774528" cy="1216983"/>
            </a:xfrm>
            <a:custGeom>
              <a:avLst/>
              <a:gdLst/>
              <a:ahLst/>
              <a:cxnLst/>
              <a:rect l="l" t="t" r="r" b="b"/>
              <a:pathLst>
                <a:path w="34825" h="54719" extrusionOk="0">
                  <a:moveTo>
                    <a:pt x="22335" y="2226"/>
                  </a:moveTo>
                  <a:cubicBezTo>
                    <a:pt x="22366" y="2226"/>
                    <a:pt x="22396" y="2241"/>
                    <a:pt x="22426" y="2271"/>
                  </a:cubicBezTo>
                  <a:cubicBezTo>
                    <a:pt x="23034" y="2332"/>
                    <a:pt x="23946" y="3426"/>
                    <a:pt x="23946" y="5614"/>
                  </a:cubicBezTo>
                  <a:cubicBezTo>
                    <a:pt x="23824" y="7255"/>
                    <a:pt x="23156" y="8835"/>
                    <a:pt x="22123" y="10111"/>
                  </a:cubicBezTo>
                  <a:cubicBezTo>
                    <a:pt x="21332" y="7012"/>
                    <a:pt x="20968" y="4885"/>
                    <a:pt x="21150" y="4095"/>
                  </a:cubicBezTo>
                  <a:cubicBezTo>
                    <a:pt x="21393" y="2940"/>
                    <a:pt x="21879" y="2393"/>
                    <a:pt x="22244" y="2271"/>
                  </a:cubicBezTo>
                  <a:cubicBezTo>
                    <a:pt x="22274" y="2241"/>
                    <a:pt x="22305" y="2226"/>
                    <a:pt x="22335" y="2226"/>
                  </a:cubicBezTo>
                  <a:close/>
                  <a:moveTo>
                    <a:pt x="5446" y="4758"/>
                  </a:moveTo>
                  <a:cubicBezTo>
                    <a:pt x="5868" y="4758"/>
                    <a:pt x="6272" y="4892"/>
                    <a:pt x="6625" y="5128"/>
                  </a:cubicBezTo>
                  <a:cubicBezTo>
                    <a:pt x="8813" y="6586"/>
                    <a:pt x="9907" y="11570"/>
                    <a:pt x="10150" y="13393"/>
                  </a:cubicBezTo>
                  <a:lnTo>
                    <a:pt x="10211" y="13576"/>
                  </a:lnTo>
                  <a:lnTo>
                    <a:pt x="10393" y="14183"/>
                  </a:lnTo>
                  <a:cubicBezTo>
                    <a:pt x="10089" y="14122"/>
                    <a:pt x="9785" y="13940"/>
                    <a:pt x="9482" y="13819"/>
                  </a:cubicBezTo>
                  <a:cubicBezTo>
                    <a:pt x="4437" y="11266"/>
                    <a:pt x="2310" y="8349"/>
                    <a:pt x="2492" y="6769"/>
                  </a:cubicBezTo>
                  <a:cubicBezTo>
                    <a:pt x="2614" y="5675"/>
                    <a:pt x="3769" y="5128"/>
                    <a:pt x="4741" y="4885"/>
                  </a:cubicBezTo>
                  <a:cubicBezTo>
                    <a:pt x="4978" y="4799"/>
                    <a:pt x="5215" y="4758"/>
                    <a:pt x="5446" y="4758"/>
                  </a:cubicBezTo>
                  <a:close/>
                  <a:moveTo>
                    <a:pt x="22398" y="1"/>
                  </a:moveTo>
                  <a:cubicBezTo>
                    <a:pt x="21106" y="1"/>
                    <a:pt x="19516" y="983"/>
                    <a:pt x="18902" y="3609"/>
                  </a:cubicBezTo>
                  <a:cubicBezTo>
                    <a:pt x="18658" y="4763"/>
                    <a:pt x="19205" y="7863"/>
                    <a:pt x="20299" y="12056"/>
                  </a:cubicBezTo>
                  <a:cubicBezTo>
                    <a:pt x="19813" y="12482"/>
                    <a:pt x="19266" y="12846"/>
                    <a:pt x="18719" y="13211"/>
                  </a:cubicBezTo>
                  <a:cubicBezTo>
                    <a:pt x="17103" y="14250"/>
                    <a:pt x="15157" y="14796"/>
                    <a:pt x="13248" y="14796"/>
                  </a:cubicBezTo>
                  <a:cubicBezTo>
                    <a:pt x="13147" y="14796"/>
                    <a:pt x="13046" y="14794"/>
                    <a:pt x="12946" y="14791"/>
                  </a:cubicBezTo>
                  <a:lnTo>
                    <a:pt x="12399" y="13029"/>
                  </a:lnTo>
                  <a:cubicBezTo>
                    <a:pt x="12277" y="11935"/>
                    <a:pt x="11305" y="5493"/>
                    <a:pt x="7962" y="3244"/>
                  </a:cubicBezTo>
                  <a:cubicBezTo>
                    <a:pt x="7192" y="2758"/>
                    <a:pt x="6315" y="2488"/>
                    <a:pt x="5437" y="2488"/>
                  </a:cubicBezTo>
                  <a:cubicBezTo>
                    <a:pt x="4998" y="2488"/>
                    <a:pt x="4559" y="2555"/>
                    <a:pt x="4133" y="2697"/>
                  </a:cubicBezTo>
                  <a:cubicBezTo>
                    <a:pt x="1034" y="3609"/>
                    <a:pt x="365" y="5493"/>
                    <a:pt x="244" y="6586"/>
                  </a:cubicBezTo>
                  <a:cubicBezTo>
                    <a:pt x="1" y="9625"/>
                    <a:pt x="3039" y="13089"/>
                    <a:pt x="8509" y="15824"/>
                  </a:cubicBezTo>
                  <a:cubicBezTo>
                    <a:pt x="9360" y="16250"/>
                    <a:pt x="10211" y="16614"/>
                    <a:pt x="11122" y="16797"/>
                  </a:cubicBezTo>
                  <a:lnTo>
                    <a:pt x="21819" y="53930"/>
                  </a:lnTo>
                  <a:cubicBezTo>
                    <a:pt x="21986" y="54479"/>
                    <a:pt x="22425" y="54719"/>
                    <a:pt x="22871" y="54719"/>
                  </a:cubicBezTo>
                  <a:cubicBezTo>
                    <a:pt x="23560" y="54719"/>
                    <a:pt x="24265" y="54147"/>
                    <a:pt x="24007" y="53261"/>
                  </a:cubicBezTo>
                  <a:lnTo>
                    <a:pt x="13553" y="17040"/>
                  </a:lnTo>
                  <a:cubicBezTo>
                    <a:pt x="15802" y="16979"/>
                    <a:pt x="17990" y="16310"/>
                    <a:pt x="19874" y="15034"/>
                  </a:cubicBezTo>
                  <a:cubicBezTo>
                    <a:pt x="20239" y="14852"/>
                    <a:pt x="20603" y="14609"/>
                    <a:pt x="20907" y="14426"/>
                  </a:cubicBezTo>
                  <a:cubicBezTo>
                    <a:pt x="24310" y="26946"/>
                    <a:pt x="30752" y="46090"/>
                    <a:pt x="32454" y="51073"/>
                  </a:cubicBezTo>
                  <a:cubicBezTo>
                    <a:pt x="32610" y="51592"/>
                    <a:pt x="33076" y="51890"/>
                    <a:pt x="33587" y="51890"/>
                  </a:cubicBezTo>
                  <a:cubicBezTo>
                    <a:pt x="33675" y="51890"/>
                    <a:pt x="33763" y="51881"/>
                    <a:pt x="33852" y="51863"/>
                  </a:cubicBezTo>
                  <a:lnTo>
                    <a:pt x="33913" y="51863"/>
                  </a:lnTo>
                  <a:cubicBezTo>
                    <a:pt x="34520" y="51620"/>
                    <a:pt x="34824" y="51013"/>
                    <a:pt x="34642" y="50405"/>
                  </a:cubicBezTo>
                  <a:cubicBezTo>
                    <a:pt x="30813" y="39162"/>
                    <a:pt x="25526" y="22813"/>
                    <a:pt x="22852" y="12785"/>
                  </a:cubicBezTo>
                  <a:cubicBezTo>
                    <a:pt x="24979" y="10598"/>
                    <a:pt x="26316" y="7924"/>
                    <a:pt x="26255" y="5614"/>
                  </a:cubicBezTo>
                  <a:cubicBezTo>
                    <a:pt x="26194" y="2028"/>
                    <a:pt x="24371" y="205"/>
                    <a:pt x="22730" y="23"/>
                  </a:cubicBezTo>
                  <a:cubicBezTo>
                    <a:pt x="22622" y="8"/>
                    <a:pt x="22511" y="1"/>
                    <a:pt x="22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 rot="-884614">
              <a:off x="6762699" y="3193640"/>
              <a:ext cx="1081337" cy="528525"/>
            </a:xfrm>
            <a:custGeom>
              <a:avLst/>
              <a:gdLst/>
              <a:ahLst/>
              <a:cxnLst/>
              <a:rect l="l" t="t" r="r" b="b"/>
              <a:pathLst>
                <a:path w="48620" h="23764" extrusionOk="0">
                  <a:moveTo>
                    <a:pt x="45581" y="1"/>
                  </a:moveTo>
                  <a:lnTo>
                    <a:pt x="1" y="13189"/>
                  </a:lnTo>
                  <a:lnTo>
                    <a:pt x="3039" y="23763"/>
                  </a:lnTo>
                  <a:lnTo>
                    <a:pt x="48620" y="10575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 rot="-884614">
              <a:off x="6749254" y="3181801"/>
              <a:ext cx="1109738" cy="552612"/>
            </a:xfrm>
            <a:custGeom>
              <a:avLst/>
              <a:gdLst/>
              <a:ahLst/>
              <a:cxnLst/>
              <a:rect l="l" t="t" r="r" b="b"/>
              <a:pathLst>
                <a:path w="49897" h="24847" extrusionOk="0">
                  <a:moveTo>
                    <a:pt x="45825" y="1254"/>
                  </a:moveTo>
                  <a:lnTo>
                    <a:pt x="48559" y="10735"/>
                  </a:lnTo>
                  <a:lnTo>
                    <a:pt x="4012" y="23558"/>
                  </a:lnTo>
                  <a:lnTo>
                    <a:pt x="1277" y="14077"/>
                  </a:lnTo>
                  <a:lnTo>
                    <a:pt x="45825" y="1254"/>
                  </a:lnTo>
                  <a:close/>
                  <a:moveTo>
                    <a:pt x="46260" y="0"/>
                  </a:moveTo>
                  <a:cubicBezTo>
                    <a:pt x="46198" y="0"/>
                    <a:pt x="46133" y="13"/>
                    <a:pt x="46068" y="38"/>
                  </a:cubicBezTo>
                  <a:lnTo>
                    <a:pt x="487" y="13166"/>
                  </a:lnTo>
                  <a:cubicBezTo>
                    <a:pt x="183" y="13227"/>
                    <a:pt x="1" y="13530"/>
                    <a:pt x="62" y="13834"/>
                  </a:cubicBezTo>
                  <a:lnTo>
                    <a:pt x="3100" y="24409"/>
                  </a:lnTo>
                  <a:cubicBezTo>
                    <a:pt x="3206" y="24674"/>
                    <a:pt x="3450" y="24846"/>
                    <a:pt x="3712" y="24846"/>
                  </a:cubicBezTo>
                  <a:cubicBezTo>
                    <a:pt x="3751" y="24846"/>
                    <a:pt x="3790" y="24842"/>
                    <a:pt x="3830" y="24834"/>
                  </a:cubicBezTo>
                  <a:lnTo>
                    <a:pt x="49410" y="11646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3"/>
                  </a:lnTo>
                  <a:cubicBezTo>
                    <a:pt x="46688" y="164"/>
                    <a:pt x="46490" y="0"/>
                    <a:pt x="462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 rot="-884614">
              <a:off x="6917870" y="3454675"/>
              <a:ext cx="1081337" cy="527169"/>
            </a:xfrm>
            <a:custGeom>
              <a:avLst/>
              <a:gdLst/>
              <a:ahLst/>
              <a:cxnLst/>
              <a:rect l="l" t="t" r="r" b="b"/>
              <a:pathLst>
                <a:path w="48620" h="23703" extrusionOk="0">
                  <a:moveTo>
                    <a:pt x="45581" y="1"/>
                  </a:moveTo>
                  <a:lnTo>
                    <a:pt x="1" y="13128"/>
                  </a:lnTo>
                  <a:lnTo>
                    <a:pt x="3039" y="23703"/>
                  </a:lnTo>
                  <a:lnTo>
                    <a:pt x="48620" y="10576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 rot="-884614">
              <a:off x="6904263" y="3441499"/>
              <a:ext cx="1109738" cy="552701"/>
            </a:xfrm>
            <a:custGeom>
              <a:avLst/>
              <a:gdLst/>
              <a:ahLst/>
              <a:cxnLst/>
              <a:rect l="l" t="t" r="r" b="b"/>
              <a:pathLst>
                <a:path w="49897" h="24851" extrusionOk="0">
                  <a:moveTo>
                    <a:pt x="45825" y="1254"/>
                  </a:moveTo>
                  <a:lnTo>
                    <a:pt x="48559" y="10796"/>
                  </a:lnTo>
                  <a:lnTo>
                    <a:pt x="4073" y="23619"/>
                  </a:lnTo>
                  <a:lnTo>
                    <a:pt x="1338" y="14078"/>
                  </a:lnTo>
                  <a:lnTo>
                    <a:pt x="45825" y="1254"/>
                  </a:lnTo>
                  <a:close/>
                  <a:moveTo>
                    <a:pt x="46260" y="1"/>
                  </a:moveTo>
                  <a:cubicBezTo>
                    <a:pt x="46198" y="1"/>
                    <a:pt x="46133" y="13"/>
                    <a:pt x="46068" y="39"/>
                  </a:cubicBezTo>
                  <a:lnTo>
                    <a:pt x="487" y="13166"/>
                  </a:lnTo>
                  <a:cubicBezTo>
                    <a:pt x="183" y="13227"/>
                    <a:pt x="1" y="13592"/>
                    <a:pt x="62" y="13896"/>
                  </a:cubicBezTo>
                  <a:lnTo>
                    <a:pt x="3100" y="24470"/>
                  </a:lnTo>
                  <a:cubicBezTo>
                    <a:pt x="3202" y="24723"/>
                    <a:pt x="3430" y="24850"/>
                    <a:pt x="3679" y="24850"/>
                  </a:cubicBezTo>
                  <a:cubicBezTo>
                    <a:pt x="3728" y="24850"/>
                    <a:pt x="3779" y="24845"/>
                    <a:pt x="3830" y="24835"/>
                  </a:cubicBezTo>
                  <a:lnTo>
                    <a:pt x="49410" y="11708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4"/>
                  </a:lnTo>
                  <a:cubicBezTo>
                    <a:pt x="46688" y="165"/>
                    <a:pt x="46490" y="1"/>
                    <a:pt x="46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 rot="-884614">
              <a:off x="6865889" y="3413384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0"/>
                  </a:moveTo>
                  <a:lnTo>
                    <a:pt x="0" y="13188"/>
                  </a:lnTo>
                  <a:lnTo>
                    <a:pt x="730" y="15680"/>
                  </a:lnTo>
                  <a:lnTo>
                    <a:pt x="46310" y="2553"/>
                  </a:lnTo>
                  <a:lnTo>
                    <a:pt x="455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 rot="-884614">
              <a:off x="6852517" y="3401537"/>
              <a:ext cx="1058363" cy="373419"/>
            </a:xfrm>
            <a:custGeom>
              <a:avLst/>
              <a:gdLst/>
              <a:ahLst/>
              <a:cxnLst/>
              <a:rect l="l" t="t" r="r" b="b"/>
              <a:pathLst>
                <a:path w="47587" h="16790" extrusionOk="0">
                  <a:moveTo>
                    <a:pt x="45824" y="1254"/>
                  </a:moveTo>
                  <a:lnTo>
                    <a:pt x="46250" y="2652"/>
                  </a:lnTo>
                  <a:lnTo>
                    <a:pt x="1763" y="15475"/>
                  </a:lnTo>
                  <a:lnTo>
                    <a:pt x="1338" y="14077"/>
                  </a:lnTo>
                  <a:lnTo>
                    <a:pt x="45824" y="1254"/>
                  </a:lnTo>
                  <a:close/>
                  <a:moveTo>
                    <a:pt x="46200" y="0"/>
                  </a:moveTo>
                  <a:cubicBezTo>
                    <a:pt x="46137" y="0"/>
                    <a:pt x="46072" y="12"/>
                    <a:pt x="46007" y="38"/>
                  </a:cubicBezTo>
                  <a:lnTo>
                    <a:pt x="426" y="13165"/>
                  </a:lnTo>
                  <a:cubicBezTo>
                    <a:pt x="122" y="13226"/>
                    <a:pt x="1" y="13530"/>
                    <a:pt x="61" y="13834"/>
                  </a:cubicBezTo>
                  <a:lnTo>
                    <a:pt x="791" y="16387"/>
                  </a:lnTo>
                  <a:cubicBezTo>
                    <a:pt x="886" y="16625"/>
                    <a:pt x="1095" y="16789"/>
                    <a:pt x="1327" y="16789"/>
                  </a:cubicBezTo>
                  <a:cubicBezTo>
                    <a:pt x="1390" y="16789"/>
                    <a:pt x="1455" y="16777"/>
                    <a:pt x="1520" y="16751"/>
                  </a:cubicBezTo>
                  <a:lnTo>
                    <a:pt x="47101" y="3624"/>
                  </a:lnTo>
                  <a:cubicBezTo>
                    <a:pt x="47404" y="3563"/>
                    <a:pt x="47587" y="3198"/>
                    <a:pt x="47465" y="2955"/>
                  </a:cubicBezTo>
                  <a:lnTo>
                    <a:pt x="46736" y="403"/>
                  </a:lnTo>
                  <a:cubicBezTo>
                    <a:pt x="46640" y="164"/>
                    <a:pt x="46432" y="0"/>
                    <a:pt x="46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 rot="-884614">
              <a:off x="7066019" y="3719130"/>
              <a:ext cx="1051602" cy="469454"/>
            </a:xfrm>
            <a:custGeom>
              <a:avLst/>
              <a:gdLst/>
              <a:ahLst/>
              <a:cxnLst/>
              <a:rect l="l" t="t" r="r" b="b"/>
              <a:pathLst>
                <a:path w="47283" h="21108" extrusionOk="0">
                  <a:moveTo>
                    <a:pt x="45581" y="0"/>
                  </a:moveTo>
                  <a:lnTo>
                    <a:pt x="1" y="13188"/>
                  </a:lnTo>
                  <a:cubicBezTo>
                    <a:pt x="1402" y="17993"/>
                    <a:pt x="5770" y="21107"/>
                    <a:pt x="10560" y="21107"/>
                  </a:cubicBezTo>
                  <a:cubicBezTo>
                    <a:pt x="11587" y="21107"/>
                    <a:pt x="12634" y="20964"/>
                    <a:pt x="13675" y="20664"/>
                  </a:cubicBezTo>
                  <a:lnTo>
                    <a:pt x="38045" y="13675"/>
                  </a:lnTo>
                  <a:cubicBezTo>
                    <a:pt x="43880" y="11973"/>
                    <a:pt x="47283" y="5896"/>
                    <a:pt x="45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 rot="-884614">
              <a:off x="7052491" y="3706699"/>
              <a:ext cx="1078646" cy="494275"/>
            </a:xfrm>
            <a:custGeom>
              <a:avLst/>
              <a:gdLst/>
              <a:ahLst/>
              <a:cxnLst/>
              <a:rect l="l" t="t" r="r" b="b"/>
              <a:pathLst>
                <a:path w="48499" h="22224" extrusionOk="0">
                  <a:moveTo>
                    <a:pt x="45825" y="1289"/>
                  </a:moveTo>
                  <a:cubicBezTo>
                    <a:pt x="47101" y="6698"/>
                    <a:pt x="43880" y="12107"/>
                    <a:pt x="38593" y="13687"/>
                  </a:cubicBezTo>
                  <a:lnTo>
                    <a:pt x="14101" y="20737"/>
                  </a:lnTo>
                  <a:cubicBezTo>
                    <a:pt x="13144" y="21008"/>
                    <a:pt x="12179" y="21138"/>
                    <a:pt x="11230" y="21138"/>
                  </a:cubicBezTo>
                  <a:cubicBezTo>
                    <a:pt x="6872" y="21138"/>
                    <a:pt x="2835" y="18404"/>
                    <a:pt x="1338" y="14112"/>
                  </a:cubicBezTo>
                  <a:lnTo>
                    <a:pt x="45825" y="1289"/>
                  </a:lnTo>
                  <a:close/>
                  <a:moveTo>
                    <a:pt x="46185" y="1"/>
                  </a:moveTo>
                  <a:cubicBezTo>
                    <a:pt x="46146" y="1"/>
                    <a:pt x="46107" y="5"/>
                    <a:pt x="46068" y="12"/>
                  </a:cubicBezTo>
                  <a:lnTo>
                    <a:pt x="487" y="13200"/>
                  </a:lnTo>
                  <a:cubicBezTo>
                    <a:pt x="183" y="13261"/>
                    <a:pt x="1" y="13565"/>
                    <a:pt x="62" y="13869"/>
                  </a:cubicBezTo>
                  <a:cubicBezTo>
                    <a:pt x="1517" y="18937"/>
                    <a:pt x="6162" y="22224"/>
                    <a:pt x="11192" y="22224"/>
                  </a:cubicBezTo>
                  <a:cubicBezTo>
                    <a:pt x="12255" y="22224"/>
                    <a:pt x="13334" y="22077"/>
                    <a:pt x="14404" y="21770"/>
                  </a:cubicBezTo>
                  <a:lnTo>
                    <a:pt x="38836" y="14781"/>
                  </a:lnTo>
                  <a:cubicBezTo>
                    <a:pt x="44974" y="12957"/>
                    <a:pt x="48499" y="6576"/>
                    <a:pt x="46736" y="438"/>
                  </a:cubicBezTo>
                  <a:cubicBezTo>
                    <a:pt x="46683" y="173"/>
                    <a:pt x="46446" y="1"/>
                    <a:pt x="461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 rot="-884614">
              <a:off x="7021232" y="3674396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1"/>
                  </a:moveTo>
                  <a:lnTo>
                    <a:pt x="0" y="13128"/>
                  </a:lnTo>
                  <a:lnTo>
                    <a:pt x="730" y="15680"/>
                  </a:lnTo>
                  <a:lnTo>
                    <a:pt x="46310" y="2492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rot="-884614">
              <a:off x="7006367" y="3662070"/>
              <a:ext cx="1058385" cy="373686"/>
            </a:xfrm>
            <a:custGeom>
              <a:avLst/>
              <a:gdLst/>
              <a:ahLst/>
              <a:cxnLst/>
              <a:rect l="l" t="t" r="r" b="b"/>
              <a:pathLst>
                <a:path w="47588" h="16802" extrusionOk="0">
                  <a:moveTo>
                    <a:pt x="45885" y="1231"/>
                  </a:moveTo>
                  <a:lnTo>
                    <a:pt x="46311" y="2690"/>
                  </a:lnTo>
                  <a:lnTo>
                    <a:pt x="1824" y="15513"/>
                  </a:lnTo>
                  <a:lnTo>
                    <a:pt x="1399" y="14115"/>
                  </a:lnTo>
                  <a:lnTo>
                    <a:pt x="45885" y="1231"/>
                  </a:lnTo>
                  <a:close/>
                  <a:moveTo>
                    <a:pt x="46219" y="1"/>
                  </a:moveTo>
                  <a:cubicBezTo>
                    <a:pt x="46169" y="1"/>
                    <a:pt x="46118" y="6"/>
                    <a:pt x="46068" y="16"/>
                  </a:cubicBezTo>
                  <a:lnTo>
                    <a:pt x="487" y="13143"/>
                  </a:lnTo>
                  <a:cubicBezTo>
                    <a:pt x="183" y="13265"/>
                    <a:pt x="1" y="13568"/>
                    <a:pt x="122" y="13872"/>
                  </a:cubicBezTo>
                  <a:lnTo>
                    <a:pt x="852" y="16364"/>
                  </a:lnTo>
                  <a:cubicBezTo>
                    <a:pt x="958" y="16629"/>
                    <a:pt x="1202" y="16801"/>
                    <a:pt x="1464" y="16801"/>
                  </a:cubicBezTo>
                  <a:cubicBezTo>
                    <a:pt x="1502" y="16801"/>
                    <a:pt x="1542" y="16797"/>
                    <a:pt x="1581" y="16789"/>
                  </a:cubicBezTo>
                  <a:lnTo>
                    <a:pt x="47162" y="3601"/>
                  </a:lnTo>
                  <a:lnTo>
                    <a:pt x="47101" y="3601"/>
                  </a:lnTo>
                  <a:cubicBezTo>
                    <a:pt x="47405" y="3541"/>
                    <a:pt x="47587" y="3237"/>
                    <a:pt x="47526" y="2933"/>
                  </a:cubicBezTo>
                  <a:lnTo>
                    <a:pt x="46797" y="380"/>
                  </a:lnTo>
                  <a:cubicBezTo>
                    <a:pt x="46696" y="127"/>
                    <a:pt x="46468" y="1"/>
                    <a:pt x="462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 rot="3455344">
              <a:off x="5236442" y="1684293"/>
              <a:ext cx="166350" cy="209583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0" name="Google Shape;1170;p42"/>
          <p:cNvSpPr txBox="1">
            <a:spLocks noGrp="1"/>
          </p:cNvSpPr>
          <p:nvPr>
            <p:ph type="title" idx="2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43"/>
          <p:cNvSpPr txBox="1">
            <a:spLocks noGrp="1"/>
          </p:cNvSpPr>
          <p:nvPr>
            <p:ph type="title"/>
          </p:nvPr>
        </p:nvSpPr>
        <p:spPr>
          <a:xfrm>
            <a:off x="1399650" y="510800"/>
            <a:ext cx="6344700" cy="5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INTRODUCTION</a:t>
            </a:r>
            <a:endParaRPr sz="4000" dirty="0"/>
          </a:p>
        </p:txBody>
      </p:sp>
      <p:sp>
        <p:nvSpPr>
          <p:cNvPr id="1176" name="Google Shape;1176;p43"/>
          <p:cNvSpPr txBox="1">
            <a:spLocks noGrp="1"/>
          </p:cNvSpPr>
          <p:nvPr>
            <p:ph type="body" idx="1"/>
          </p:nvPr>
        </p:nvSpPr>
        <p:spPr>
          <a:xfrm>
            <a:off x="-312234" y="2180241"/>
            <a:ext cx="9768468" cy="26881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dk1"/>
              </a:buClr>
              <a:buSzPts val="1100"/>
            </a:pPr>
            <a:r>
              <a:rPr lang="en-US" sz="2800" dirty="0"/>
              <a:t>NoSQL databases are a category of DBMSs, which differ to traditional RDBMS in terms of data models, scalability and flexibility.</a:t>
            </a:r>
          </a:p>
          <a:p>
            <a:pPr marL="285750" indent="-285750">
              <a:buClr>
                <a:schemeClr val="dk1"/>
              </a:buClr>
              <a:buSzPts val="1100"/>
            </a:pPr>
            <a:endParaRPr lang="en-US" sz="2800" dirty="0"/>
          </a:p>
          <a:p>
            <a:pPr marL="285750" indent="-285750">
              <a:buClr>
                <a:schemeClr val="dk1"/>
              </a:buClr>
              <a:buSzPts val="1100"/>
            </a:pPr>
            <a:r>
              <a:rPr lang="en-US" sz="2800" dirty="0"/>
              <a:t>They emerged to combat the challenges posed by Big data.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F629-CBD2-7BF4-1C50-4381C727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3B4E2-6F40-D8ED-E478-BEBF57491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297366" y="2148468"/>
            <a:ext cx="9805639" cy="3226420"/>
          </a:xfrm>
        </p:spPr>
        <p:txBody>
          <a:bodyPr/>
          <a:lstStyle/>
          <a:p>
            <a:r>
              <a:rPr lang="en-US" sz="2400" dirty="0"/>
              <a:t>E-commerce, short for electronic commerce, refers to the buying and selling of goods and services over the internet.</a:t>
            </a:r>
          </a:p>
          <a:p>
            <a:pPr marL="152400" indent="0">
              <a:buNone/>
            </a:pPr>
            <a:endParaRPr lang="en-US" sz="2400" dirty="0"/>
          </a:p>
          <a:p>
            <a:r>
              <a:rPr lang="en-US" sz="2400" dirty="0"/>
              <a:t>So we proposed the E-Commerce idea since there is a variety of data and amount of data entering the database daily is big.</a:t>
            </a:r>
          </a:p>
        </p:txBody>
      </p:sp>
    </p:spTree>
    <p:extLst>
      <p:ext uri="{BB962C8B-B14F-4D97-AF65-F5344CB8AC3E}">
        <p14:creationId xmlns:p14="http://schemas.microsoft.com/office/powerpoint/2010/main" val="424009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2"/>
          <p:cNvSpPr txBox="1">
            <a:spLocks noGrp="1"/>
          </p:cNvSpPr>
          <p:nvPr>
            <p:ph type="title"/>
          </p:nvPr>
        </p:nvSpPr>
        <p:spPr>
          <a:xfrm>
            <a:off x="626899" y="2089125"/>
            <a:ext cx="3945101" cy="5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NEXUSBUY MODELING</a:t>
            </a:r>
            <a:endParaRPr dirty="0"/>
          </a:p>
        </p:txBody>
      </p:sp>
      <p:grpSp>
        <p:nvGrpSpPr>
          <p:cNvPr id="1138" name="Google Shape;1138;p42"/>
          <p:cNvGrpSpPr/>
          <p:nvPr/>
        </p:nvGrpSpPr>
        <p:grpSpPr>
          <a:xfrm>
            <a:off x="5145769" y="703953"/>
            <a:ext cx="3095912" cy="3626137"/>
            <a:chOff x="5145769" y="703953"/>
            <a:chExt cx="3095912" cy="3626137"/>
          </a:xfrm>
        </p:grpSpPr>
        <p:sp>
          <p:nvSpPr>
            <p:cNvPr id="1139" name="Google Shape;1139;p42"/>
            <p:cNvSpPr/>
            <p:nvPr/>
          </p:nvSpPr>
          <p:spPr>
            <a:xfrm rot="-884614">
              <a:off x="5287412" y="844430"/>
              <a:ext cx="1269226" cy="1277344"/>
            </a:xfrm>
            <a:custGeom>
              <a:avLst/>
              <a:gdLst/>
              <a:ahLst/>
              <a:cxnLst/>
              <a:rect l="l" t="t" r="r" b="b"/>
              <a:pathLst>
                <a:path w="57068" h="57433" extrusionOk="0">
                  <a:moveTo>
                    <a:pt x="28443" y="13857"/>
                  </a:moveTo>
                  <a:cubicBezTo>
                    <a:pt x="36647" y="13857"/>
                    <a:pt x="43333" y="20542"/>
                    <a:pt x="43333" y="28747"/>
                  </a:cubicBezTo>
                  <a:cubicBezTo>
                    <a:pt x="43333" y="37756"/>
                    <a:pt x="35982" y="43701"/>
                    <a:pt x="28330" y="43701"/>
                  </a:cubicBezTo>
                  <a:cubicBezTo>
                    <a:pt x="24676" y="43701"/>
                    <a:pt x="20953" y="42346"/>
                    <a:pt x="17929" y="39322"/>
                  </a:cubicBezTo>
                  <a:cubicBezTo>
                    <a:pt x="8570" y="29902"/>
                    <a:pt x="15194" y="13857"/>
                    <a:pt x="28443" y="13857"/>
                  </a:cubicBezTo>
                  <a:close/>
                  <a:moveTo>
                    <a:pt x="25404" y="1"/>
                  </a:moveTo>
                  <a:lnTo>
                    <a:pt x="24006" y="5410"/>
                  </a:lnTo>
                  <a:cubicBezTo>
                    <a:pt x="22183" y="5774"/>
                    <a:pt x="20421" y="6382"/>
                    <a:pt x="18719" y="7172"/>
                  </a:cubicBezTo>
                  <a:lnTo>
                    <a:pt x="14404" y="3465"/>
                  </a:lnTo>
                  <a:lnTo>
                    <a:pt x="9542" y="6868"/>
                  </a:lnTo>
                  <a:lnTo>
                    <a:pt x="11548" y="12156"/>
                  </a:lnTo>
                  <a:cubicBezTo>
                    <a:pt x="10271" y="13493"/>
                    <a:pt x="9117" y="15012"/>
                    <a:pt x="8205" y="16592"/>
                  </a:cubicBezTo>
                  <a:lnTo>
                    <a:pt x="2553" y="15984"/>
                  </a:lnTo>
                  <a:lnTo>
                    <a:pt x="487" y="21636"/>
                  </a:lnTo>
                  <a:lnTo>
                    <a:pt x="5166" y="24797"/>
                  </a:lnTo>
                  <a:cubicBezTo>
                    <a:pt x="4923" y="26134"/>
                    <a:pt x="4802" y="27410"/>
                    <a:pt x="4802" y="28747"/>
                  </a:cubicBezTo>
                  <a:cubicBezTo>
                    <a:pt x="4802" y="29294"/>
                    <a:pt x="4802" y="29902"/>
                    <a:pt x="4863" y="30449"/>
                  </a:cubicBezTo>
                  <a:lnTo>
                    <a:pt x="1" y="33183"/>
                  </a:lnTo>
                  <a:lnTo>
                    <a:pt x="1520" y="38896"/>
                  </a:lnTo>
                  <a:lnTo>
                    <a:pt x="7050" y="38835"/>
                  </a:lnTo>
                  <a:cubicBezTo>
                    <a:pt x="7840" y="40598"/>
                    <a:pt x="8874" y="42178"/>
                    <a:pt x="10089" y="43697"/>
                  </a:cubicBezTo>
                  <a:lnTo>
                    <a:pt x="7658" y="48681"/>
                  </a:lnTo>
                  <a:lnTo>
                    <a:pt x="12216" y="52449"/>
                  </a:lnTo>
                  <a:lnTo>
                    <a:pt x="16653" y="49289"/>
                  </a:lnTo>
                  <a:cubicBezTo>
                    <a:pt x="18354" y="50261"/>
                    <a:pt x="20117" y="51051"/>
                    <a:pt x="22001" y="51598"/>
                  </a:cubicBezTo>
                  <a:lnTo>
                    <a:pt x="22852" y="56885"/>
                  </a:lnTo>
                  <a:lnTo>
                    <a:pt x="28808" y="57432"/>
                  </a:lnTo>
                  <a:lnTo>
                    <a:pt x="30570" y="52327"/>
                  </a:lnTo>
                  <a:cubicBezTo>
                    <a:pt x="32515" y="52206"/>
                    <a:pt x="34460" y="51780"/>
                    <a:pt x="36283" y="51112"/>
                  </a:cubicBezTo>
                  <a:lnTo>
                    <a:pt x="40051" y="54941"/>
                  </a:lnTo>
                  <a:lnTo>
                    <a:pt x="45217" y="51963"/>
                  </a:lnTo>
                  <a:lnTo>
                    <a:pt x="43758" y="46797"/>
                  </a:lnTo>
                  <a:cubicBezTo>
                    <a:pt x="45277" y="45521"/>
                    <a:pt x="46614" y="44062"/>
                    <a:pt x="47769" y="42482"/>
                  </a:cubicBezTo>
                  <a:lnTo>
                    <a:pt x="52996" y="43454"/>
                  </a:lnTo>
                  <a:lnTo>
                    <a:pt x="55487" y="38045"/>
                  </a:lnTo>
                  <a:lnTo>
                    <a:pt x="51416" y="34642"/>
                  </a:lnTo>
                  <a:cubicBezTo>
                    <a:pt x="51902" y="32758"/>
                    <a:pt x="52145" y="30813"/>
                    <a:pt x="52145" y="28868"/>
                  </a:cubicBezTo>
                  <a:lnTo>
                    <a:pt x="57068" y="26620"/>
                  </a:lnTo>
                  <a:lnTo>
                    <a:pt x="56034" y="20786"/>
                  </a:lnTo>
                  <a:lnTo>
                    <a:pt x="50625" y="20360"/>
                  </a:lnTo>
                  <a:cubicBezTo>
                    <a:pt x="49957" y="18537"/>
                    <a:pt x="49045" y="16835"/>
                    <a:pt x="47951" y="15255"/>
                  </a:cubicBezTo>
                  <a:lnTo>
                    <a:pt x="50747" y="10575"/>
                  </a:lnTo>
                  <a:lnTo>
                    <a:pt x="46493" y="6321"/>
                  </a:lnTo>
                  <a:lnTo>
                    <a:pt x="41752" y="9117"/>
                  </a:lnTo>
                  <a:cubicBezTo>
                    <a:pt x="39018" y="7294"/>
                    <a:pt x="35918" y="6017"/>
                    <a:pt x="32697" y="5410"/>
                  </a:cubicBezTo>
                  <a:lnTo>
                    <a:pt x="313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 rot="2192640">
              <a:off x="5665070" y="927791"/>
              <a:ext cx="237900" cy="109198"/>
            </a:xfrm>
            <a:custGeom>
              <a:avLst/>
              <a:gdLst/>
              <a:ahLst/>
              <a:cxnLst/>
              <a:rect l="l" t="t" r="r" b="b"/>
              <a:pathLst>
                <a:path w="10697" h="4910" extrusionOk="0">
                  <a:moveTo>
                    <a:pt x="670" y="1"/>
                  </a:moveTo>
                  <a:cubicBezTo>
                    <a:pt x="436" y="1"/>
                    <a:pt x="212" y="126"/>
                    <a:pt x="122" y="351"/>
                  </a:cubicBezTo>
                  <a:cubicBezTo>
                    <a:pt x="0" y="655"/>
                    <a:pt x="183" y="959"/>
                    <a:pt x="487" y="1081"/>
                  </a:cubicBezTo>
                  <a:lnTo>
                    <a:pt x="9907" y="4909"/>
                  </a:lnTo>
                  <a:lnTo>
                    <a:pt x="10271" y="4909"/>
                  </a:lnTo>
                  <a:cubicBezTo>
                    <a:pt x="10393" y="4849"/>
                    <a:pt x="10514" y="4727"/>
                    <a:pt x="10575" y="4605"/>
                  </a:cubicBezTo>
                  <a:cubicBezTo>
                    <a:pt x="10697" y="4302"/>
                    <a:pt x="10575" y="3937"/>
                    <a:pt x="10271" y="3815"/>
                  </a:cubicBezTo>
                  <a:lnTo>
                    <a:pt x="912" y="47"/>
                  </a:lnTo>
                  <a:cubicBezTo>
                    <a:pt x="834" y="16"/>
                    <a:pt x="751" y="1"/>
                    <a:pt x="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 rot="-884614">
              <a:off x="6619964" y="3573813"/>
              <a:ext cx="637993" cy="642041"/>
            </a:xfrm>
            <a:custGeom>
              <a:avLst/>
              <a:gdLst/>
              <a:ahLst/>
              <a:cxnLst/>
              <a:rect l="l" t="t" r="r" b="b"/>
              <a:pathLst>
                <a:path w="28686" h="28868" extrusionOk="0">
                  <a:moveTo>
                    <a:pt x="14373" y="6954"/>
                  </a:moveTo>
                  <a:cubicBezTo>
                    <a:pt x="16214" y="6954"/>
                    <a:pt x="18094" y="7641"/>
                    <a:pt x="19630" y="9177"/>
                  </a:cubicBezTo>
                  <a:cubicBezTo>
                    <a:pt x="24310" y="13857"/>
                    <a:pt x="20967" y="21940"/>
                    <a:pt x="14343" y="21940"/>
                  </a:cubicBezTo>
                  <a:cubicBezTo>
                    <a:pt x="10210" y="21940"/>
                    <a:pt x="6868" y="18597"/>
                    <a:pt x="6868" y="14464"/>
                  </a:cubicBezTo>
                  <a:cubicBezTo>
                    <a:pt x="6868" y="9945"/>
                    <a:pt x="10533" y="6954"/>
                    <a:pt x="14373" y="6954"/>
                  </a:cubicBezTo>
                  <a:close/>
                  <a:moveTo>
                    <a:pt x="12884" y="0"/>
                  </a:moveTo>
                  <a:lnTo>
                    <a:pt x="12216" y="2735"/>
                  </a:lnTo>
                  <a:cubicBezTo>
                    <a:pt x="10575" y="3039"/>
                    <a:pt x="8995" y="3647"/>
                    <a:pt x="7658" y="4619"/>
                  </a:cubicBezTo>
                  <a:lnTo>
                    <a:pt x="5287" y="3160"/>
                  </a:lnTo>
                  <a:lnTo>
                    <a:pt x="3221" y="5287"/>
                  </a:lnTo>
                  <a:lnTo>
                    <a:pt x="4619" y="7658"/>
                  </a:lnTo>
                  <a:cubicBezTo>
                    <a:pt x="4072" y="8448"/>
                    <a:pt x="3586" y="9299"/>
                    <a:pt x="3221" y="10210"/>
                  </a:cubicBezTo>
                  <a:lnTo>
                    <a:pt x="547" y="10453"/>
                  </a:lnTo>
                  <a:lnTo>
                    <a:pt x="0" y="13370"/>
                  </a:lnTo>
                  <a:lnTo>
                    <a:pt x="2492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29" y="19083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227" y="22122"/>
                    <a:pt x="5895" y="22851"/>
                    <a:pt x="6624" y="23520"/>
                  </a:cubicBezTo>
                  <a:lnTo>
                    <a:pt x="5895" y="26072"/>
                  </a:lnTo>
                  <a:lnTo>
                    <a:pt x="8508" y="27592"/>
                  </a:lnTo>
                  <a:lnTo>
                    <a:pt x="10392" y="25708"/>
                  </a:lnTo>
                  <a:cubicBezTo>
                    <a:pt x="11304" y="26012"/>
                    <a:pt x="12276" y="26255"/>
                    <a:pt x="13249" y="26315"/>
                  </a:cubicBezTo>
                  <a:lnTo>
                    <a:pt x="14160" y="28868"/>
                  </a:lnTo>
                  <a:lnTo>
                    <a:pt x="17138" y="28625"/>
                  </a:lnTo>
                  <a:lnTo>
                    <a:pt x="17625" y="25951"/>
                  </a:lnTo>
                  <a:cubicBezTo>
                    <a:pt x="18536" y="25647"/>
                    <a:pt x="19448" y="25282"/>
                    <a:pt x="20299" y="24796"/>
                  </a:cubicBezTo>
                  <a:lnTo>
                    <a:pt x="22487" y="26376"/>
                  </a:lnTo>
                  <a:lnTo>
                    <a:pt x="24796" y="24431"/>
                  </a:lnTo>
                  <a:lnTo>
                    <a:pt x="23580" y="21940"/>
                  </a:lnTo>
                  <a:cubicBezTo>
                    <a:pt x="24188" y="21150"/>
                    <a:pt x="24735" y="20360"/>
                    <a:pt x="25100" y="19509"/>
                  </a:cubicBezTo>
                  <a:lnTo>
                    <a:pt x="27895" y="19509"/>
                  </a:lnTo>
                  <a:lnTo>
                    <a:pt x="28686" y="16592"/>
                  </a:lnTo>
                  <a:lnTo>
                    <a:pt x="26194" y="15254"/>
                  </a:lnTo>
                  <a:cubicBezTo>
                    <a:pt x="26255" y="14951"/>
                    <a:pt x="26255" y="14647"/>
                    <a:pt x="26194" y="14404"/>
                  </a:cubicBezTo>
                  <a:cubicBezTo>
                    <a:pt x="26194" y="13735"/>
                    <a:pt x="26133" y="13067"/>
                    <a:pt x="26011" y="12398"/>
                  </a:cubicBezTo>
                  <a:lnTo>
                    <a:pt x="28382" y="10818"/>
                  </a:lnTo>
                  <a:lnTo>
                    <a:pt x="27348" y="7962"/>
                  </a:lnTo>
                  <a:lnTo>
                    <a:pt x="24553" y="8265"/>
                  </a:lnTo>
                  <a:cubicBezTo>
                    <a:pt x="24067" y="7475"/>
                    <a:pt x="23459" y="6685"/>
                    <a:pt x="22790" y="6017"/>
                  </a:cubicBezTo>
                  <a:lnTo>
                    <a:pt x="23824" y="3343"/>
                  </a:lnTo>
                  <a:lnTo>
                    <a:pt x="21453" y="1763"/>
                  </a:lnTo>
                  <a:lnTo>
                    <a:pt x="19266" y="3586"/>
                  </a:lnTo>
                  <a:cubicBezTo>
                    <a:pt x="18415" y="3221"/>
                    <a:pt x="17503" y="2917"/>
                    <a:pt x="16591" y="2735"/>
                  </a:cubicBezTo>
                  <a:lnTo>
                    <a:pt x="15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 rot="-884614">
              <a:off x="7108495" y="1468735"/>
              <a:ext cx="639350" cy="640707"/>
            </a:xfrm>
            <a:custGeom>
              <a:avLst/>
              <a:gdLst/>
              <a:ahLst/>
              <a:cxnLst/>
              <a:rect l="l" t="t" r="r" b="b"/>
              <a:pathLst>
                <a:path w="28747" h="28808" extrusionOk="0">
                  <a:moveTo>
                    <a:pt x="14343" y="6928"/>
                  </a:moveTo>
                  <a:cubicBezTo>
                    <a:pt x="18476" y="6928"/>
                    <a:pt x="21819" y="10271"/>
                    <a:pt x="21819" y="14404"/>
                  </a:cubicBezTo>
                  <a:cubicBezTo>
                    <a:pt x="21819" y="18923"/>
                    <a:pt x="18153" y="21914"/>
                    <a:pt x="14313" y="21914"/>
                  </a:cubicBezTo>
                  <a:cubicBezTo>
                    <a:pt x="12472" y="21914"/>
                    <a:pt x="10592" y="21227"/>
                    <a:pt x="9056" y="19691"/>
                  </a:cubicBezTo>
                  <a:cubicBezTo>
                    <a:pt x="4376" y="15011"/>
                    <a:pt x="7719" y="6928"/>
                    <a:pt x="14343" y="6928"/>
                  </a:cubicBezTo>
                  <a:close/>
                  <a:moveTo>
                    <a:pt x="12824" y="0"/>
                  </a:moveTo>
                  <a:lnTo>
                    <a:pt x="12155" y="2735"/>
                  </a:lnTo>
                  <a:cubicBezTo>
                    <a:pt x="11183" y="2917"/>
                    <a:pt x="10271" y="3160"/>
                    <a:pt x="9421" y="3586"/>
                  </a:cubicBezTo>
                  <a:lnTo>
                    <a:pt x="7294" y="1763"/>
                  </a:lnTo>
                  <a:lnTo>
                    <a:pt x="4802" y="3464"/>
                  </a:lnTo>
                  <a:lnTo>
                    <a:pt x="5835" y="6078"/>
                  </a:lnTo>
                  <a:cubicBezTo>
                    <a:pt x="5166" y="6746"/>
                    <a:pt x="4619" y="7536"/>
                    <a:pt x="4133" y="8326"/>
                  </a:cubicBezTo>
                  <a:lnTo>
                    <a:pt x="1277" y="8022"/>
                  </a:lnTo>
                  <a:lnTo>
                    <a:pt x="304" y="10879"/>
                  </a:lnTo>
                  <a:lnTo>
                    <a:pt x="2614" y="12459"/>
                  </a:lnTo>
                  <a:cubicBezTo>
                    <a:pt x="2492" y="13067"/>
                    <a:pt x="2432" y="13735"/>
                    <a:pt x="2432" y="14404"/>
                  </a:cubicBezTo>
                  <a:lnTo>
                    <a:pt x="2432" y="15255"/>
                  </a:lnTo>
                  <a:lnTo>
                    <a:pt x="1" y="16652"/>
                  </a:lnTo>
                  <a:lnTo>
                    <a:pt x="730" y="19509"/>
                  </a:lnTo>
                  <a:lnTo>
                    <a:pt x="3526" y="19509"/>
                  </a:lnTo>
                  <a:cubicBezTo>
                    <a:pt x="3951" y="20360"/>
                    <a:pt x="4437" y="21150"/>
                    <a:pt x="5045" y="21940"/>
                  </a:cubicBezTo>
                  <a:lnTo>
                    <a:pt x="3829" y="24431"/>
                  </a:lnTo>
                  <a:lnTo>
                    <a:pt x="6139" y="26376"/>
                  </a:lnTo>
                  <a:lnTo>
                    <a:pt x="8327" y="24735"/>
                  </a:lnTo>
                  <a:cubicBezTo>
                    <a:pt x="9178" y="25222"/>
                    <a:pt x="10089" y="25647"/>
                    <a:pt x="11062" y="25890"/>
                  </a:cubicBezTo>
                  <a:lnTo>
                    <a:pt x="11487" y="28564"/>
                  </a:lnTo>
                  <a:lnTo>
                    <a:pt x="14526" y="28807"/>
                  </a:lnTo>
                  <a:lnTo>
                    <a:pt x="15376" y="26315"/>
                  </a:lnTo>
                  <a:cubicBezTo>
                    <a:pt x="16349" y="26194"/>
                    <a:pt x="17321" y="26012"/>
                    <a:pt x="18294" y="25647"/>
                  </a:cubicBezTo>
                  <a:lnTo>
                    <a:pt x="20178" y="27592"/>
                  </a:lnTo>
                  <a:lnTo>
                    <a:pt x="22730" y="26072"/>
                  </a:lnTo>
                  <a:lnTo>
                    <a:pt x="22062" y="23459"/>
                  </a:lnTo>
                  <a:cubicBezTo>
                    <a:pt x="22791" y="22851"/>
                    <a:pt x="23459" y="22122"/>
                    <a:pt x="24067" y="21332"/>
                  </a:cubicBezTo>
                  <a:lnTo>
                    <a:pt x="26680" y="21818"/>
                  </a:lnTo>
                  <a:lnTo>
                    <a:pt x="27957" y="19083"/>
                  </a:lnTo>
                  <a:lnTo>
                    <a:pt x="25890" y="17382"/>
                  </a:lnTo>
                  <a:cubicBezTo>
                    <a:pt x="26134" y="16409"/>
                    <a:pt x="26255" y="15437"/>
                    <a:pt x="26255" y="14464"/>
                  </a:cubicBezTo>
                  <a:lnTo>
                    <a:pt x="28747" y="13371"/>
                  </a:lnTo>
                  <a:lnTo>
                    <a:pt x="28200" y="10393"/>
                  </a:lnTo>
                  <a:lnTo>
                    <a:pt x="25465" y="10210"/>
                  </a:lnTo>
                  <a:cubicBezTo>
                    <a:pt x="25100" y="9299"/>
                    <a:pt x="24675" y="8448"/>
                    <a:pt x="24128" y="7597"/>
                  </a:cubicBezTo>
                  <a:lnTo>
                    <a:pt x="25587" y="5288"/>
                  </a:lnTo>
                  <a:lnTo>
                    <a:pt x="23459" y="3160"/>
                  </a:lnTo>
                  <a:lnTo>
                    <a:pt x="21028" y="4558"/>
                  </a:lnTo>
                  <a:cubicBezTo>
                    <a:pt x="19691" y="3647"/>
                    <a:pt x="18111" y="3039"/>
                    <a:pt x="16470" y="2735"/>
                  </a:cubicBezTo>
                  <a:lnTo>
                    <a:pt x="15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 rot="-884614">
              <a:off x="7195024" y="2529412"/>
              <a:ext cx="942111" cy="943490"/>
            </a:xfrm>
            <a:custGeom>
              <a:avLst/>
              <a:gdLst/>
              <a:ahLst/>
              <a:cxnLst/>
              <a:rect l="l" t="t" r="r" b="b"/>
              <a:pathLst>
                <a:path w="42360" h="42422" extrusionOk="0">
                  <a:moveTo>
                    <a:pt x="21210" y="10150"/>
                  </a:moveTo>
                  <a:cubicBezTo>
                    <a:pt x="27288" y="10150"/>
                    <a:pt x="32210" y="15073"/>
                    <a:pt x="32210" y="21150"/>
                  </a:cubicBezTo>
                  <a:cubicBezTo>
                    <a:pt x="32210" y="27818"/>
                    <a:pt x="26775" y="32228"/>
                    <a:pt x="21114" y="32228"/>
                  </a:cubicBezTo>
                  <a:cubicBezTo>
                    <a:pt x="18416" y="32228"/>
                    <a:pt x="15667" y="31226"/>
                    <a:pt x="13431" y="28990"/>
                  </a:cubicBezTo>
                  <a:cubicBezTo>
                    <a:pt x="6442" y="22001"/>
                    <a:pt x="11365" y="10150"/>
                    <a:pt x="21210" y="10150"/>
                  </a:cubicBezTo>
                  <a:close/>
                  <a:moveTo>
                    <a:pt x="18962" y="1"/>
                  </a:moveTo>
                  <a:lnTo>
                    <a:pt x="17928" y="3951"/>
                  </a:lnTo>
                  <a:cubicBezTo>
                    <a:pt x="16531" y="4255"/>
                    <a:pt x="15194" y="4680"/>
                    <a:pt x="13917" y="5227"/>
                  </a:cubicBezTo>
                  <a:lnTo>
                    <a:pt x="10757" y="2492"/>
                  </a:lnTo>
                  <a:lnTo>
                    <a:pt x="7171" y="5045"/>
                  </a:lnTo>
                  <a:lnTo>
                    <a:pt x="8691" y="8934"/>
                  </a:lnTo>
                  <a:cubicBezTo>
                    <a:pt x="7718" y="9907"/>
                    <a:pt x="6867" y="11062"/>
                    <a:pt x="6138" y="12216"/>
                  </a:cubicBezTo>
                  <a:lnTo>
                    <a:pt x="2006" y="11791"/>
                  </a:lnTo>
                  <a:lnTo>
                    <a:pt x="486" y="15924"/>
                  </a:lnTo>
                  <a:lnTo>
                    <a:pt x="3890" y="18294"/>
                  </a:lnTo>
                  <a:cubicBezTo>
                    <a:pt x="3707" y="19266"/>
                    <a:pt x="3646" y="20239"/>
                    <a:pt x="3646" y="21211"/>
                  </a:cubicBezTo>
                  <a:lnTo>
                    <a:pt x="3646" y="22426"/>
                  </a:lnTo>
                  <a:lnTo>
                    <a:pt x="0" y="24432"/>
                  </a:lnTo>
                  <a:lnTo>
                    <a:pt x="1155" y="28747"/>
                  </a:lnTo>
                  <a:lnTo>
                    <a:pt x="5227" y="28686"/>
                  </a:lnTo>
                  <a:cubicBezTo>
                    <a:pt x="5834" y="29962"/>
                    <a:pt x="6624" y="31117"/>
                    <a:pt x="7536" y="32272"/>
                  </a:cubicBezTo>
                  <a:lnTo>
                    <a:pt x="5774" y="35918"/>
                  </a:lnTo>
                  <a:lnTo>
                    <a:pt x="9177" y="38775"/>
                  </a:lnTo>
                  <a:lnTo>
                    <a:pt x="12459" y="36404"/>
                  </a:lnTo>
                  <a:cubicBezTo>
                    <a:pt x="13735" y="37134"/>
                    <a:pt x="15072" y="37681"/>
                    <a:pt x="16470" y="38106"/>
                  </a:cubicBezTo>
                  <a:lnTo>
                    <a:pt x="17138" y="42057"/>
                  </a:lnTo>
                  <a:lnTo>
                    <a:pt x="21514" y="42421"/>
                  </a:lnTo>
                  <a:lnTo>
                    <a:pt x="22851" y="38653"/>
                  </a:lnTo>
                  <a:cubicBezTo>
                    <a:pt x="24249" y="38532"/>
                    <a:pt x="25707" y="38228"/>
                    <a:pt x="27045" y="37742"/>
                  </a:cubicBezTo>
                  <a:lnTo>
                    <a:pt x="29840" y="40598"/>
                  </a:lnTo>
                  <a:lnTo>
                    <a:pt x="33669" y="38349"/>
                  </a:lnTo>
                  <a:lnTo>
                    <a:pt x="32575" y="34581"/>
                  </a:lnTo>
                  <a:cubicBezTo>
                    <a:pt x="33669" y="33609"/>
                    <a:pt x="34702" y="32576"/>
                    <a:pt x="35553" y="31360"/>
                  </a:cubicBezTo>
                  <a:lnTo>
                    <a:pt x="39442" y="32090"/>
                  </a:lnTo>
                  <a:lnTo>
                    <a:pt x="41266" y="28078"/>
                  </a:lnTo>
                  <a:lnTo>
                    <a:pt x="38288" y="25587"/>
                  </a:lnTo>
                  <a:cubicBezTo>
                    <a:pt x="38592" y="24128"/>
                    <a:pt x="38774" y="22669"/>
                    <a:pt x="38774" y="21272"/>
                  </a:cubicBezTo>
                  <a:lnTo>
                    <a:pt x="42360" y="19570"/>
                  </a:lnTo>
                  <a:lnTo>
                    <a:pt x="41630" y="15255"/>
                  </a:lnTo>
                  <a:lnTo>
                    <a:pt x="37619" y="14951"/>
                  </a:lnTo>
                  <a:cubicBezTo>
                    <a:pt x="37072" y="13614"/>
                    <a:pt x="36404" y="12338"/>
                    <a:pt x="35614" y="11122"/>
                  </a:cubicBezTo>
                  <a:lnTo>
                    <a:pt x="37680" y="7719"/>
                  </a:lnTo>
                  <a:lnTo>
                    <a:pt x="34581" y="4559"/>
                  </a:lnTo>
                  <a:lnTo>
                    <a:pt x="31056" y="6686"/>
                  </a:lnTo>
                  <a:cubicBezTo>
                    <a:pt x="29050" y="5288"/>
                    <a:pt x="26741" y="4376"/>
                    <a:pt x="24370" y="3951"/>
                  </a:cubicBezTo>
                  <a:lnTo>
                    <a:pt x="23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 rot="-884614">
              <a:off x="5968743" y="3483993"/>
              <a:ext cx="636659" cy="642063"/>
            </a:xfrm>
            <a:custGeom>
              <a:avLst/>
              <a:gdLst/>
              <a:ahLst/>
              <a:cxnLst/>
              <a:rect l="l" t="t" r="r" b="b"/>
              <a:pathLst>
                <a:path w="28626" h="28869" extrusionOk="0">
                  <a:moveTo>
                    <a:pt x="14343" y="6989"/>
                  </a:moveTo>
                  <a:cubicBezTo>
                    <a:pt x="21028" y="6989"/>
                    <a:pt x="24310" y="15072"/>
                    <a:pt x="19631" y="19752"/>
                  </a:cubicBezTo>
                  <a:cubicBezTo>
                    <a:pt x="18102" y="21261"/>
                    <a:pt x="16233" y="21935"/>
                    <a:pt x="14402" y="21935"/>
                  </a:cubicBezTo>
                  <a:cubicBezTo>
                    <a:pt x="10552" y="21935"/>
                    <a:pt x="6868" y="18953"/>
                    <a:pt x="6868" y="14465"/>
                  </a:cubicBezTo>
                  <a:cubicBezTo>
                    <a:pt x="6868" y="10332"/>
                    <a:pt x="10211" y="6989"/>
                    <a:pt x="14343" y="6989"/>
                  </a:cubicBezTo>
                  <a:close/>
                  <a:moveTo>
                    <a:pt x="12945" y="0"/>
                  </a:moveTo>
                  <a:lnTo>
                    <a:pt x="12277" y="2735"/>
                  </a:lnTo>
                  <a:cubicBezTo>
                    <a:pt x="10636" y="3039"/>
                    <a:pt x="9056" y="3647"/>
                    <a:pt x="7719" y="4619"/>
                  </a:cubicBezTo>
                  <a:lnTo>
                    <a:pt x="5288" y="3161"/>
                  </a:lnTo>
                  <a:lnTo>
                    <a:pt x="3161" y="5288"/>
                  </a:lnTo>
                  <a:lnTo>
                    <a:pt x="4559" y="7658"/>
                  </a:lnTo>
                  <a:cubicBezTo>
                    <a:pt x="4012" y="8448"/>
                    <a:pt x="3586" y="9299"/>
                    <a:pt x="3222" y="10210"/>
                  </a:cubicBezTo>
                  <a:lnTo>
                    <a:pt x="487" y="10453"/>
                  </a:lnTo>
                  <a:lnTo>
                    <a:pt x="0" y="13371"/>
                  </a:lnTo>
                  <a:lnTo>
                    <a:pt x="2431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30" y="19144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166" y="22122"/>
                    <a:pt x="5835" y="22851"/>
                    <a:pt x="6564" y="23520"/>
                  </a:cubicBezTo>
                  <a:lnTo>
                    <a:pt x="5896" y="26133"/>
                  </a:lnTo>
                  <a:lnTo>
                    <a:pt x="8509" y="27653"/>
                  </a:lnTo>
                  <a:lnTo>
                    <a:pt x="10393" y="25708"/>
                  </a:lnTo>
                  <a:cubicBezTo>
                    <a:pt x="11304" y="26012"/>
                    <a:pt x="12277" y="26194"/>
                    <a:pt x="13249" y="26316"/>
                  </a:cubicBezTo>
                  <a:lnTo>
                    <a:pt x="14161" y="28868"/>
                  </a:lnTo>
                  <a:lnTo>
                    <a:pt x="17139" y="28564"/>
                  </a:lnTo>
                  <a:lnTo>
                    <a:pt x="17564" y="25890"/>
                  </a:lnTo>
                  <a:cubicBezTo>
                    <a:pt x="18476" y="25647"/>
                    <a:pt x="19387" y="25282"/>
                    <a:pt x="20238" y="24796"/>
                  </a:cubicBezTo>
                  <a:lnTo>
                    <a:pt x="22487" y="26376"/>
                  </a:lnTo>
                  <a:lnTo>
                    <a:pt x="24736" y="24432"/>
                  </a:lnTo>
                  <a:lnTo>
                    <a:pt x="23520" y="21940"/>
                  </a:lnTo>
                  <a:cubicBezTo>
                    <a:pt x="24128" y="21211"/>
                    <a:pt x="24675" y="20360"/>
                    <a:pt x="25039" y="19509"/>
                  </a:cubicBezTo>
                  <a:lnTo>
                    <a:pt x="27835" y="19570"/>
                  </a:lnTo>
                  <a:lnTo>
                    <a:pt x="28625" y="16652"/>
                  </a:lnTo>
                  <a:lnTo>
                    <a:pt x="26133" y="15315"/>
                  </a:lnTo>
                  <a:cubicBezTo>
                    <a:pt x="26194" y="15012"/>
                    <a:pt x="26194" y="14708"/>
                    <a:pt x="26133" y="14465"/>
                  </a:cubicBezTo>
                  <a:cubicBezTo>
                    <a:pt x="26133" y="13796"/>
                    <a:pt x="26073" y="13128"/>
                    <a:pt x="25951" y="12459"/>
                  </a:cubicBezTo>
                  <a:lnTo>
                    <a:pt x="28321" y="10879"/>
                  </a:lnTo>
                  <a:lnTo>
                    <a:pt x="27470" y="8083"/>
                  </a:lnTo>
                  <a:lnTo>
                    <a:pt x="24614" y="8326"/>
                  </a:lnTo>
                  <a:cubicBezTo>
                    <a:pt x="24128" y="7536"/>
                    <a:pt x="23520" y="6807"/>
                    <a:pt x="22912" y="6139"/>
                  </a:cubicBezTo>
                  <a:lnTo>
                    <a:pt x="23885" y="3464"/>
                  </a:lnTo>
                  <a:lnTo>
                    <a:pt x="21454" y="1763"/>
                  </a:lnTo>
                  <a:lnTo>
                    <a:pt x="19327" y="3586"/>
                  </a:lnTo>
                  <a:cubicBezTo>
                    <a:pt x="18415" y="3221"/>
                    <a:pt x="17503" y="2917"/>
                    <a:pt x="16592" y="2735"/>
                  </a:cubicBezTo>
                  <a:lnTo>
                    <a:pt x="15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 rot="-884614">
              <a:off x="5391805" y="1513012"/>
              <a:ext cx="112226" cy="97258"/>
            </a:xfrm>
            <a:custGeom>
              <a:avLst/>
              <a:gdLst/>
              <a:ahLst/>
              <a:cxnLst/>
              <a:rect l="l" t="t" r="r" b="b"/>
              <a:pathLst>
                <a:path w="5046" h="4373" extrusionOk="0">
                  <a:moveTo>
                    <a:pt x="609" y="0"/>
                  </a:moveTo>
                  <a:cubicBezTo>
                    <a:pt x="445" y="0"/>
                    <a:pt x="286" y="79"/>
                    <a:pt x="183" y="216"/>
                  </a:cubicBezTo>
                  <a:cubicBezTo>
                    <a:pt x="1" y="459"/>
                    <a:pt x="1" y="824"/>
                    <a:pt x="244" y="1006"/>
                  </a:cubicBezTo>
                  <a:lnTo>
                    <a:pt x="4073" y="4227"/>
                  </a:lnTo>
                  <a:cubicBezTo>
                    <a:pt x="4162" y="4316"/>
                    <a:pt x="4283" y="4372"/>
                    <a:pt x="4414" y="4372"/>
                  </a:cubicBezTo>
                  <a:cubicBezTo>
                    <a:pt x="4461" y="4372"/>
                    <a:pt x="4510" y="4365"/>
                    <a:pt x="4559" y="4348"/>
                  </a:cubicBezTo>
                  <a:cubicBezTo>
                    <a:pt x="4680" y="4288"/>
                    <a:pt x="4802" y="4227"/>
                    <a:pt x="4863" y="4166"/>
                  </a:cubicBezTo>
                  <a:cubicBezTo>
                    <a:pt x="5045" y="3923"/>
                    <a:pt x="4984" y="3558"/>
                    <a:pt x="4802" y="3376"/>
                  </a:cubicBezTo>
                  <a:lnTo>
                    <a:pt x="973" y="155"/>
                  </a:lnTo>
                  <a:cubicBezTo>
                    <a:pt x="867" y="48"/>
                    <a:pt x="737" y="0"/>
                    <a:pt x="6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 rot="-884614">
              <a:off x="5554014" y="1154488"/>
              <a:ext cx="132398" cy="174299"/>
            </a:xfrm>
            <a:custGeom>
              <a:avLst/>
              <a:gdLst/>
              <a:ahLst/>
              <a:cxnLst/>
              <a:rect l="l" t="t" r="r" b="b"/>
              <a:pathLst>
                <a:path w="5953" h="7837" extrusionOk="0">
                  <a:moveTo>
                    <a:pt x="856" y="0"/>
                  </a:moveTo>
                  <a:cubicBezTo>
                    <a:pt x="429" y="0"/>
                    <a:pt x="0" y="473"/>
                    <a:pt x="301" y="946"/>
                  </a:cubicBezTo>
                  <a:lnTo>
                    <a:pt x="4798" y="7631"/>
                  </a:lnTo>
                  <a:cubicBezTo>
                    <a:pt x="4889" y="7768"/>
                    <a:pt x="5049" y="7836"/>
                    <a:pt x="5226" y="7836"/>
                  </a:cubicBezTo>
                  <a:cubicBezTo>
                    <a:pt x="5284" y="7836"/>
                    <a:pt x="5345" y="7829"/>
                    <a:pt x="5406" y="7813"/>
                  </a:cubicBezTo>
                  <a:cubicBezTo>
                    <a:pt x="5528" y="7813"/>
                    <a:pt x="5588" y="7753"/>
                    <a:pt x="5649" y="7692"/>
                  </a:cubicBezTo>
                  <a:cubicBezTo>
                    <a:pt x="5892" y="7510"/>
                    <a:pt x="5953" y="7206"/>
                    <a:pt x="5771" y="6963"/>
                  </a:cubicBezTo>
                  <a:lnTo>
                    <a:pt x="1334" y="277"/>
                  </a:lnTo>
                  <a:cubicBezTo>
                    <a:pt x="1210" y="82"/>
                    <a:pt x="1033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 rot="-884633">
              <a:off x="6759565" y="821894"/>
              <a:ext cx="166354" cy="209588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 rot="-884614">
              <a:off x="6468473" y="869298"/>
              <a:ext cx="60828" cy="130641"/>
            </a:xfrm>
            <a:custGeom>
              <a:avLst/>
              <a:gdLst/>
              <a:ahLst/>
              <a:cxnLst/>
              <a:rect l="l" t="t" r="r" b="b"/>
              <a:pathLst>
                <a:path w="2735" h="5874" extrusionOk="0">
                  <a:moveTo>
                    <a:pt x="2117" y="1"/>
                  </a:moveTo>
                  <a:cubicBezTo>
                    <a:pt x="1884" y="1"/>
                    <a:pt x="1676" y="165"/>
                    <a:pt x="1580" y="404"/>
                  </a:cubicBezTo>
                  <a:lnTo>
                    <a:pt x="61" y="5144"/>
                  </a:lnTo>
                  <a:cubicBezTo>
                    <a:pt x="0" y="5448"/>
                    <a:pt x="182" y="5752"/>
                    <a:pt x="426" y="5873"/>
                  </a:cubicBezTo>
                  <a:lnTo>
                    <a:pt x="790" y="5873"/>
                  </a:lnTo>
                  <a:cubicBezTo>
                    <a:pt x="973" y="5812"/>
                    <a:pt x="1094" y="5691"/>
                    <a:pt x="1155" y="5509"/>
                  </a:cubicBezTo>
                  <a:lnTo>
                    <a:pt x="2674" y="707"/>
                  </a:lnTo>
                  <a:cubicBezTo>
                    <a:pt x="2735" y="404"/>
                    <a:pt x="2613" y="100"/>
                    <a:pt x="2310" y="39"/>
                  </a:cubicBezTo>
                  <a:cubicBezTo>
                    <a:pt x="2245" y="13"/>
                    <a:pt x="2180" y="1"/>
                    <a:pt x="21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 rot="-884614">
              <a:off x="6120389" y="834345"/>
              <a:ext cx="29758" cy="204124"/>
            </a:xfrm>
            <a:custGeom>
              <a:avLst/>
              <a:gdLst/>
              <a:ahLst/>
              <a:cxnLst/>
              <a:rect l="l" t="t" r="r" b="b"/>
              <a:pathLst>
                <a:path w="1338" h="9178" extrusionOk="0">
                  <a:moveTo>
                    <a:pt x="790" y="0"/>
                  </a:moveTo>
                  <a:cubicBezTo>
                    <a:pt x="487" y="0"/>
                    <a:pt x="243" y="243"/>
                    <a:pt x="243" y="547"/>
                  </a:cubicBezTo>
                  <a:lnTo>
                    <a:pt x="0" y="8569"/>
                  </a:lnTo>
                  <a:cubicBezTo>
                    <a:pt x="0" y="8873"/>
                    <a:pt x="243" y="9177"/>
                    <a:pt x="547" y="9177"/>
                  </a:cubicBezTo>
                  <a:cubicBezTo>
                    <a:pt x="608" y="9177"/>
                    <a:pt x="669" y="9116"/>
                    <a:pt x="730" y="9116"/>
                  </a:cubicBezTo>
                  <a:cubicBezTo>
                    <a:pt x="973" y="9056"/>
                    <a:pt x="1094" y="8813"/>
                    <a:pt x="1155" y="8630"/>
                  </a:cubicBezTo>
                  <a:lnTo>
                    <a:pt x="1337" y="608"/>
                  </a:lnTo>
                  <a:cubicBezTo>
                    <a:pt x="1337" y="243"/>
                    <a:pt x="1094" y="0"/>
                    <a:pt x="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 rot="-884633">
              <a:off x="5460199" y="1078755"/>
              <a:ext cx="2182146" cy="2566249"/>
            </a:xfrm>
            <a:custGeom>
              <a:avLst/>
              <a:gdLst/>
              <a:ahLst/>
              <a:cxnLst/>
              <a:rect l="l" t="t" r="r" b="b"/>
              <a:pathLst>
                <a:path w="98119" h="115390" extrusionOk="0">
                  <a:moveTo>
                    <a:pt x="49374" y="0"/>
                  </a:moveTo>
                  <a:cubicBezTo>
                    <a:pt x="45613" y="0"/>
                    <a:pt x="41755" y="490"/>
                    <a:pt x="37863" y="1528"/>
                  </a:cubicBezTo>
                  <a:lnTo>
                    <a:pt x="37437" y="1650"/>
                  </a:lnTo>
                  <a:cubicBezTo>
                    <a:pt x="13067" y="9186"/>
                    <a:pt x="0" y="33192"/>
                    <a:pt x="6625" y="56225"/>
                  </a:cubicBezTo>
                  <a:cubicBezTo>
                    <a:pt x="8630" y="63153"/>
                    <a:pt x="12216" y="69413"/>
                    <a:pt x="17199" y="74579"/>
                  </a:cubicBezTo>
                  <a:cubicBezTo>
                    <a:pt x="19509" y="77375"/>
                    <a:pt x="24979" y="84303"/>
                    <a:pt x="31177" y="93540"/>
                  </a:cubicBezTo>
                  <a:cubicBezTo>
                    <a:pt x="35249" y="99496"/>
                    <a:pt x="38713" y="105817"/>
                    <a:pt x="41570" y="112441"/>
                  </a:cubicBezTo>
                  <a:lnTo>
                    <a:pt x="41691" y="112867"/>
                  </a:lnTo>
                  <a:cubicBezTo>
                    <a:pt x="42055" y="114372"/>
                    <a:pt x="43438" y="115390"/>
                    <a:pt x="44931" y="115390"/>
                  </a:cubicBezTo>
                  <a:cubicBezTo>
                    <a:pt x="45187" y="115390"/>
                    <a:pt x="45445" y="115360"/>
                    <a:pt x="45703" y="115298"/>
                  </a:cubicBezTo>
                  <a:lnTo>
                    <a:pt x="45824" y="115298"/>
                  </a:lnTo>
                  <a:lnTo>
                    <a:pt x="89642" y="102657"/>
                  </a:lnTo>
                  <a:cubicBezTo>
                    <a:pt x="91405" y="102170"/>
                    <a:pt x="92438" y="100347"/>
                    <a:pt x="91952" y="98585"/>
                  </a:cubicBezTo>
                  <a:cubicBezTo>
                    <a:pt x="91891" y="98524"/>
                    <a:pt x="91891" y="98524"/>
                    <a:pt x="91891" y="98463"/>
                  </a:cubicBezTo>
                  <a:lnTo>
                    <a:pt x="91769" y="98038"/>
                  </a:lnTo>
                  <a:cubicBezTo>
                    <a:pt x="90675" y="90927"/>
                    <a:pt x="90250" y="83695"/>
                    <a:pt x="90493" y="76463"/>
                  </a:cubicBezTo>
                  <a:cubicBezTo>
                    <a:pt x="90858" y="65402"/>
                    <a:pt x="91769" y="56590"/>
                    <a:pt x="92256" y="53004"/>
                  </a:cubicBezTo>
                  <a:cubicBezTo>
                    <a:pt x="98119" y="24913"/>
                    <a:pt x="76212" y="0"/>
                    <a:pt x="493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 rot="-884633">
              <a:off x="5446586" y="1066106"/>
              <a:ext cx="2209367" cy="2591269"/>
            </a:xfrm>
            <a:custGeom>
              <a:avLst/>
              <a:gdLst/>
              <a:ahLst/>
              <a:cxnLst/>
              <a:rect l="l" t="t" r="r" b="b"/>
              <a:pathLst>
                <a:path w="99343" h="116515" extrusionOk="0">
                  <a:moveTo>
                    <a:pt x="49991" y="1125"/>
                  </a:moveTo>
                  <a:cubicBezTo>
                    <a:pt x="76498" y="1125"/>
                    <a:pt x="98133" y="25732"/>
                    <a:pt x="92317" y="53477"/>
                  </a:cubicBezTo>
                  <a:cubicBezTo>
                    <a:pt x="91344" y="61317"/>
                    <a:pt x="90797" y="69157"/>
                    <a:pt x="90615" y="77058"/>
                  </a:cubicBezTo>
                  <a:cubicBezTo>
                    <a:pt x="90311" y="87329"/>
                    <a:pt x="91405" y="97235"/>
                    <a:pt x="91891" y="98754"/>
                  </a:cubicBezTo>
                  <a:lnTo>
                    <a:pt x="92013" y="99180"/>
                  </a:lnTo>
                  <a:cubicBezTo>
                    <a:pt x="92013" y="99240"/>
                    <a:pt x="92013" y="99240"/>
                    <a:pt x="92013" y="99301"/>
                  </a:cubicBezTo>
                  <a:cubicBezTo>
                    <a:pt x="92438" y="100760"/>
                    <a:pt x="91587" y="102218"/>
                    <a:pt x="90129" y="102644"/>
                  </a:cubicBezTo>
                  <a:lnTo>
                    <a:pt x="46311" y="115285"/>
                  </a:lnTo>
                  <a:lnTo>
                    <a:pt x="46189" y="115285"/>
                  </a:lnTo>
                  <a:cubicBezTo>
                    <a:pt x="45991" y="115326"/>
                    <a:pt x="45793" y="115346"/>
                    <a:pt x="45597" y="115346"/>
                  </a:cubicBezTo>
                  <a:cubicBezTo>
                    <a:pt x="44354" y="115346"/>
                    <a:pt x="43222" y="114539"/>
                    <a:pt x="42907" y="113279"/>
                  </a:cubicBezTo>
                  <a:lnTo>
                    <a:pt x="42786" y="112793"/>
                  </a:lnTo>
                  <a:cubicBezTo>
                    <a:pt x="42360" y="111213"/>
                    <a:pt x="38045" y="102340"/>
                    <a:pt x="32333" y="93771"/>
                  </a:cubicBezTo>
                  <a:cubicBezTo>
                    <a:pt x="26073" y="84411"/>
                    <a:pt x="20482" y="77362"/>
                    <a:pt x="18294" y="74748"/>
                  </a:cubicBezTo>
                  <a:cubicBezTo>
                    <a:pt x="13432" y="69643"/>
                    <a:pt x="9846" y="63383"/>
                    <a:pt x="7841" y="56637"/>
                  </a:cubicBezTo>
                  <a:cubicBezTo>
                    <a:pt x="1277" y="33665"/>
                    <a:pt x="14587" y="10024"/>
                    <a:pt x="38228" y="2731"/>
                  </a:cubicBezTo>
                  <a:lnTo>
                    <a:pt x="38349" y="2731"/>
                  </a:lnTo>
                  <a:lnTo>
                    <a:pt x="38714" y="2609"/>
                  </a:lnTo>
                  <a:cubicBezTo>
                    <a:pt x="42527" y="1600"/>
                    <a:pt x="46306" y="1125"/>
                    <a:pt x="49991" y="1125"/>
                  </a:cubicBezTo>
                  <a:close/>
                  <a:moveTo>
                    <a:pt x="50051" y="1"/>
                  </a:moveTo>
                  <a:cubicBezTo>
                    <a:pt x="46286" y="1"/>
                    <a:pt x="42426" y="486"/>
                    <a:pt x="38532" y="1515"/>
                  </a:cubicBezTo>
                  <a:lnTo>
                    <a:pt x="37863" y="1697"/>
                  </a:lnTo>
                  <a:cubicBezTo>
                    <a:pt x="13614" y="9233"/>
                    <a:pt x="1" y="33482"/>
                    <a:pt x="6747" y="56941"/>
                  </a:cubicBezTo>
                  <a:cubicBezTo>
                    <a:pt x="8752" y="63930"/>
                    <a:pt x="12460" y="70312"/>
                    <a:pt x="17443" y="75538"/>
                  </a:cubicBezTo>
                  <a:cubicBezTo>
                    <a:pt x="19631" y="78091"/>
                    <a:pt x="25161" y="85080"/>
                    <a:pt x="31421" y="94439"/>
                  </a:cubicBezTo>
                  <a:cubicBezTo>
                    <a:pt x="35432" y="100334"/>
                    <a:pt x="38896" y="106594"/>
                    <a:pt x="41753" y="113158"/>
                  </a:cubicBezTo>
                  <a:lnTo>
                    <a:pt x="41874" y="113583"/>
                  </a:lnTo>
                  <a:lnTo>
                    <a:pt x="41874" y="113705"/>
                  </a:lnTo>
                  <a:cubicBezTo>
                    <a:pt x="42330" y="115425"/>
                    <a:pt x="43881" y="116514"/>
                    <a:pt x="45581" y="116514"/>
                  </a:cubicBezTo>
                  <a:cubicBezTo>
                    <a:pt x="45922" y="116514"/>
                    <a:pt x="46269" y="116470"/>
                    <a:pt x="46615" y="116379"/>
                  </a:cubicBezTo>
                  <a:lnTo>
                    <a:pt x="90494" y="103738"/>
                  </a:lnTo>
                  <a:lnTo>
                    <a:pt x="90494" y="103677"/>
                  </a:lnTo>
                  <a:lnTo>
                    <a:pt x="90615" y="103677"/>
                  </a:lnTo>
                  <a:cubicBezTo>
                    <a:pt x="92621" y="103008"/>
                    <a:pt x="93715" y="100820"/>
                    <a:pt x="93107" y="98815"/>
                  </a:cubicBezTo>
                  <a:lnTo>
                    <a:pt x="92985" y="98389"/>
                  </a:lnTo>
                  <a:cubicBezTo>
                    <a:pt x="91891" y="91340"/>
                    <a:pt x="91466" y="84168"/>
                    <a:pt x="91709" y="77058"/>
                  </a:cubicBezTo>
                  <a:cubicBezTo>
                    <a:pt x="92013" y="65875"/>
                    <a:pt x="93046" y="56941"/>
                    <a:pt x="93471" y="53660"/>
                  </a:cubicBezTo>
                  <a:cubicBezTo>
                    <a:pt x="99342" y="25213"/>
                    <a:pt x="77186" y="1"/>
                    <a:pt x="500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 rot="-884614">
              <a:off x="6134832" y="1218500"/>
              <a:ext cx="842118" cy="736497"/>
            </a:xfrm>
            <a:custGeom>
              <a:avLst/>
              <a:gdLst/>
              <a:ahLst/>
              <a:cxnLst/>
              <a:rect l="l" t="t" r="r" b="b"/>
              <a:pathLst>
                <a:path w="37864" h="33115" extrusionOk="0">
                  <a:moveTo>
                    <a:pt x="19223" y="1"/>
                  </a:moveTo>
                  <a:cubicBezTo>
                    <a:pt x="17614" y="1"/>
                    <a:pt x="15974" y="225"/>
                    <a:pt x="14344" y="695"/>
                  </a:cubicBezTo>
                  <a:cubicBezTo>
                    <a:pt x="5288" y="3309"/>
                    <a:pt x="1" y="12546"/>
                    <a:pt x="2493" y="21298"/>
                  </a:cubicBezTo>
                  <a:cubicBezTo>
                    <a:pt x="4585" y="28472"/>
                    <a:pt x="11253" y="33115"/>
                    <a:pt x="18577" y="33115"/>
                  </a:cubicBezTo>
                  <a:cubicBezTo>
                    <a:pt x="20187" y="33115"/>
                    <a:pt x="21828" y="32890"/>
                    <a:pt x="23460" y="32420"/>
                  </a:cubicBezTo>
                  <a:cubicBezTo>
                    <a:pt x="32515" y="29806"/>
                    <a:pt x="37863" y="20629"/>
                    <a:pt x="35311" y="11878"/>
                  </a:cubicBezTo>
                  <a:cubicBezTo>
                    <a:pt x="33218" y="4652"/>
                    <a:pt x="26548" y="1"/>
                    <a:pt x="19223" y="1"/>
                  </a:cubicBezTo>
                  <a:close/>
                </a:path>
              </a:pathLst>
            </a:custGeom>
            <a:solidFill>
              <a:srgbClr val="FFFFFF">
                <a:alpha val="33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 rot="-884614">
              <a:off x="6147893" y="1399349"/>
              <a:ext cx="410917" cy="359786"/>
            </a:xfrm>
            <a:custGeom>
              <a:avLst/>
              <a:gdLst/>
              <a:ahLst/>
              <a:cxnLst/>
              <a:rect l="l" t="t" r="r" b="b"/>
              <a:pathLst>
                <a:path w="18476" h="16177" extrusionOk="0">
                  <a:moveTo>
                    <a:pt x="9417" y="1"/>
                  </a:moveTo>
                  <a:cubicBezTo>
                    <a:pt x="8634" y="1"/>
                    <a:pt x="7838" y="110"/>
                    <a:pt x="7050" y="340"/>
                  </a:cubicBezTo>
                  <a:cubicBezTo>
                    <a:pt x="2614" y="1616"/>
                    <a:pt x="0" y="6114"/>
                    <a:pt x="1216" y="10368"/>
                  </a:cubicBezTo>
                  <a:cubicBezTo>
                    <a:pt x="2262" y="13906"/>
                    <a:pt x="5515" y="16177"/>
                    <a:pt x="9098" y="16177"/>
                  </a:cubicBezTo>
                  <a:cubicBezTo>
                    <a:pt x="9885" y="16177"/>
                    <a:pt x="10688" y="16067"/>
                    <a:pt x="11487" y="15837"/>
                  </a:cubicBezTo>
                  <a:cubicBezTo>
                    <a:pt x="15923" y="14561"/>
                    <a:pt x="18476" y="10064"/>
                    <a:pt x="17260" y="5810"/>
                  </a:cubicBezTo>
                  <a:cubicBezTo>
                    <a:pt x="16264" y="2272"/>
                    <a:pt x="12979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 rot="-884614">
              <a:off x="5714840" y="1450420"/>
              <a:ext cx="138336" cy="106910"/>
            </a:xfrm>
            <a:custGeom>
              <a:avLst/>
              <a:gdLst/>
              <a:ahLst/>
              <a:cxnLst/>
              <a:rect l="l" t="t" r="r" b="b"/>
              <a:pathLst>
                <a:path w="6220" h="4807" extrusionOk="0">
                  <a:moveTo>
                    <a:pt x="4912" y="0"/>
                  </a:moveTo>
                  <a:cubicBezTo>
                    <a:pt x="4695" y="0"/>
                    <a:pt x="4473" y="61"/>
                    <a:pt x="4274" y="193"/>
                  </a:cubicBezTo>
                  <a:cubicBezTo>
                    <a:pt x="3120" y="983"/>
                    <a:pt x="1965" y="1894"/>
                    <a:pt x="871" y="2806"/>
                  </a:cubicBezTo>
                  <a:cubicBezTo>
                    <a:pt x="0" y="3514"/>
                    <a:pt x="592" y="4806"/>
                    <a:pt x="1554" y="4806"/>
                  </a:cubicBezTo>
                  <a:cubicBezTo>
                    <a:pt x="1667" y="4806"/>
                    <a:pt x="1784" y="4789"/>
                    <a:pt x="1904" y="4751"/>
                  </a:cubicBezTo>
                  <a:cubicBezTo>
                    <a:pt x="2026" y="4690"/>
                    <a:pt x="2208" y="4629"/>
                    <a:pt x="2330" y="4508"/>
                  </a:cubicBezTo>
                  <a:cubicBezTo>
                    <a:pt x="3363" y="3657"/>
                    <a:pt x="4396" y="2806"/>
                    <a:pt x="5551" y="2077"/>
                  </a:cubicBezTo>
                  <a:cubicBezTo>
                    <a:pt x="6098" y="1712"/>
                    <a:pt x="6219" y="1044"/>
                    <a:pt x="5855" y="497"/>
                  </a:cubicBezTo>
                  <a:cubicBezTo>
                    <a:pt x="5661" y="187"/>
                    <a:pt x="5294" y="0"/>
                    <a:pt x="4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 rot="-884614">
              <a:off x="5539249" y="1600419"/>
              <a:ext cx="248249" cy="324357"/>
            </a:xfrm>
            <a:custGeom>
              <a:avLst/>
              <a:gdLst/>
              <a:ahLst/>
              <a:cxnLst/>
              <a:rect l="l" t="t" r="r" b="b"/>
              <a:pathLst>
                <a:path w="11162" h="14584" extrusionOk="0">
                  <a:moveTo>
                    <a:pt x="9604" y="0"/>
                  </a:moveTo>
                  <a:cubicBezTo>
                    <a:pt x="9368" y="0"/>
                    <a:pt x="9117" y="77"/>
                    <a:pt x="8874" y="256"/>
                  </a:cubicBezTo>
                  <a:cubicBezTo>
                    <a:pt x="4924" y="3720"/>
                    <a:pt x="1946" y="8157"/>
                    <a:pt x="183" y="13140"/>
                  </a:cubicBezTo>
                  <a:cubicBezTo>
                    <a:pt x="1" y="13748"/>
                    <a:pt x="366" y="14356"/>
                    <a:pt x="973" y="14538"/>
                  </a:cubicBezTo>
                  <a:cubicBezTo>
                    <a:pt x="1065" y="14568"/>
                    <a:pt x="1171" y="14584"/>
                    <a:pt x="1277" y="14584"/>
                  </a:cubicBezTo>
                  <a:cubicBezTo>
                    <a:pt x="1384" y="14584"/>
                    <a:pt x="1490" y="14568"/>
                    <a:pt x="1581" y="14538"/>
                  </a:cubicBezTo>
                  <a:cubicBezTo>
                    <a:pt x="1946" y="14416"/>
                    <a:pt x="2250" y="14173"/>
                    <a:pt x="2371" y="13809"/>
                  </a:cubicBezTo>
                  <a:cubicBezTo>
                    <a:pt x="4012" y="9190"/>
                    <a:pt x="6808" y="5118"/>
                    <a:pt x="10393" y="1897"/>
                  </a:cubicBezTo>
                  <a:cubicBezTo>
                    <a:pt x="11161" y="1081"/>
                    <a:pt x="10489" y="0"/>
                    <a:pt x="9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 rot="-884614">
              <a:off x="6375453" y="3040149"/>
              <a:ext cx="409338" cy="604099"/>
            </a:xfrm>
            <a:custGeom>
              <a:avLst/>
              <a:gdLst/>
              <a:ahLst/>
              <a:cxnLst/>
              <a:rect l="l" t="t" r="r" b="b"/>
              <a:pathLst>
                <a:path w="18405" h="27162" extrusionOk="0">
                  <a:moveTo>
                    <a:pt x="1554" y="1"/>
                  </a:moveTo>
                  <a:cubicBezTo>
                    <a:pt x="758" y="1"/>
                    <a:pt x="0" y="864"/>
                    <a:pt x="553" y="1758"/>
                  </a:cubicBezTo>
                  <a:cubicBezTo>
                    <a:pt x="3653" y="6437"/>
                    <a:pt x="7725" y="12880"/>
                    <a:pt x="9548" y="16587"/>
                  </a:cubicBezTo>
                  <a:cubicBezTo>
                    <a:pt x="10520" y="18471"/>
                    <a:pt x="11189" y="20233"/>
                    <a:pt x="11736" y="21570"/>
                  </a:cubicBezTo>
                  <a:cubicBezTo>
                    <a:pt x="13025" y="24734"/>
                    <a:pt x="13975" y="27050"/>
                    <a:pt x="16490" y="27050"/>
                  </a:cubicBezTo>
                  <a:cubicBezTo>
                    <a:pt x="16585" y="27050"/>
                    <a:pt x="16681" y="27047"/>
                    <a:pt x="16780" y="27040"/>
                  </a:cubicBezTo>
                  <a:lnTo>
                    <a:pt x="17023" y="26979"/>
                  </a:lnTo>
                  <a:lnTo>
                    <a:pt x="16962" y="27162"/>
                  </a:lnTo>
                  <a:cubicBezTo>
                    <a:pt x="18404" y="26873"/>
                    <a:pt x="18150" y="24834"/>
                    <a:pt x="16822" y="24834"/>
                  </a:cubicBezTo>
                  <a:cubicBezTo>
                    <a:pt x="16750" y="24834"/>
                    <a:pt x="16675" y="24840"/>
                    <a:pt x="16598" y="24852"/>
                  </a:cubicBezTo>
                  <a:cubicBezTo>
                    <a:pt x="16564" y="24854"/>
                    <a:pt x="16531" y="24855"/>
                    <a:pt x="16499" y="24855"/>
                  </a:cubicBezTo>
                  <a:cubicBezTo>
                    <a:pt x="15536" y="24855"/>
                    <a:pt x="15096" y="23957"/>
                    <a:pt x="13802" y="20841"/>
                  </a:cubicBezTo>
                  <a:cubicBezTo>
                    <a:pt x="13255" y="19382"/>
                    <a:pt x="12526" y="17620"/>
                    <a:pt x="11554" y="15554"/>
                  </a:cubicBezTo>
                  <a:cubicBezTo>
                    <a:pt x="9670" y="11786"/>
                    <a:pt x="5598" y="5283"/>
                    <a:pt x="2498" y="542"/>
                  </a:cubicBezTo>
                  <a:cubicBezTo>
                    <a:pt x="2243" y="160"/>
                    <a:pt x="1895" y="1"/>
                    <a:pt x="1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 rot="-884614">
              <a:off x="6206676" y="2987103"/>
              <a:ext cx="110602" cy="121745"/>
            </a:xfrm>
            <a:custGeom>
              <a:avLst/>
              <a:gdLst/>
              <a:ahLst/>
              <a:cxnLst/>
              <a:rect l="l" t="t" r="r" b="b"/>
              <a:pathLst>
                <a:path w="4973" h="5474" extrusionOk="0">
                  <a:moveTo>
                    <a:pt x="1585" y="1"/>
                  </a:moveTo>
                  <a:cubicBezTo>
                    <a:pt x="765" y="1"/>
                    <a:pt x="1" y="941"/>
                    <a:pt x="658" y="1817"/>
                  </a:cubicBezTo>
                  <a:cubicBezTo>
                    <a:pt x="658" y="1817"/>
                    <a:pt x="1448" y="3033"/>
                    <a:pt x="2724" y="4978"/>
                  </a:cubicBezTo>
                  <a:cubicBezTo>
                    <a:pt x="2949" y="5292"/>
                    <a:pt x="3273" y="5473"/>
                    <a:pt x="3647" y="5473"/>
                  </a:cubicBezTo>
                  <a:cubicBezTo>
                    <a:pt x="3780" y="5473"/>
                    <a:pt x="3918" y="5451"/>
                    <a:pt x="4061" y="5403"/>
                  </a:cubicBezTo>
                  <a:cubicBezTo>
                    <a:pt x="4122" y="5342"/>
                    <a:pt x="4183" y="5342"/>
                    <a:pt x="4304" y="5282"/>
                  </a:cubicBezTo>
                  <a:cubicBezTo>
                    <a:pt x="4791" y="4917"/>
                    <a:pt x="4973" y="4248"/>
                    <a:pt x="4608" y="3701"/>
                  </a:cubicBezTo>
                  <a:cubicBezTo>
                    <a:pt x="3332" y="1757"/>
                    <a:pt x="2542" y="541"/>
                    <a:pt x="2542" y="541"/>
                  </a:cubicBezTo>
                  <a:lnTo>
                    <a:pt x="2481" y="480"/>
                  </a:lnTo>
                  <a:cubicBezTo>
                    <a:pt x="2227" y="141"/>
                    <a:pt x="1902" y="1"/>
                    <a:pt x="1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 rot="-884614">
              <a:off x="6528714" y="2240368"/>
              <a:ext cx="774528" cy="1216983"/>
            </a:xfrm>
            <a:custGeom>
              <a:avLst/>
              <a:gdLst/>
              <a:ahLst/>
              <a:cxnLst/>
              <a:rect l="l" t="t" r="r" b="b"/>
              <a:pathLst>
                <a:path w="34825" h="54719" extrusionOk="0">
                  <a:moveTo>
                    <a:pt x="22335" y="2226"/>
                  </a:moveTo>
                  <a:cubicBezTo>
                    <a:pt x="22366" y="2226"/>
                    <a:pt x="22396" y="2241"/>
                    <a:pt x="22426" y="2271"/>
                  </a:cubicBezTo>
                  <a:cubicBezTo>
                    <a:pt x="23034" y="2332"/>
                    <a:pt x="23946" y="3426"/>
                    <a:pt x="23946" y="5614"/>
                  </a:cubicBezTo>
                  <a:cubicBezTo>
                    <a:pt x="23824" y="7255"/>
                    <a:pt x="23156" y="8835"/>
                    <a:pt x="22123" y="10111"/>
                  </a:cubicBezTo>
                  <a:cubicBezTo>
                    <a:pt x="21332" y="7012"/>
                    <a:pt x="20968" y="4885"/>
                    <a:pt x="21150" y="4095"/>
                  </a:cubicBezTo>
                  <a:cubicBezTo>
                    <a:pt x="21393" y="2940"/>
                    <a:pt x="21879" y="2393"/>
                    <a:pt x="22244" y="2271"/>
                  </a:cubicBezTo>
                  <a:cubicBezTo>
                    <a:pt x="22274" y="2241"/>
                    <a:pt x="22305" y="2226"/>
                    <a:pt x="22335" y="2226"/>
                  </a:cubicBezTo>
                  <a:close/>
                  <a:moveTo>
                    <a:pt x="5446" y="4758"/>
                  </a:moveTo>
                  <a:cubicBezTo>
                    <a:pt x="5868" y="4758"/>
                    <a:pt x="6272" y="4892"/>
                    <a:pt x="6625" y="5128"/>
                  </a:cubicBezTo>
                  <a:cubicBezTo>
                    <a:pt x="8813" y="6586"/>
                    <a:pt x="9907" y="11570"/>
                    <a:pt x="10150" y="13393"/>
                  </a:cubicBezTo>
                  <a:lnTo>
                    <a:pt x="10211" y="13576"/>
                  </a:lnTo>
                  <a:lnTo>
                    <a:pt x="10393" y="14183"/>
                  </a:lnTo>
                  <a:cubicBezTo>
                    <a:pt x="10089" y="14122"/>
                    <a:pt x="9785" y="13940"/>
                    <a:pt x="9482" y="13819"/>
                  </a:cubicBezTo>
                  <a:cubicBezTo>
                    <a:pt x="4437" y="11266"/>
                    <a:pt x="2310" y="8349"/>
                    <a:pt x="2492" y="6769"/>
                  </a:cubicBezTo>
                  <a:cubicBezTo>
                    <a:pt x="2614" y="5675"/>
                    <a:pt x="3769" y="5128"/>
                    <a:pt x="4741" y="4885"/>
                  </a:cubicBezTo>
                  <a:cubicBezTo>
                    <a:pt x="4978" y="4799"/>
                    <a:pt x="5215" y="4758"/>
                    <a:pt x="5446" y="4758"/>
                  </a:cubicBezTo>
                  <a:close/>
                  <a:moveTo>
                    <a:pt x="22398" y="1"/>
                  </a:moveTo>
                  <a:cubicBezTo>
                    <a:pt x="21106" y="1"/>
                    <a:pt x="19516" y="983"/>
                    <a:pt x="18902" y="3609"/>
                  </a:cubicBezTo>
                  <a:cubicBezTo>
                    <a:pt x="18658" y="4763"/>
                    <a:pt x="19205" y="7863"/>
                    <a:pt x="20299" y="12056"/>
                  </a:cubicBezTo>
                  <a:cubicBezTo>
                    <a:pt x="19813" y="12482"/>
                    <a:pt x="19266" y="12846"/>
                    <a:pt x="18719" y="13211"/>
                  </a:cubicBezTo>
                  <a:cubicBezTo>
                    <a:pt x="17103" y="14250"/>
                    <a:pt x="15157" y="14796"/>
                    <a:pt x="13248" y="14796"/>
                  </a:cubicBezTo>
                  <a:cubicBezTo>
                    <a:pt x="13147" y="14796"/>
                    <a:pt x="13046" y="14794"/>
                    <a:pt x="12946" y="14791"/>
                  </a:cubicBezTo>
                  <a:lnTo>
                    <a:pt x="12399" y="13029"/>
                  </a:lnTo>
                  <a:cubicBezTo>
                    <a:pt x="12277" y="11935"/>
                    <a:pt x="11305" y="5493"/>
                    <a:pt x="7962" y="3244"/>
                  </a:cubicBezTo>
                  <a:cubicBezTo>
                    <a:pt x="7192" y="2758"/>
                    <a:pt x="6315" y="2488"/>
                    <a:pt x="5437" y="2488"/>
                  </a:cubicBezTo>
                  <a:cubicBezTo>
                    <a:pt x="4998" y="2488"/>
                    <a:pt x="4559" y="2555"/>
                    <a:pt x="4133" y="2697"/>
                  </a:cubicBezTo>
                  <a:cubicBezTo>
                    <a:pt x="1034" y="3609"/>
                    <a:pt x="365" y="5493"/>
                    <a:pt x="244" y="6586"/>
                  </a:cubicBezTo>
                  <a:cubicBezTo>
                    <a:pt x="1" y="9625"/>
                    <a:pt x="3039" y="13089"/>
                    <a:pt x="8509" y="15824"/>
                  </a:cubicBezTo>
                  <a:cubicBezTo>
                    <a:pt x="9360" y="16250"/>
                    <a:pt x="10211" y="16614"/>
                    <a:pt x="11122" y="16797"/>
                  </a:cubicBezTo>
                  <a:lnTo>
                    <a:pt x="21819" y="53930"/>
                  </a:lnTo>
                  <a:cubicBezTo>
                    <a:pt x="21986" y="54479"/>
                    <a:pt x="22425" y="54719"/>
                    <a:pt x="22871" y="54719"/>
                  </a:cubicBezTo>
                  <a:cubicBezTo>
                    <a:pt x="23560" y="54719"/>
                    <a:pt x="24265" y="54147"/>
                    <a:pt x="24007" y="53261"/>
                  </a:cubicBezTo>
                  <a:lnTo>
                    <a:pt x="13553" y="17040"/>
                  </a:lnTo>
                  <a:cubicBezTo>
                    <a:pt x="15802" y="16979"/>
                    <a:pt x="17990" y="16310"/>
                    <a:pt x="19874" y="15034"/>
                  </a:cubicBezTo>
                  <a:cubicBezTo>
                    <a:pt x="20239" y="14852"/>
                    <a:pt x="20603" y="14609"/>
                    <a:pt x="20907" y="14426"/>
                  </a:cubicBezTo>
                  <a:cubicBezTo>
                    <a:pt x="24310" y="26946"/>
                    <a:pt x="30752" y="46090"/>
                    <a:pt x="32454" y="51073"/>
                  </a:cubicBezTo>
                  <a:cubicBezTo>
                    <a:pt x="32610" y="51592"/>
                    <a:pt x="33076" y="51890"/>
                    <a:pt x="33587" y="51890"/>
                  </a:cubicBezTo>
                  <a:cubicBezTo>
                    <a:pt x="33675" y="51890"/>
                    <a:pt x="33763" y="51881"/>
                    <a:pt x="33852" y="51863"/>
                  </a:cubicBezTo>
                  <a:lnTo>
                    <a:pt x="33913" y="51863"/>
                  </a:lnTo>
                  <a:cubicBezTo>
                    <a:pt x="34520" y="51620"/>
                    <a:pt x="34824" y="51013"/>
                    <a:pt x="34642" y="50405"/>
                  </a:cubicBezTo>
                  <a:cubicBezTo>
                    <a:pt x="30813" y="39162"/>
                    <a:pt x="25526" y="22813"/>
                    <a:pt x="22852" y="12785"/>
                  </a:cubicBezTo>
                  <a:cubicBezTo>
                    <a:pt x="24979" y="10598"/>
                    <a:pt x="26316" y="7924"/>
                    <a:pt x="26255" y="5614"/>
                  </a:cubicBezTo>
                  <a:cubicBezTo>
                    <a:pt x="26194" y="2028"/>
                    <a:pt x="24371" y="205"/>
                    <a:pt x="22730" y="23"/>
                  </a:cubicBezTo>
                  <a:cubicBezTo>
                    <a:pt x="22622" y="8"/>
                    <a:pt x="22511" y="1"/>
                    <a:pt x="22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 rot="-884614">
              <a:off x="6762699" y="3193640"/>
              <a:ext cx="1081337" cy="528525"/>
            </a:xfrm>
            <a:custGeom>
              <a:avLst/>
              <a:gdLst/>
              <a:ahLst/>
              <a:cxnLst/>
              <a:rect l="l" t="t" r="r" b="b"/>
              <a:pathLst>
                <a:path w="48620" h="23764" extrusionOk="0">
                  <a:moveTo>
                    <a:pt x="45581" y="1"/>
                  </a:moveTo>
                  <a:lnTo>
                    <a:pt x="1" y="13189"/>
                  </a:lnTo>
                  <a:lnTo>
                    <a:pt x="3039" y="23763"/>
                  </a:lnTo>
                  <a:lnTo>
                    <a:pt x="48620" y="10575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 rot="-884614">
              <a:off x="6749254" y="3181801"/>
              <a:ext cx="1109738" cy="552612"/>
            </a:xfrm>
            <a:custGeom>
              <a:avLst/>
              <a:gdLst/>
              <a:ahLst/>
              <a:cxnLst/>
              <a:rect l="l" t="t" r="r" b="b"/>
              <a:pathLst>
                <a:path w="49897" h="24847" extrusionOk="0">
                  <a:moveTo>
                    <a:pt x="45825" y="1254"/>
                  </a:moveTo>
                  <a:lnTo>
                    <a:pt x="48559" y="10735"/>
                  </a:lnTo>
                  <a:lnTo>
                    <a:pt x="4012" y="23558"/>
                  </a:lnTo>
                  <a:lnTo>
                    <a:pt x="1277" y="14077"/>
                  </a:lnTo>
                  <a:lnTo>
                    <a:pt x="45825" y="1254"/>
                  </a:lnTo>
                  <a:close/>
                  <a:moveTo>
                    <a:pt x="46260" y="0"/>
                  </a:moveTo>
                  <a:cubicBezTo>
                    <a:pt x="46198" y="0"/>
                    <a:pt x="46133" y="13"/>
                    <a:pt x="46068" y="38"/>
                  </a:cubicBezTo>
                  <a:lnTo>
                    <a:pt x="487" y="13166"/>
                  </a:lnTo>
                  <a:cubicBezTo>
                    <a:pt x="183" y="13227"/>
                    <a:pt x="1" y="13530"/>
                    <a:pt x="62" y="13834"/>
                  </a:cubicBezTo>
                  <a:lnTo>
                    <a:pt x="3100" y="24409"/>
                  </a:lnTo>
                  <a:cubicBezTo>
                    <a:pt x="3206" y="24674"/>
                    <a:pt x="3450" y="24846"/>
                    <a:pt x="3712" y="24846"/>
                  </a:cubicBezTo>
                  <a:cubicBezTo>
                    <a:pt x="3751" y="24846"/>
                    <a:pt x="3790" y="24842"/>
                    <a:pt x="3830" y="24834"/>
                  </a:cubicBezTo>
                  <a:lnTo>
                    <a:pt x="49410" y="11646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3"/>
                  </a:lnTo>
                  <a:cubicBezTo>
                    <a:pt x="46688" y="164"/>
                    <a:pt x="46490" y="0"/>
                    <a:pt x="462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 rot="-884614">
              <a:off x="6917870" y="3454675"/>
              <a:ext cx="1081337" cy="527169"/>
            </a:xfrm>
            <a:custGeom>
              <a:avLst/>
              <a:gdLst/>
              <a:ahLst/>
              <a:cxnLst/>
              <a:rect l="l" t="t" r="r" b="b"/>
              <a:pathLst>
                <a:path w="48620" h="23703" extrusionOk="0">
                  <a:moveTo>
                    <a:pt x="45581" y="1"/>
                  </a:moveTo>
                  <a:lnTo>
                    <a:pt x="1" y="13128"/>
                  </a:lnTo>
                  <a:lnTo>
                    <a:pt x="3039" y="23703"/>
                  </a:lnTo>
                  <a:lnTo>
                    <a:pt x="48620" y="10576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 rot="-884614">
              <a:off x="6904263" y="3441499"/>
              <a:ext cx="1109738" cy="552701"/>
            </a:xfrm>
            <a:custGeom>
              <a:avLst/>
              <a:gdLst/>
              <a:ahLst/>
              <a:cxnLst/>
              <a:rect l="l" t="t" r="r" b="b"/>
              <a:pathLst>
                <a:path w="49897" h="24851" extrusionOk="0">
                  <a:moveTo>
                    <a:pt x="45825" y="1254"/>
                  </a:moveTo>
                  <a:lnTo>
                    <a:pt x="48559" y="10796"/>
                  </a:lnTo>
                  <a:lnTo>
                    <a:pt x="4073" y="23619"/>
                  </a:lnTo>
                  <a:lnTo>
                    <a:pt x="1338" y="14078"/>
                  </a:lnTo>
                  <a:lnTo>
                    <a:pt x="45825" y="1254"/>
                  </a:lnTo>
                  <a:close/>
                  <a:moveTo>
                    <a:pt x="46260" y="1"/>
                  </a:moveTo>
                  <a:cubicBezTo>
                    <a:pt x="46198" y="1"/>
                    <a:pt x="46133" y="13"/>
                    <a:pt x="46068" y="39"/>
                  </a:cubicBezTo>
                  <a:lnTo>
                    <a:pt x="487" y="13166"/>
                  </a:lnTo>
                  <a:cubicBezTo>
                    <a:pt x="183" y="13227"/>
                    <a:pt x="1" y="13592"/>
                    <a:pt x="62" y="13896"/>
                  </a:cubicBezTo>
                  <a:lnTo>
                    <a:pt x="3100" y="24470"/>
                  </a:lnTo>
                  <a:cubicBezTo>
                    <a:pt x="3202" y="24723"/>
                    <a:pt x="3430" y="24850"/>
                    <a:pt x="3679" y="24850"/>
                  </a:cubicBezTo>
                  <a:cubicBezTo>
                    <a:pt x="3728" y="24850"/>
                    <a:pt x="3779" y="24845"/>
                    <a:pt x="3830" y="24835"/>
                  </a:cubicBezTo>
                  <a:lnTo>
                    <a:pt x="49410" y="11708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4"/>
                  </a:lnTo>
                  <a:cubicBezTo>
                    <a:pt x="46688" y="165"/>
                    <a:pt x="46490" y="1"/>
                    <a:pt x="46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 rot="-884614">
              <a:off x="6865889" y="3413384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0"/>
                  </a:moveTo>
                  <a:lnTo>
                    <a:pt x="0" y="13188"/>
                  </a:lnTo>
                  <a:lnTo>
                    <a:pt x="730" y="15680"/>
                  </a:lnTo>
                  <a:lnTo>
                    <a:pt x="46310" y="2553"/>
                  </a:lnTo>
                  <a:lnTo>
                    <a:pt x="455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 rot="-884614">
              <a:off x="6852517" y="3401537"/>
              <a:ext cx="1058363" cy="373419"/>
            </a:xfrm>
            <a:custGeom>
              <a:avLst/>
              <a:gdLst/>
              <a:ahLst/>
              <a:cxnLst/>
              <a:rect l="l" t="t" r="r" b="b"/>
              <a:pathLst>
                <a:path w="47587" h="16790" extrusionOk="0">
                  <a:moveTo>
                    <a:pt x="45824" y="1254"/>
                  </a:moveTo>
                  <a:lnTo>
                    <a:pt x="46250" y="2652"/>
                  </a:lnTo>
                  <a:lnTo>
                    <a:pt x="1763" y="15475"/>
                  </a:lnTo>
                  <a:lnTo>
                    <a:pt x="1338" y="14077"/>
                  </a:lnTo>
                  <a:lnTo>
                    <a:pt x="45824" y="1254"/>
                  </a:lnTo>
                  <a:close/>
                  <a:moveTo>
                    <a:pt x="46200" y="0"/>
                  </a:moveTo>
                  <a:cubicBezTo>
                    <a:pt x="46137" y="0"/>
                    <a:pt x="46072" y="12"/>
                    <a:pt x="46007" y="38"/>
                  </a:cubicBezTo>
                  <a:lnTo>
                    <a:pt x="426" y="13165"/>
                  </a:lnTo>
                  <a:cubicBezTo>
                    <a:pt x="122" y="13226"/>
                    <a:pt x="1" y="13530"/>
                    <a:pt x="61" y="13834"/>
                  </a:cubicBezTo>
                  <a:lnTo>
                    <a:pt x="791" y="16387"/>
                  </a:lnTo>
                  <a:cubicBezTo>
                    <a:pt x="886" y="16625"/>
                    <a:pt x="1095" y="16789"/>
                    <a:pt x="1327" y="16789"/>
                  </a:cubicBezTo>
                  <a:cubicBezTo>
                    <a:pt x="1390" y="16789"/>
                    <a:pt x="1455" y="16777"/>
                    <a:pt x="1520" y="16751"/>
                  </a:cubicBezTo>
                  <a:lnTo>
                    <a:pt x="47101" y="3624"/>
                  </a:lnTo>
                  <a:cubicBezTo>
                    <a:pt x="47404" y="3563"/>
                    <a:pt x="47587" y="3198"/>
                    <a:pt x="47465" y="2955"/>
                  </a:cubicBezTo>
                  <a:lnTo>
                    <a:pt x="46736" y="403"/>
                  </a:lnTo>
                  <a:cubicBezTo>
                    <a:pt x="46640" y="164"/>
                    <a:pt x="46432" y="0"/>
                    <a:pt x="46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 rot="-884614">
              <a:off x="7066019" y="3719130"/>
              <a:ext cx="1051602" cy="469454"/>
            </a:xfrm>
            <a:custGeom>
              <a:avLst/>
              <a:gdLst/>
              <a:ahLst/>
              <a:cxnLst/>
              <a:rect l="l" t="t" r="r" b="b"/>
              <a:pathLst>
                <a:path w="47283" h="21108" extrusionOk="0">
                  <a:moveTo>
                    <a:pt x="45581" y="0"/>
                  </a:moveTo>
                  <a:lnTo>
                    <a:pt x="1" y="13188"/>
                  </a:lnTo>
                  <a:cubicBezTo>
                    <a:pt x="1402" y="17993"/>
                    <a:pt x="5770" y="21107"/>
                    <a:pt x="10560" y="21107"/>
                  </a:cubicBezTo>
                  <a:cubicBezTo>
                    <a:pt x="11587" y="21107"/>
                    <a:pt x="12634" y="20964"/>
                    <a:pt x="13675" y="20664"/>
                  </a:cubicBezTo>
                  <a:lnTo>
                    <a:pt x="38045" y="13675"/>
                  </a:lnTo>
                  <a:cubicBezTo>
                    <a:pt x="43880" y="11973"/>
                    <a:pt x="47283" y="5896"/>
                    <a:pt x="45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 rot="-884614">
              <a:off x="7052491" y="3706699"/>
              <a:ext cx="1078646" cy="494275"/>
            </a:xfrm>
            <a:custGeom>
              <a:avLst/>
              <a:gdLst/>
              <a:ahLst/>
              <a:cxnLst/>
              <a:rect l="l" t="t" r="r" b="b"/>
              <a:pathLst>
                <a:path w="48499" h="22224" extrusionOk="0">
                  <a:moveTo>
                    <a:pt x="45825" y="1289"/>
                  </a:moveTo>
                  <a:cubicBezTo>
                    <a:pt x="47101" y="6698"/>
                    <a:pt x="43880" y="12107"/>
                    <a:pt x="38593" y="13687"/>
                  </a:cubicBezTo>
                  <a:lnTo>
                    <a:pt x="14101" y="20737"/>
                  </a:lnTo>
                  <a:cubicBezTo>
                    <a:pt x="13144" y="21008"/>
                    <a:pt x="12179" y="21138"/>
                    <a:pt x="11230" y="21138"/>
                  </a:cubicBezTo>
                  <a:cubicBezTo>
                    <a:pt x="6872" y="21138"/>
                    <a:pt x="2835" y="18404"/>
                    <a:pt x="1338" y="14112"/>
                  </a:cubicBezTo>
                  <a:lnTo>
                    <a:pt x="45825" y="1289"/>
                  </a:lnTo>
                  <a:close/>
                  <a:moveTo>
                    <a:pt x="46185" y="1"/>
                  </a:moveTo>
                  <a:cubicBezTo>
                    <a:pt x="46146" y="1"/>
                    <a:pt x="46107" y="5"/>
                    <a:pt x="46068" y="12"/>
                  </a:cubicBezTo>
                  <a:lnTo>
                    <a:pt x="487" y="13200"/>
                  </a:lnTo>
                  <a:cubicBezTo>
                    <a:pt x="183" y="13261"/>
                    <a:pt x="1" y="13565"/>
                    <a:pt x="62" y="13869"/>
                  </a:cubicBezTo>
                  <a:cubicBezTo>
                    <a:pt x="1517" y="18937"/>
                    <a:pt x="6162" y="22224"/>
                    <a:pt x="11192" y="22224"/>
                  </a:cubicBezTo>
                  <a:cubicBezTo>
                    <a:pt x="12255" y="22224"/>
                    <a:pt x="13334" y="22077"/>
                    <a:pt x="14404" y="21770"/>
                  </a:cubicBezTo>
                  <a:lnTo>
                    <a:pt x="38836" y="14781"/>
                  </a:lnTo>
                  <a:cubicBezTo>
                    <a:pt x="44974" y="12957"/>
                    <a:pt x="48499" y="6576"/>
                    <a:pt x="46736" y="438"/>
                  </a:cubicBezTo>
                  <a:cubicBezTo>
                    <a:pt x="46683" y="173"/>
                    <a:pt x="46446" y="1"/>
                    <a:pt x="461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 rot="-884614">
              <a:off x="7021232" y="3674396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1"/>
                  </a:moveTo>
                  <a:lnTo>
                    <a:pt x="0" y="13128"/>
                  </a:lnTo>
                  <a:lnTo>
                    <a:pt x="730" y="15680"/>
                  </a:lnTo>
                  <a:lnTo>
                    <a:pt x="46310" y="2492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rot="-884614">
              <a:off x="7006367" y="3662070"/>
              <a:ext cx="1058385" cy="373686"/>
            </a:xfrm>
            <a:custGeom>
              <a:avLst/>
              <a:gdLst/>
              <a:ahLst/>
              <a:cxnLst/>
              <a:rect l="l" t="t" r="r" b="b"/>
              <a:pathLst>
                <a:path w="47588" h="16802" extrusionOk="0">
                  <a:moveTo>
                    <a:pt x="45885" y="1231"/>
                  </a:moveTo>
                  <a:lnTo>
                    <a:pt x="46311" y="2690"/>
                  </a:lnTo>
                  <a:lnTo>
                    <a:pt x="1824" y="15513"/>
                  </a:lnTo>
                  <a:lnTo>
                    <a:pt x="1399" y="14115"/>
                  </a:lnTo>
                  <a:lnTo>
                    <a:pt x="45885" y="1231"/>
                  </a:lnTo>
                  <a:close/>
                  <a:moveTo>
                    <a:pt x="46219" y="1"/>
                  </a:moveTo>
                  <a:cubicBezTo>
                    <a:pt x="46169" y="1"/>
                    <a:pt x="46118" y="6"/>
                    <a:pt x="46068" y="16"/>
                  </a:cubicBezTo>
                  <a:lnTo>
                    <a:pt x="487" y="13143"/>
                  </a:lnTo>
                  <a:cubicBezTo>
                    <a:pt x="183" y="13265"/>
                    <a:pt x="1" y="13568"/>
                    <a:pt x="122" y="13872"/>
                  </a:cubicBezTo>
                  <a:lnTo>
                    <a:pt x="852" y="16364"/>
                  </a:lnTo>
                  <a:cubicBezTo>
                    <a:pt x="958" y="16629"/>
                    <a:pt x="1202" y="16801"/>
                    <a:pt x="1464" y="16801"/>
                  </a:cubicBezTo>
                  <a:cubicBezTo>
                    <a:pt x="1502" y="16801"/>
                    <a:pt x="1542" y="16797"/>
                    <a:pt x="1581" y="16789"/>
                  </a:cubicBezTo>
                  <a:lnTo>
                    <a:pt x="47162" y="3601"/>
                  </a:lnTo>
                  <a:lnTo>
                    <a:pt x="47101" y="3601"/>
                  </a:lnTo>
                  <a:cubicBezTo>
                    <a:pt x="47405" y="3541"/>
                    <a:pt x="47587" y="3237"/>
                    <a:pt x="47526" y="2933"/>
                  </a:cubicBezTo>
                  <a:lnTo>
                    <a:pt x="46797" y="380"/>
                  </a:lnTo>
                  <a:cubicBezTo>
                    <a:pt x="46696" y="127"/>
                    <a:pt x="46468" y="1"/>
                    <a:pt x="462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 rot="3455344">
              <a:off x="5236442" y="1684293"/>
              <a:ext cx="166350" cy="209583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0" name="Google Shape;1170;p42"/>
          <p:cNvSpPr txBox="1">
            <a:spLocks noGrp="1"/>
          </p:cNvSpPr>
          <p:nvPr>
            <p:ph type="title" idx="2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95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E0F24B-446E-C924-F59E-7C2E28A5F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09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2"/>
          <p:cNvSpPr txBox="1">
            <a:spLocks noGrp="1"/>
          </p:cNvSpPr>
          <p:nvPr>
            <p:ph type="title"/>
          </p:nvPr>
        </p:nvSpPr>
        <p:spPr>
          <a:xfrm>
            <a:off x="626899" y="2089124"/>
            <a:ext cx="2606037" cy="1324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COLLECTIONS</a:t>
            </a:r>
            <a:br>
              <a:rPr lang="en-US" dirty="0"/>
            </a:br>
            <a:r>
              <a:rPr lang="en-US" dirty="0"/>
              <a:t>AND CRUD OPERATIONS</a:t>
            </a:r>
            <a:endParaRPr dirty="0"/>
          </a:p>
        </p:txBody>
      </p:sp>
      <p:grpSp>
        <p:nvGrpSpPr>
          <p:cNvPr id="1138" name="Google Shape;1138;p42"/>
          <p:cNvGrpSpPr/>
          <p:nvPr/>
        </p:nvGrpSpPr>
        <p:grpSpPr>
          <a:xfrm>
            <a:off x="5145769" y="703953"/>
            <a:ext cx="3095912" cy="3626137"/>
            <a:chOff x="5145769" y="703953"/>
            <a:chExt cx="3095912" cy="3626137"/>
          </a:xfrm>
        </p:grpSpPr>
        <p:sp>
          <p:nvSpPr>
            <p:cNvPr id="1139" name="Google Shape;1139;p42"/>
            <p:cNvSpPr/>
            <p:nvPr/>
          </p:nvSpPr>
          <p:spPr>
            <a:xfrm rot="-884614">
              <a:off x="5287412" y="844430"/>
              <a:ext cx="1269226" cy="1277344"/>
            </a:xfrm>
            <a:custGeom>
              <a:avLst/>
              <a:gdLst/>
              <a:ahLst/>
              <a:cxnLst/>
              <a:rect l="l" t="t" r="r" b="b"/>
              <a:pathLst>
                <a:path w="57068" h="57433" extrusionOk="0">
                  <a:moveTo>
                    <a:pt x="28443" y="13857"/>
                  </a:moveTo>
                  <a:cubicBezTo>
                    <a:pt x="36647" y="13857"/>
                    <a:pt x="43333" y="20542"/>
                    <a:pt x="43333" y="28747"/>
                  </a:cubicBezTo>
                  <a:cubicBezTo>
                    <a:pt x="43333" y="37756"/>
                    <a:pt x="35982" y="43701"/>
                    <a:pt x="28330" y="43701"/>
                  </a:cubicBezTo>
                  <a:cubicBezTo>
                    <a:pt x="24676" y="43701"/>
                    <a:pt x="20953" y="42346"/>
                    <a:pt x="17929" y="39322"/>
                  </a:cubicBezTo>
                  <a:cubicBezTo>
                    <a:pt x="8570" y="29902"/>
                    <a:pt x="15194" y="13857"/>
                    <a:pt x="28443" y="13857"/>
                  </a:cubicBezTo>
                  <a:close/>
                  <a:moveTo>
                    <a:pt x="25404" y="1"/>
                  </a:moveTo>
                  <a:lnTo>
                    <a:pt x="24006" y="5410"/>
                  </a:lnTo>
                  <a:cubicBezTo>
                    <a:pt x="22183" y="5774"/>
                    <a:pt x="20421" y="6382"/>
                    <a:pt x="18719" y="7172"/>
                  </a:cubicBezTo>
                  <a:lnTo>
                    <a:pt x="14404" y="3465"/>
                  </a:lnTo>
                  <a:lnTo>
                    <a:pt x="9542" y="6868"/>
                  </a:lnTo>
                  <a:lnTo>
                    <a:pt x="11548" y="12156"/>
                  </a:lnTo>
                  <a:cubicBezTo>
                    <a:pt x="10271" y="13493"/>
                    <a:pt x="9117" y="15012"/>
                    <a:pt x="8205" y="16592"/>
                  </a:cubicBezTo>
                  <a:lnTo>
                    <a:pt x="2553" y="15984"/>
                  </a:lnTo>
                  <a:lnTo>
                    <a:pt x="487" y="21636"/>
                  </a:lnTo>
                  <a:lnTo>
                    <a:pt x="5166" y="24797"/>
                  </a:lnTo>
                  <a:cubicBezTo>
                    <a:pt x="4923" y="26134"/>
                    <a:pt x="4802" y="27410"/>
                    <a:pt x="4802" y="28747"/>
                  </a:cubicBezTo>
                  <a:cubicBezTo>
                    <a:pt x="4802" y="29294"/>
                    <a:pt x="4802" y="29902"/>
                    <a:pt x="4863" y="30449"/>
                  </a:cubicBezTo>
                  <a:lnTo>
                    <a:pt x="1" y="33183"/>
                  </a:lnTo>
                  <a:lnTo>
                    <a:pt x="1520" y="38896"/>
                  </a:lnTo>
                  <a:lnTo>
                    <a:pt x="7050" y="38835"/>
                  </a:lnTo>
                  <a:cubicBezTo>
                    <a:pt x="7840" y="40598"/>
                    <a:pt x="8874" y="42178"/>
                    <a:pt x="10089" y="43697"/>
                  </a:cubicBezTo>
                  <a:lnTo>
                    <a:pt x="7658" y="48681"/>
                  </a:lnTo>
                  <a:lnTo>
                    <a:pt x="12216" y="52449"/>
                  </a:lnTo>
                  <a:lnTo>
                    <a:pt x="16653" y="49289"/>
                  </a:lnTo>
                  <a:cubicBezTo>
                    <a:pt x="18354" y="50261"/>
                    <a:pt x="20117" y="51051"/>
                    <a:pt x="22001" y="51598"/>
                  </a:cubicBezTo>
                  <a:lnTo>
                    <a:pt x="22852" y="56885"/>
                  </a:lnTo>
                  <a:lnTo>
                    <a:pt x="28808" y="57432"/>
                  </a:lnTo>
                  <a:lnTo>
                    <a:pt x="30570" y="52327"/>
                  </a:lnTo>
                  <a:cubicBezTo>
                    <a:pt x="32515" y="52206"/>
                    <a:pt x="34460" y="51780"/>
                    <a:pt x="36283" y="51112"/>
                  </a:cubicBezTo>
                  <a:lnTo>
                    <a:pt x="40051" y="54941"/>
                  </a:lnTo>
                  <a:lnTo>
                    <a:pt x="45217" y="51963"/>
                  </a:lnTo>
                  <a:lnTo>
                    <a:pt x="43758" y="46797"/>
                  </a:lnTo>
                  <a:cubicBezTo>
                    <a:pt x="45277" y="45521"/>
                    <a:pt x="46614" y="44062"/>
                    <a:pt x="47769" y="42482"/>
                  </a:cubicBezTo>
                  <a:lnTo>
                    <a:pt x="52996" y="43454"/>
                  </a:lnTo>
                  <a:lnTo>
                    <a:pt x="55487" y="38045"/>
                  </a:lnTo>
                  <a:lnTo>
                    <a:pt x="51416" y="34642"/>
                  </a:lnTo>
                  <a:cubicBezTo>
                    <a:pt x="51902" y="32758"/>
                    <a:pt x="52145" y="30813"/>
                    <a:pt x="52145" y="28868"/>
                  </a:cubicBezTo>
                  <a:lnTo>
                    <a:pt x="57068" y="26620"/>
                  </a:lnTo>
                  <a:lnTo>
                    <a:pt x="56034" y="20786"/>
                  </a:lnTo>
                  <a:lnTo>
                    <a:pt x="50625" y="20360"/>
                  </a:lnTo>
                  <a:cubicBezTo>
                    <a:pt x="49957" y="18537"/>
                    <a:pt x="49045" y="16835"/>
                    <a:pt x="47951" y="15255"/>
                  </a:cubicBezTo>
                  <a:lnTo>
                    <a:pt x="50747" y="10575"/>
                  </a:lnTo>
                  <a:lnTo>
                    <a:pt x="46493" y="6321"/>
                  </a:lnTo>
                  <a:lnTo>
                    <a:pt x="41752" y="9117"/>
                  </a:lnTo>
                  <a:cubicBezTo>
                    <a:pt x="39018" y="7294"/>
                    <a:pt x="35918" y="6017"/>
                    <a:pt x="32697" y="5410"/>
                  </a:cubicBezTo>
                  <a:lnTo>
                    <a:pt x="313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 rot="2192640">
              <a:off x="5665070" y="927791"/>
              <a:ext cx="237900" cy="109198"/>
            </a:xfrm>
            <a:custGeom>
              <a:avLst/>
              <a:gdLst/>
              <a:ahLst/>
              <a:cxnLst/>
              <a:rect l="l" t="t" r="r" b="b"/>
              <a:pathLst>
                <a:path w="10697" h="4910" extrusionOk="0">
                  <a:moveTo>
                    <a:pt x="670" y="1"/>
                  </a:moveTo>
                  <a:cubicBezTo>
                    <a:pt x="436" y="1"/>
                    <a:pt x="212" y="126"/>
                    <a:pt x="122" y="351"/>
                  </a:cubicBezTo>
                  <a:cubicBezTo>
                    <a:pt x="0" y="655"/>
                    <a:pt x="183" y="959"/>
                    <a:pt x="487" y="1081"/>
                  </a:cubicBezTo>
                  <a:lnTo>
                    <a:pt x="9907" y="4909"/>
                  </a:lnTo>
                  <a:lnTo>
                    <a:pt x="10271" y="4909"/>
                  </a:lnTo>
                  <a:cubicBezTo>
                    <a:pt x="10393" y="4849"/>
                    <a:pt x="10514" y="4727"/>
                    <a:pt x="10575" y="4605"/>
                  </a:cubicBezTo>
                  <a:cubicBezTo>
                    <a:pt x="10697" y="4302"/>
                    <a:pt x="10575" y="3937"/>
                    <a:pt x="10271" y="3815"/>
                  </a:cubicBezTo>
                  <a:lnTo>
                    <a:pt x="912" y="47"/>
                  </a:lnTo>
                  <a:cubicBezTo>
                    <a:pt x="834" y="16"/>
                    <a:pt x="751" y="1"/>
                    <a:pt x="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 rot="-884614">
              <a:off x="6619964" y="3573813"/>
              <a:ext cx="637993" cy="642041"/>
            </a:xfrm>
            <a:custGeom>
              <a:avLst/>
              <a:gdLst/>
              <a:ahLst/>
              <a:cxnLst/>
              <a:rect l="l" t="t" r="r" b="b"/>
              <a:pathLst>
                <a:path w="28686" h="28868" extrusionOk="0">
                  <a:moveTo>
                    <a:pt x="14373" y="6954"/>
                  </a:moveTo>
                  <a:cubicBezTo>
                    <a:pt x="16214" y="6954"/>
                    <a:pt x="18094" y="7641"/>
                    <a:pt x="19630" y="9177"/>
                  </a:cubicBezTo>
                  <a:cubicBezTo>
                    <a:pt x="24310" y="13857"/>
                    <a:pt x="20967" y="21940"/>
                    <a:pt x="14343" y="21940"/>
                  </a:cubicBezTo>
                  <a:cubicBezTo>
                    <a:pt x="10210" y="21940"/>
                    <a:pt x="6868" y="18597"/>
                    <a:pt x="6868" y="14464"/>
                  </a:cubicBezTo>
                  <a:cubicBezTo>
                    <a:pt x="6868" y="9945"/>
                    <a:pt x="10533" y="6954"/>
                    <a:pt x="14373" y="6954"/>
                  </a:cubicBezTo>
                  <a:close/>
                  <a:moveTo>
                    <a:pt x="12884" y="0"/>
                  </a:moveTo>
                  <a:lnTo>
                    <a:pt x="12216" y="2735"/>
                  </a:lnTo>
                  <a:cubicBezTo>
                    <a:pt x="10575" y="3039"/>
                    <a:pt x="8995" y="3647"/>
                    <a:pt x="7658" y="4619"/>
                  </a:cubicBezTo>
                  <a:lnTo>
                    <a:pt x="5287" y="3160"/>
                  </a:lnTo>
                  <a:lnTo>
                    <a:pt x="3221" y="5287"/>
                  </a:lnTo>
                  <a:lnTo>
                    <a:pt x="4619" y="7658"/>
                  </a:lnTo>
                  <a:cubicBezTo>
                    <a:pt x="4072" y="8448"/>
                    <a:pt x="3586" y="9299"/>
                    <a:pt x="3221" y="10210"/>
                  </a:cubicBezTo>
                  <a:lnTo>
                    <a:pt x="547" y="10453"/>
                  </a:lnTo>
                  <a:lnTo>
                    <a:pt x="0" y="13370"/>
                  </a:lnTo>
                  <a:lnTo>
                    <a:pt x="2492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29" y="19083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227" y="22122"/>
                    <a:pt x="5895" y="22851"/>
                    <a:pt x="6624" y="23520"/>
                  </a:cubicBezTo>
                  <a:lnTo>
                    <a:pt x="5895" y="26072"/>
                  </a:lnTo>
                  <a:lnTo>
                    <a:pt x="8508" y="27592"/>
                  </a:lnTo>
                  <a:lnTo>
                    <a:pt x="10392" y="25708"/>
                  </a:lnTo>
                  <a:cubicBezTo>
                    <a:pt x="11304" y="26012"/>
                    <a:pt x="12276" y="26255"/>
                    <a:pt x="13249" y="26315"/>
                  </a:cubicBezTo>
                  <a:lnTo>
                    <a:pt x="14160" y="28868"/>
                  </a:lnTo>
                  <a:lnTo>
                    <a:pt x="17138" y="28625"/>
                  </a:lnTo>
                  <a:lnTo>
                    <a:pt x="17625" y="25951"/>
                  </a:lnTo>
                  <a:cubicBezTo>
                    <a:pt x="18536" y="25647"/>
                    <a:pt x="19448" y="25282"/>
                    <a:pt x="20299" y="24796"/>
                  </a:cubicBezTo>
                  <a:lnTo>
                    <a:pt x="22487" y="26376"/>
                  </a:lnTo>
                  <a:lnTo>
                    <a:pt x="24796" y="24431"/>
                  </a:lnTo>
                  <a:lnTo>
                    <a:pt x="23580" y="21940"/>
                  </a:lnTo>
                  <a:cubicBezTo>
                    <a:pt x="24188" y="21150"/>
                    <a:pt x="24735" y="20360"/>
                    <a:pt x="25100" y="19509"/>
                  </a:cubicBezTo>
                  <a:lnTo>
                    <a:pt x="27895" y="19509"/>
                  </a:lnTo>
                  <a:lnTo>
                    <a:pt x="28686" y="16592"/>
                  </a:lnTo>
                  <a:lnTo>
                    <a:pt x="26194" y="15254"/>
                  </a:lnTo>
                  <a:cubicBezTo>
                    <a:pt x="26255" y="14951"/>
                    <a:pt x="26255" y="14647"/>
                    <a:pt x="26194" y="14404"/>
                  </a:cubicBezTo>
                  <a:cubicBezTo>
                    <a:pt x="26194" y="13735"/>
                    <a:pt x="26133" y="13067"/>
                    <a:pt x="26011" y="12398"/>
                  </a:cubicBezTo>
                  <a:lnTo>
                    <a:pt x="28382" y="10818"/>
                  </a:lnTo>
                  <a:lnTo>
                    <a:pt x="27348" y="7962"/>
                  </a:lnTo>
                  <a:lnTo>
                    <a:pt x="24553" y="8265"/>
                  </a:lnTo>
                  <a:cubicBezTo>
                    <a:pt x="24067" y="7475"/>
                    <a:pt x="23459" y="6685"/>
                    <a:pt x="22790" y="6017"/>
                  </a:cubicBezTo>
                  <a:lnTo>
                    <a:pt x="23824" y="3343"/>
                  </a:lnTo>
                  <a:lnTo>
                    <a:pt x="21453" y="1763"/>
                  </a:lnTo>
                  <a:lnTo>
                    <a:pt x="19266" y="3586"/>
                  </a:lnTo>
                  <a:cubicBezTo>
                    <a:pt x="18415" y="3221"/>
                    <a:pt x="17503" y="2917"/>
                    <a:pt x="16591" y="2735"/>
                  </a:cubicBezTo>
                  <a:lnTo>
                    <a:pt x="15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 rot="-884614">
              <a:off x="7108495" y="1468735"/>
              <a:ext cx="639350" cy="640707"/>
            </a:xfrm>
            <a:custGeom>
              <a:avLst/>
              <a:gdLst/>
              <a:ahLst/>
              <a:cxnLst/>
              <a:rect l="l" t="t" r="r" b="b"/>
              <a:pathLst>
                <a:path w="28747" h="28808" extrusionOk="0">
                  <a:moveTo>
                    <a:pt x="14343" y="6928"/>
                  </a:moveTo>
                  <a:cubicBezTo>
                    <a:pt x="18476" y="6928"/>
                    <a:pt x="21819" y="10271"/>
                    <a:pt x="21819" y="14404"/>
                  </a:cubicBezTo>
                  <a:cubicBezTo>
                    <a:pt x="21819" y="18923"/>
                    <a:pt x="18153" y="21914"/>
                    <a:pt x="14313" y="21914"/>
                  </a:cubicBezTo>
                  <a:cubicBezTo>
                    <a:pt x="12472" y="21914"/>
                    <a:pt x="10592" y="21227"/>
                    <a:pt x="9056" y="19691"/>
                  </a:cubicBezTo>
                  <a:cubicBezTo>
                    <a:pt x="4376" y="15011"/>
                    <a:pt x="7719" y="6928"/>
                    <a:pt x="14343" y="6928"/>
                  </a:cubicBezTo>
                  <a:close/>
                  <a:moveTo>
                    <a:pt x="12824" y="0"/>
                  </a:moveTo>
                  <a:lnTo>
                    <a:pt x="12155" y="2735"/>
                  </a:lnTo>
                  <a:cubicBezTo>
                    <a:pt x="11183" y="2917"/>
                    <a:pt x="10271" y="3160"/>
                    <a:pt x="9421" y="3586"/>
                  </a:cubicBezTo>
                  <a:lnTo>
                    <a:pt x="7294" y="1763"/>
                  </a:lnTo>
                  <a:lnTo>
                    <a:pt x="4802" y="3464"/>
                  </a:lnTo>
                  <a:lnTo>
                    <a:pt x="5835" y="6078"/>
                  </a:lnTo>
                  <a:cubicBezTo>
                    <a:pt x="5166" y="6746"/>
                    <a:pt x="4619" y="7536"/>
                    <a:pt x="4133" y="8326"/>
                  </a:cubicBezTo>
                  <a:lnTo>
                    <a:pt x="1277" y="8022"/>
                  </a:lnTo>
                  <a:lnTo>
                    <a:pt x="304" y="10879"/>
                  </a:lnTo>
                  <a:lnTo>
                    <a:pt x="2614" y="12459"/>
                  </a:lnTo>
                  <a:cubicBezTo>
                    <a:pt x="2492" y="13067"/>
                    <a:pt x="2432" y="13735"/>
                    <a:pt x="2432" y="14404"/>
                  </a:cubicBezTo>
                  <a:lnTo>
                    <a:pt x="2432" y="15255"/>
                  </a:lnTo>
                  <a:lnTo>
                    <a:pt x="1" y="16652"/>
                  </a:lnTo>
                  <a:lnTo>
                    <a:pt x="730" y="19509"/>
                  </a:lnTo>
                  <a:lnTo>
                    <a:pt x="3526" y="19509"/>
                  </a:lnTo>
                  <a:cubicBezTo>
                    <a:pt x="3951" y="20360"/>
                    <a:pt x="4437" y="21150"/>
                    <a:pt x="5045" y="21940"/>
                  </a:cubicBezTo>
                  <a:lnTo>
                    <a:pt x="3829" y="24431"/>
                  </a:lnTo>
                  <a:lnTo>
                    <a:pt x="6139" y="26376"/>
                  </a:lnTo>
                  <a:lnTo>
                    <a:pt x="8327" y="24735"/>
                  </a:lnTo>
                  <a:cubicBezTo>
                    <a:pt x="9178" y="25222"/>
                    <a:pt x="10089" y="25647"/>
                    <a:pt x="11062" y="25890"/>
                  </a:cubicBezTo>
                  <a:lnTo>
                    <a:pt x="11487" y="28564"/>
                  </a:lnTo>
                  <a:lnTo>
                    <a:pt x="14526" y="28807"/>
                  </a:lnTo>
                  <a:lnTo>
                    <a:pt x="15376" y="26315"/>
                  </a:lnTo>
                  <a:cubicBezTo>
                    <a:pt x="16349" y="26194"/>
                    <a:pt x="17321" y="26012"/>
                    <a:pt x="18294" y="25647"/>
                  </a:cubicBezTo>
                  <a:lnTo>
                    <a:pt x="20178" y="27592"/>
                  </a:lnTo>
                  <a:lnTo>
                    <a:pt x="22730" y="26072"/>
                  </a:lnTo>
                  <a:lnTo>
                    <a:pt x="22062" y="23459"/>
                  </a:lnTo>
                  <a:cubicBezTo>
                    <a:pt x="22791" y="22851"/>
                    <a:pt x="23459" y="22122"/>
                    <a:pt x="24067" y="21332"/>
                  </a:cubicBezTo>
                  <a:lnTo>
                    <a:pt x="26680" y="21818"/>
                  </a:lnTo>
                  <a:lnTo>
                    <a:pt x="27957" y="19083"/>
                  </a:lnTo>
                  <a:lnTo>
                    <a:pt x="25890" y="17382"/>
                  </a:lnTo>
                  <a:cubicBezTo>
                    <a:pt x="26134" y="16409"/>
                    <a:pt x="26255" y="15437"/>
                    <a:pt x="26255" y="14464"/>
                  </a:cubicBezTo>
                  <a:lnTo>
                    <a:pt x="28747" y="13371"/>
                  </a:lnTo>
                  <a:lnTo>
                    <a:pt x="28200" y="10393"/>
                  </a:lnTo>
                  <a:lnTo>
                    <a:pt x="25465" y="10210"/>
                  </a:lnTo>
                  <a:cubicBezTo>
                    <a:pt x="25100" y="9299"/>
                    <a:pt x="24675" y="8448"/>
                    <a:pt x="24128" y="7597"/>
                  </a:cubicBezTo>
                  <a:lnTo>
                    <a:pt x="25587" y="5288"/>
                  </a:lnTo>
                  <a:lnTo>
                    <a:pt x="23459" y="3160"/>
                  </a:lnTo>
                  <a:lnTo>
                    <a:pt x="21028" y="4558"/>
                  </a:lnTo>
                  <a:cubicBezTo>
                    <a:pt x="19691" y="3647"/>
                    <a:pt x="18111" y="3039"/>
                    <a:pt x="16470" y="2735"/>
                  </a:cubicBezTo>
                  <a:lnTo>
                    <a:pt x="15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 rot="-884614">
              <a:off x="7195024" y="2529412"/>
              <a:ext cx="942111" cy="943490"/>
            </a:xfrm>
            <a:custGeom>
              <a:avLst/>
              <a:gdLst/>
              <a:ahLst/>
              <a:cxnLst/>
              <a:rect l="l" t="t" r="r" b="b"/>
              <a:pathLst>
                <a:path w="42360" h="42422" extrusionOk="0">
                  <a:moveTo>
                    <a:pt x="21210" y="10150"/>
                  </a:moveTo>
                  <a:cubicBezTo>
                    <a:pt x="27288" y="10150"/>
                    <a:pt x="32210" y="15073"/>
                    <a:pt x="32210" y="21150"/>
                  </a:cubicBezTo>
                  <a:cubicBezTo>
                    <a:pt x="32210" y="27818"/>
                    <a:pt x="26775" y="32228"/>
                    <a:pt x="21114" y="32228"/>
                  </a:cubicBezTo>
                  <a:cubicBezTo>
                    <a:pt x="18416" y="32228"/>
                    <a:pt x="15667" y="31226"/>
                    <a:pt x="13431" y="28990"/>
                  </a:cubicBezTo>
                  <a:cubicBezTo>
                    <a:pt x="6442" y="22001"/>
                    <a:pt x="11365" y="10150"/>
                    <a:pt x="21210" y="10150"/>
                  </a:cubicBezTo>
                  <a:close/>
                  <a:moveTo>
                    <a:pt x="18962" y="1"/>
                  </a:moveTo>
                  <a:lnTo>
                    <a:pt x="17928" y="3951"/>
                  </a:lnTo>
                  <a:cubicBezTo>
                    <a:pt x="16531" y="4255"/>
                    <a:pt x="15194" y="4680"/>
                    <a:pt x="13917" y="5227"/>
                  </a:cubicBezTo>
                  <a:lnTo>
                    <a:pt x="10757" y="2492"/>
                  </a:lnTo>
                  <a:lnTo>
                    <a:pt x="7171" y="5045"/>
                  </a:lnTo>
                  <a:lnTo>
                    <a:pt x="8691" y="8934"/>
                  </a:lnTo>
                  <a:cubicBezTo>
                    <a:pt x="7718" y="9907"/>
                    <a:pt x="6867" y="11062"/>
                    <a:pt x="6138" y="12216"/>
                  </a:cubicBezTo>
                  <a:lnTo>
                    <a:pt x="2006" y="11791"/>
                  </a:lnTo>
                  <a:lnTo>
                    <a:pt x="486" y="15924"/>
                  </a:lnTo>
                  <a:lnTo>
                    <a:pt x="3890" y="18294"/>
                  </a:lnTo>
                  <a:cubicBezTo>
                    <a:pt x="3707" y="19266"/>
                    <a:pt x="3646" y="20239"/>
                    <a:pt x="3646" y="21211"/>
                  </a:cubicBezTo>
                  <a:lnTo>
                    <a:pt x="3646" y="22426"/>
                  </a:lnTo>
                  <a:lnTo>
                    <a:pt x="0" y="24432"/>
                  </a:lnTo>
                  <a:lnTo>
                    <a:pt x="1155" y="28747"/>
                  </a:lnTo>
                  <a:lnTo>
                    <a:pt x="5227" y="28686"/>
                  </a:lnTo>
                  <a:cubicBezTo>
                    <a:pt x="5834" y="29962"/>
                    <a:pt x="6624" y="31117"/>
                    <a:pt x="7536" y="32272"/>
                  </a:cubicBezTo>
                  <a:lnTo>
                    <a:pt x="5774" y="35918"/>
                  </a:lnTo>
                  <a:lnTo>
                    <a:pt x="9177" y="38775"/>
                  </a:lnTo>
                  <a:lnTo>
                    <a:pt x="12459" y="36404"/>
                  </a:lnTo>
                  <a:cubicBezTo>
                    <a:pt x="13735" y="37134"/>
                    <a:pt x="15072" y="37681"/>
                    <a:pt x="16470" y="38106"/>
                  </a:cubicBezTo>
                  <a:lnTo>
                    <a:pt x="17138" y="42057"/>
                  </a:lnTo>
                  <a:lnTo>
                    <a:pt x="21514" y="42421"/>
                  </a:lnTo>
                  <a:lnTo>
                    <a:pt x="22851" y="38653"/>
                  </a:lnTo>
                  <a:cubicBezTo>
                    <a:pt x="24249" y="38532"/>
                    <a:pt x="25707" y="38228"/>
                    <a:pt x="27045" y="37742"/>
                  </a:cubicBezTo>
                  <a:lnTo>
                    <a:pt x="29840" y="40598"/>
                  </a:lnTo>
                  <a:lnTo>
                    <a:pt x="33669" y="38349"/>
                  </a:lnTo>
                  <a:lnTo>
                    <a:pt x="32575" y="34581"/>
                  </a:lnTo>
                  <a:cubicBezTo>
                    <a:pt x="33669" y="33609"/>
                    <a:pt x="34702" y="32576"/>
                    <a:pt x="35553" y="31360"/>
                  </a:cubicBezTo>
                  <a:lnTo>
                    <a:pt x="39442" y="32090"/>
                  </a:lnTo>
                  <a:lnTo>
                    <a:pt x="41266" y="28078"/>
                  </a:lnTo>
                  <a:lnTo>
                    <a:pt x="38288" y="25587"/>
                  </a:lnTo>
                  <a:cubicBezTo>
                    <a:pt x="38592" y="24128"/>
                    <a:pt x="38774" y="22669"/>
                    <a:pt x="38774" y="21272"/>
                  </a:cubicBezTo>
                  <a:lnTo>
                    <a:pt x="42360" y="19570"/>
                  </a:lnTo>
                  <a:lnTo>
                    <a:pt x="41630" y="15255"/>
                  </a:lnTo>
                  <a:lnTo>
                    <a:pt x="37619" y="14951"/>
                  </a:lnTo>
                  <a:cubicBezTo>
                    <a:pt x="37072" y="13614"/>
                    <a:pt x="36404" y="12338"/>
                    <a:pt x="35614" y="11122"/>
                  </a:cubicBezTo>
                  <a:lnTo>
                    <a:pt x="37680" y="7719"/>
                  </a:lnTo>
                  <a:lnTo>
                    <a:pt x="34581" y="4559"/>
                  </a:lnTo>
                  <a:lnTo>
                    <a:pt x="31056" y="6686"/>
                  </a:lnTo>
                  <a:cubicBezTo>
                    <a:pt x="29050" y="5288"/>
                    <a:pt x="26741" y="4376"/>
                    <a:pt x="24370" y="3951"/>
                  </a:cubicBezTo>
                  <a:lnTo>
                    <a:pt x="23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 rot="-884614">
              <a:off x="5968743" y="3483993"/>
              <a:ext cx="636659" cy="642063"/>
            </a:xfrm>
            <a:custGeom>
              <a:avLst/>
              <a:gdLst/>
              <a:ahLst/>
              <a:cxnLst/>
              <a:rect l="l" t="t" r="r" b="b"/>
              <a:pathLst>
                <a:path w="28626" h="28869" extrusionOk="0">
                  <a:moveTo>
                    <a:pt x="14343" y="6989"/>
                  </a:moveTo>
                  <a:cubicBezTo>
                    <a:pt x="21028" y="6989"/>
                    <a:pt x="24310" y="15072"/>
                    <a:pt x="19631" y="19752"/>
                  </a:cubicBezTo>
                  <a:cubicBezTo>
                    <a:pt x="18102" y="21261"/>
                    <a:pt x="16233" y="21935"/>
                    <a:pt x="14402" y="21935"/>
                  </a:cubicBezTo>
                  <a:cubicBezTo>
                    <a:pt x="10552" y="21935"/>
                    <a:pt x="6868" y="18953"/>
                    <a:pt x="6868" y="14465"/>
                  </a:cubicBezTo>
                  <a:cubicBezTo>
                    <a:pt x="6868" y="10332"/>
                    <a:pt x="10211" y="6989"/>
                    <a:pt x="14343" y="6989"/>
                  </a:cubicBezTo>
                  <a:close/>
                  <a:moveTo>
                    <a:pt x="12945" y="0"/>
                  </a:moveTo>
                  <a:lnTo>
                    <a:pt x="12277" y="2735"/>
                  </a:lnTo>
                  <a:cubicBezTo>
                    <a:pt x="10636" y="3039"/>
                    <a:pt x="9056" y="3647"/>
                    <a:pt x="7719" y="4619"/>
                  </a:cubicBezTo>
                  <a:lnTo>
                    <a:pt x="5288" y="3161"/>
                  </a:lnTo>
                  <a:lnTo>
                    <a:pt x="3161" y="5288"/>
                  </a:lnTo>
                  <a:lnTo>
                    <a:pt x="4559" y="7658"/>
                  </a:lnTo>
                  <a:cubicBezTo>
                    <a:pt x="4012" y="8448"/>
                    <a:pt x="3586" y="9299"/>
                    <a:pt x="3222" y="10210"/>
                  </a:cubicBezTo>
                  <a:lnTo>
                    <a:pt x="487" y="10453"/>
                  </a:lnTo>
                  <a:lnTo>
                    <a:pt x="0" y="13371"/>
                  </a:lnTo>
                  <a:lnTo>
                    <a:pt x="2431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30" y="19144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166" y="22122"/>
                    <a:pt x="5835" y="22851"/>
                    <a:pt x="6564" y="23520"/>
                  </a:cubicBezTo>
                  <a:lnTo>
                    <a:pt x="5896" y="26133"/>
                  </a:lnTo>
                  <a:lnTo>
                    <a:pt x="8509" y="27653"/>
                  </a:lnTo>
                  <a:lnTo>
                    <a:pt x="10393" y="25708"/>
                  </a:lnTo>
                  <a:cubicBezTo>
                    <a:pt x="11304" y="26012"/>
                    <a:pt x="12277" y="26194"/>
                    <a:pt x="13249" y="26316"/>
                  </a:cubicBezTo>
                  <a:lnTo>
                    <a:pt x="14161" y="28868"/>
                  </a:lnTo>
                  <a:lnTo>
                    <a:pt x="17139" y="28564"/>
                  </a:lnTo>
                  <a:lnTo>
                    <a:pt x="17564" y="25890"/>
                  </a:lnTo>
                  <a:cubicBezTo>
                    <a:pt x="18476" y="25647"/>
                    <a:pt x="19387" y="25282"/>
                    <a:pt x="20238" y="24796"/>
                  </a:cubicBezTo>
                  <a:lnTo>
                    <a:pt x="22487" y="26376"/>
                  </a:lnTo>
                  <a:lnTo>
                    <a:pt x="24736" y="24432"/>
                  </a:lnTo>
                  <a:lnTo>
                    <a:pt x="23520" y="21940"/>
                  </a:lnTo>
                  <a:cubicBezTo>
                    <a:pt x="24128" y="21211"/>
                    <a:pt x="24675" y="20360"/>
                    <a:pt x="25039" y="19509"/>
                  </a:cubicBezTo>
                  <a:lnTo>
                    <a:pt x="27835" y="19570"/>
                  </a:lnTo>
                  <a:lnTo>
                    <a:pt x="28625" y="16652"/>
                  </a:lnTo>
                  <a:lnTo>
                    <a:pt x="26133" y="15315"/>
                  </a:lnTo>
                  <a:cubicBezTo>
                    <a:pt x="26194" y="15012"/>
                    <a:pt x="26194" y="14708"/>
                    <a:pt x="26133" y="14465"/>
                  </a:cubicBezTo>
                  <a:cubicBezTo>
                    <a:pt x="26133" y="13796"/>
                    <a:pt x="26073" y="13128"/>
                    <a:pt x="25951" y="12459"/>
                  </a:cubicBezTo>
                  <a:lnTo>
                    <a:pt x="28321" y="10879"/>
                  </a:lnTo>
                  <a:lnTo>
                    <a:pt x="27470" y="8083"/>
                  </a:lnTo>
                  <a:lnTo>
                    <a:pt x="24614" y="8326"/>
                  </a:lnTo>
                  <a:cubicBezTo>
                    <a:pt x="24128" y="7536"/>
                    <a:pt x="23520" y="6807"/>
                    <a:pt x="22912" y="6139"/>
                  </a:cubicBezTo>
                  <a:lnTo>
                    <a:pt x="23885" y="3464"/>
                  </a:lnTo>
                  <a:lnTo>
                    <a:pt x="21454" y="1763"/>
                  </a:lnTo>
                  <a:lnTo>
                    <a:pt x="19327" y="3586"/>
                  </a:lnTo>
                  <a:cubicBezTo>
                    <a:pt x="18415" y="3221"/>
                    <a:pt x="17503" y="2917"/>
                    <a:pt x="16592" y="2735"/>
                  </a:cubicBezTo>
                  <a:lnTo>
                    <a:pt x="15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 rot="-884614">
              <a:off x="5391805" y="1513012"/>
              <a:ext cx="112226" cy="97258"/>
            </a:xfrm>
            <a:custGeom>
              <a:avLst/>
              <a:gdLst/>
              <a:ahLst/>
              <a:cxnLst/>
              <a:rect l="l" t="t" r="r" b="b"/>
              <a:pathLst>
                <a:path w="5046" h="4373" extrusionOk="0">
                  <a:moveTo>
                    <a:pt x="609" y="0"/>
                  </a:moveTo>
                  <a:cubicBezTo>
                    <a:pt x="445" y="0"/>
                    <a:pt x="286" y="79"/>
                    <a:pt x="183" y="216"/>
                  </a:cubicBezTo>
                  <a:cubicBezTo>
                    <a:pt x="1" y="459"/>
                    <a:pt x="1" y="824"/>
                    <a:pt x="244" y="1006"/>
                  </a:cubicBezTo>
                  <a:lnTo>
                    <a:pt x="4073" y="4227"/>
                  </a:lnTo>
                  <a:cubicBezTo>
                    <a:pt x="4162" y="4316"/>
                    <a:pt x="4283" y="4372"/>
                    <a:pt x="4414" y="4372"/>
                  </a:cubicBezTo>
                  <a:cubicBezTo>
                    <a:pt x="4461" y="4372"/>
                    <a:pt x="4510" y="4365"/>
                    <a:pt x="4559" y="4348"/>
                  </a:cubicBezTo>
                  <a:cubicBezTo>
                    <a:pt x="4680" y="4288"/>
                    <a:pt x="4802" y="4227"/>
                    <a:pt x="4863" y="4166"/>
                  </a:cubicBezTo>
                  <a:cubicBezTo>
                    <a:pt x="5045" y="3923"/>
                    <a:pt x="4984" y="3558"/>
                    <a:pt x="4802" y="3376"/>
                  </a:cubicBezTo>
                  <a:lnTo>
                    <a:pt x="973" y="155"/>
                  </a:lnTo>
                  <a:cubicBezTo>
                    <a:pt x="867" y="48"/>
                    <a:pt x="737" y="0"/>
                    <a:pt x="6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 rot="-884614">
              <a:off x="5554014" y="1154488"/>
              <a:ext cx="132398" cy="174299"/>
            </a:xfrm>
            <a:custGeom>
              <a:avLst/>
              <a:gdLst/>
              <a:ahLst/>
              <a:cxnLst/>
              <a:rect l="l" t="t" r="r" b="b"/>
              <a:pathLst>
                <a:path w="5953" h="7837" extrusionOk="0">
                  <a:moveTo>
                    <a:pt x="856" y="0"/>
                  </a:moveTo>
                  <a:cubicBezTo>
                    <a:pt x="429" y="0"/>
                    <a:pt x="0" y="473"/>
                    <a:pt x="301" y="946"/>
                  </a:cubicBezTo>
                  <a:lnTo>
                    <a:pt x="4798" y="7631"/>
                  </a:lnTo>
                  <a:cubicBezTo>
                    <a:pt x="4889" y="7768"/>
                    <a:pt x="5049" y="7836"/>
                    <a:pt x="5226" y="7836"/>
                  </a:cubicBezTo>
                  <a:cubicBezTo>
                    <a:pt x="5284" y="7836"/>
                    <a:pt x="5345" y="7829"/>
                    <a:pt x="5406" y="7813"/>
                  </a:cubicBezTo>
                  <a:cubicBezTo>
                    <a:pt x="5528" y="7813"/>
                    <a:pt x="5588" y="7753"/>
                    <a:pt x="5649" y="7692"/>
                  </a:cubicBezTo>
                  <a:cubicBezTo>
                    <a:pt x="5892" y="7510"/>
                    <a:pt x="5953" y="7206"/>
                    <a:pt x="5771" y="6963"/>
                  </a:cubicBezTo>
                  <a:lnTo>
                    <a:pt x="1334" y="277"/>
                  </a:lnTo>
                  <a:cubicBezTo>
                    <a:pt x="1210" y="82"/>
                    <a:pt x="1033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 rot="-884633">
              <a:off x="6759565" y="821894"/>
              <a:ext cx="166354" cy="209588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 rot="-884614">
              <a:off x="6468473" y="869298"/>
              <a:ext cx="60828" cy="130641"/>
            </a:xfrm>
            <a:custGeom>
              <a:avLst/>
              <a:gdLst/>
              <a:ahLst/>
              <a:cxnLst/>
              <a:rect l="l" t="t" r="r" b="b"/>
              <a:pathLst>
                <a:path w="2735" h="5874" extrusionOk="0">
                  <a:moveTo>
                    <a:pt x="2117" y="1"/>
                  </a:moveTo>
                  <a:cubicBezTo>
                    <a:pt x="1884" y="1"/>
                    <a:pt x="1676" y="165"/>
                    <a:pt x="1580" y="404"/>
                  </a:cubicBezTo>
                  <a:lnTo>
                    <a:pt x="61" y="5144"/>
                  </a:lnTo>
                  <a:cubicBezTo>
                    <a:pt x="0" y="5448"/>
                    <a:pt x="182" y="5752"/>
                    <a:pt x="426" y="5873"/>
                  </a:cubicBezTo>
                  <a:lnTo>
                    <a:pt x="790" y="5873"/>
                  </a:lnTo>
                  <a:cubicBezTo>
                    <a:pt x="973" y="5812"/>
                    <a:pt x="1094" y="5691"/>
                    <a:pt x="1155" y="5509"/>
                  </a:cubicBezTo>
                  <a:lnTo>
                    <a:pt x="2674" y="707"/>
                  </a:lnTo>
                  <a:cubicBezTo>
                    <a:pt x="2735" y="404"/>
                    <a:pt x="2613" y="100"/>
                    <a:pt x="2310" y="39"/>
                  </a:cubicBezTo>
                  <a:cubicBezTo>
                    <a:pt x="2245" y="13"/>
                    <a:pt x="2180" y="1"/>
                    <a:pt x="21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 rot="-884614">
              <a:off x="6120389" y="834345"/>
              <a:ext cx="29758" cy="204124"/>
            </a:xfrm>
            <a:custGeom>
              <a:avLst/>
              <a:gdLst/>
              <a:ahLst/>
              <a:cxnLst/>
              <a:rect l="l" t="t" r="r" b="b"/>
              <a:pathLst>
                <a:path w="1338" h="9178" extrusionOk="0">
                  <a:moveTo>
                    <a:pt x="790" y="0"/>
                  </a:moveTo>
                  <a:cubicBezTo>
                    <a:pt x="487" y="0"/>
                    <a:pt x="243" y="243"/>
                    <a:pt x="243" y="547"/>
                  </a:cubicBezTo>
                  <a:lnTo>
                    <a:pt x="0" y="8569"/>
                  </a:lnTo>
                  <a:cubicBezTo>
                    <a:pt x="0" y="8873"/>
                    <a:pt x="243" y="9177"/>
                    <a:pt x="547" y="9177"/>
                  </a:cubicBezTo>
                  <a:cubicBezTo>
                    <a:pt x="608" y="9177"/>
                    <a:pt x="669" y="9116"/>
                    <a:pt x="730" y="9116"/>
                  </a:cubicBezTo>
                  <a:cubicBezTo>
                    <a:pt x="973" y="9056"/>
                    <a:pt x="1094" y="8813"/>
                    <a:pt x="1155" y="8630"/>
                  </a:cubicBezTo>
                  <a:lnTo>
                    <a:pt x="1337" y="608"/>
                  </a:lnTo>
                  <a:cubicBezTo>
                    <a:pt x="1337" y="243"/>
                    <a:pt x="1094" y="0"/>
                    <a:pt x="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 rot="-884633">
              <a:off x="5460199" y="1078755"/>
              <a:ext cx="2182146" cy="2566249"/>
            </a:xfrm>
            <a:custGeom>
              <a:avLst/>
              <a:gdLst/>
              <a:ahLst/>
              <a:cxnLst/>
              <a:rect l="l" t="t" r="r" b="b"/>
              <a:pathLst>
                <a:path w="98119" h="115390" extrusionOk="0">
                  <a:moveTo>
                    <a:pt x="49374" y="0"/>
                  </a:moveTo>
                  <a:cubicBezTo>
                    <a:pt x="45613" y="0"/>
                    <a:pt x="41755" y="490"/>
                    <a:pt x="37863" y="1528"/>
                  </a:cubicBezTo>
                  <a:lnTo>
                    <a:pt x="37437" y="1650"/>
                  </a:lnTo>
                  <a:cubicBezTo>
                    <a:pt x="13067" y="9186"/>
                    <a:pt x="0" y="33192"/>
                    <a:pt x="6625" y="56225"/>
                  </a:cubicBezTo>
                  <a:cubicBezTo>
                    <a:pt x="8630" y="63153"/>
                    <a:pt x="12216" y="69413"/>
                    <a:pt x="17199" y="74579"/>
                  </a:cubicBezTo>
                  <a:cubicBezTo>
                    <a:pt x="19509" y="77375"/>
                    <a:pt x="24979" y="84303"/>
                    <a:pt x="31177" y="93540"/>
                  </a:cubicBezTo>
                  <a:cubicBezTo>
                    <a:pt x="35249" y="99496"/>
                    <a:pt x="38713" y="105817"/>
                    <a:pt x="41570" y="112441"/>
                  </a:cubicBezTo>
                  <a:lnTo>
                    <a:pt x="41691" y="112867"/>
                  </a:lnTo>
                  <a:cubicBezTo>
                    <a:pt x="42055" y="114372"/>
                    <a:pt x="43438" y="115390"/>
                    <a:pt x="44931" y="115390"/>
                  </a:cubicBezTo>
                  <a:cubicBezTo>
                    <a:pt x="45187" y="115390"/>
                    <a:pt x="45445" y="115360"/>
                    <a:pt x="45703" y="115298"/>
                  </a:cubicBezTo>
                  <a:lnTo>
                    <a:pt x="45824" y="115298"/>
                  </a:lnTo>
                  <a:lnTo>
                    <a:pt x="89642" y="102657"/>
                  </a:lnTo>
                  <a:cubicBezTo>
                    <a:pt x="91405" y="102170"/>
                    <a:pt x="92438" y="100347"/>
                    <a:pt x="91952" y="98585"/>
                  </a:cubicBezTo>
                  <a:cubicBezTo>
                    <a:pt x="91891" y="98524"/>
                    <a:pt x="91891" y="98524"/>
                    <a:pt x="91891" y="98463"/>
                  </a:cubicBezTo>
                  <a:lnTo>
                    <a:pt x="91769" y="98038"/>
                  </a:lnTo>
                  <a:cubicBezTo>
                    <a:pt x="90675" y="90927"/>
                    <a:pt x="90250" y="83695"/>
                    <a:pt x="90493" y="76463"/>
                  </a:cubicBezTo>
                  <a:cubicBezTo>
                    <a:pt x="90858" y="65402"/>
                    <a:pt x="91769" y="56590"/>
                    <a:pt x="92256" y="53004"/>
                  </a:cubicBezTo>
                  <a:cubicBezTo>
                    <a:pt x="98119" y="24913"/>
                    <a:pt x="76212" y="0"/>
                    <a:pt x="493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 rot="-884633">
              <a:off x="5446586" y="1066106"/>
              <a:ext cx="2209367" cy="2591269"/>
            </a:xfrm>
            <a:custGeom>
              <a:avLst/>
              <a:gdLst/>
              <a:ahLst/>
              <a:cxnLst/>
              <a:rect l="l" t="t" r="r" b="b"/>
              <a:pathLst>
                <a:path w="99343" h="116515" extrusionOk="0">
                  <a:moveTo>
                    <a:pt x="49991" y="1125"/>
                  </a:moveTo>
                  <a:cubicBezTo>
                    <a:pt x="76498" y="1125"/>
                    <a:pt x="98133" y="25732"/>
                    <a:pt x="92317" y="53477"/>
                  </a:cubicBezTo>
                  <a:cubicBezTo>
                    <a:pt x="91344" y="61317"/>
                    <a:pt x="90797" y="69157"/>
                    <a:pt x="90615" y="77058"/>
                  </a:cubicBezTo>
                  <a:cubicBezTo>
                    <a:pt x="90311" y="87329"/>
                    <a:pt x="91405" y="97235"/>
                    <a:pt x="91891" y="98754"/>
                  </a:cubicBezTo>
                  <a:lnTo>
                    <a:pt x="92013" y="99180"/>
                  </a:lnTo>
                  <a:cubicBezTo>
                    <a:pt x="92013" y="99240"/>
                    <a:pt x="92013" y="99240"/>
                    <a:pt x="92013" y="99301"/>
                  </a:cubicBezTo>
                  <a:cubicBezTo>
                    <a:pt x="92438" y="100760"/>
                    <a:pt x="91587" y="102218"/>
                    <a:pt x="90129" y="102644"/>
                  </a:cubicBezTo>
                  <a:lnTo>
                    <a:pt x="46311" y="115285"/>
                  </a:lnTo>
                  <a:lnTo>
                    <a:pt x="46189" y="115285"/>
                  </a:lnTo>
                  <a:cubicBezTo>
                    <a:pt x="45991" y="115326"/>
                    <a:pt x="45793" y="115346"/>
                    <a:pt x="45597" y="115346"/>
                  </a:cubicBezTo>
                  <a:cubicBezTo>
                    <a:pt x="44354" y="115346"/>
                    <a:pt x="43222" y="114539"/>
                    <a:pt x="42907" y="113279"/>
                  </a:cubicBezTo>
                  <a:lnTo>
                    <a:pt x="42786" y="112793"/>
                  </a:lnTo>
                  <a:cubicBezTo>
                    <a:pt x="42360" y="111213"/>
                    <a:pt x="38045" y="102340"/>
                    <a:pt x="32333" y="93771"/>
                  </a:cubicBezTo>
                  <a:cubicBezTo>
                    <a:pt x="26073" y="84411"/>
                    <a:pt x="20482" y="77362"/>
                    <a:pt x="18294" y="74748"/>
                  </a:cubicBezTo>
                  <a:cubicBezTo>
                    <a:pt x="13432" y="69643"/>
                    <a:pt x="9846" y="63383"/>
                    <a:pt x="7841" y="56637"/>
                  </a:cubicBezTo>
                  <a:cubicBezTo>
                    <a:pt x="1277" y="33665"/>
                    <a:pt x="14587" y="10024"/>
                    <a:pt x="38228" y="2731"/>
                  </a:cubicBezTo>
                  <a:lnTo>
                    <a:pt x="38349" y="2731"/>
                  </a:lnTo>
                  <a:lnTo>
                    <a:pt x="38714" y="2609"/>
                  </a:lnTo>
                  <a:cubicBezTo>
                    <a:pt x="42527" y="1600"/>
                    <a:pt x="46306" y="1125"/>
                    <a:pt x="49991" y="1125"/>
                  </a:cubicBezTo>
                  <a:close/>
                  <a:moveTo>
                    <a:pt x="50051" y="1"/>
                  </a:moveTo>
                  <a:cubicBezTo>
                    <a:pt x="46286" y="1"/>
                    <a:pt x="42426" y="486"/>
                    <a:pt x="38532" y="1515"/>
                  </a:cubicBezTo>
                  <a:lnTo>
                    <a:pt x="37863" y="1697"/>
                  </a:lnTo>
                  <a:cubicBezTo>
                    <a:pt x="13614" y="9233"/>
                    <a:pt x="1" y="33482"/>
                    <a:pt x="6747" y="56941"/>
                  </a:cubicBezTo>
                  <a:cubicBezTo>
                    <a:pt x="8752" y="63930"/>
                    <a:pt x="12460" y="70312"/>
                    <a:pt x="17443" y="75538"/>
                  </a:cubicBezTo>
                  <a:cubicBezTo>
                    <a:pt x="19631" y="78091"/>
                    <a:pt x="25161" y="85080"/>
                    <a:pt x="31421" y="94439"/>
                  </a:cubicBezTo>
                  <a:cubicBezTo>
                    <a:pt x="35432" y="100334"/>
                    <a:pt x="38896" y="106594"/>
                    <a:pt x="41753" y="113158"/>
                  </a:cubicBezTo>
                  <a:lnTo>
                    <a:pt x="41874" y="113583"/>
                  </a:lnTo>
                  <a:lnTo>
                    <a:pt x="41874" y="113705"/>
                  </a:lnTo>
                  <a:cubicBezTo>
                    <a:pt x="42330" y="115425"/>
                    <a:pt x="43881" y="116514"/>
                    <a:pt x="45581" y="116514"/>
                  </a:cubicBezTo>
                  <a:cubicBezTo>
                    <a:pt x="45922" y="116514"/>
                    <a:pt x="46269" y="116470"/>
                    <a:pt x="46615" y="116379"/>
                  </a:cubicBezTo>
                  <a:lnTo>
                    <a:pt x="90494" y="103738"/>
                  </a:lnTo>
                  <a:lnTo>
                    <a:pt x="90494" y="103677"/>
                  </a:lnTo>
                  <a:lnTo>
                    <a:pt x="90615" y="103677"/>
                  </a:lnTo>
                  <a:cubicBezTo>
                    <a:pt x="92621" y="103008"/>
                    <a:pt x="93715" y="100820"/>
                    <a:pt x="93107" y="98815"/>
                  </a:cubicBezTo>
                  <a:lnTo>
                    <a:pt x="92985" y="98389"/>
                  </a:lnTo>
                  <a:cubicBezTo>
                    <a:pt x="91891" y="91340"/>
                    <a:pt x="91466" y="84168"/>
                    <a:pt x="91709" y="77058"/>
                  </a:cubicBezTo>
                  <a:cubicBezTo>
                    <a:pt x="92013" y="65875"/>
                    <a:pt x="93046" y="56941"/>
                    <a:pt x="93471" y="53660"/>
                  </a:cubicBezTo>
                  <a:cubicBezTo>
                    <a:pt x="99342" y="25213"/>
                    <a:pt x="77186" y="1"/>
                    <a:pt x="500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 rot="-884614">
              <a:off x="6134832" y="1218500"/>
              <a:ext cx="842118" cy="736497"/>
            </a:xfrm>
            <a:custGeom>
              <a:avLst/>
              <a:gdLst/>
              <a:ahLst/>
              <a:cxnLst/>
              <a:rect l="l" t="t" r="r" b="b"/>
              <a:pathLst>
                <a:path w="37864" h="33115" extrusionOk="0">
                  <a:moveTo>
                    <a:pt x="19223" y="1"/>
                  </a:moveTo>
                  <a:cubicBezTo>
                    <a:pt x="17614" y="1"/>
                    <a:pt x="15974" y="225"/>
                    <a:pt x="14344" y="695"/>
                  </a:cubicBezTo>
                  <a:cubicBezTo>
                    <a:pt x="5288" y="3309"/>
                    <a:pt x="1" y="12546"/>
                    <a:pt x="2493" y="21298"/>
                  </a:cubicBezTo>
                  <a:cubicBezTo>
                    <a:pt x="4585" y="28472"/>
                    <a:pt x="11253" y="33115"/>
                    <a:pt x="18577" y="33115"/>
                  </a:cubicBezTo>
                  <a:cubicBezTo>
                    <a:pt x="20187" y="33115"/>
                    <a:pt x="21828" y="32890"/>
                    <a:pt x="23460" y="32420"/>
                  </a:cubicBezTo>
                  <a:cubicBezTo>
                    <a:pt x="32515" y="29806"/>
                    <a:pt x="37863" y="20629"/>
                    <a:pt x="35311" y="11878"/>
                  </a:cubicBezTo>
                  <a:cubicBezTo>
                    <a:pt x="33218" y="4652"/>
                    <a:pt x="26548" y="1"/>
                    <a:pt x="19223" y="1"/>
                  </a:cubicBezTo>
                  <a:close/>
                </a:path>
              </a:pathLst>
            </a:custGeom>
            <a:solidFill>
              <a:srgbClr val="FFFFFF">
                <a:alpha val="33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 rot="-884614">
              <a:off x="6147893" y="1399349"/>
              <a:ext cx="410917" cy="359786"/>
            </a:xfrm>
            <a:custGeom>
              <a:avLst/>
              <a:gdLst/>
              <a:ahLst/>
              <a:cxnLst/>
              <a:rect l="l" t="t" r="r" b="b"/>
              <a:pathLst>
                <a:path w="18476" h="16177" extrusionOk="0">
                  <a:moveTo>
                    <a:pt x="9417" y="1"/>
                  </a:moveTo>
                  <a:cubicBezTo>
                    <a:pt x="8634" y="1"/>
                    <a:pt x="7838" y="110"/>
                    <a:pt x="7050" y="340"/>
                  </a:cubicBezTo>
                  <a:cubicBezTo>
                    <a:pt x="2614" y="1616"/>
                    <a:pt x="0" y="6114"/>
                    <a:pt x="1216" y="10368"/>
                  </a:cubicBezTo>
                  <a:cubicBezTo>
                    <a:pt x="2262" y="13906"/>
                    <a:pt x="5515" y="16177"/>
                    <a:pt x="9098" y="16177"/>
                  </a:cubicBezTo>
                  <a:cubicBezTo>
                    <a:pt x="9885" y="16177"/>
                    <a:pt x="10688" y="16067"/>
                    <a:pt x="11487" y="15837"/>
                  </a:cubicBezTo>
                  <a:cubicBezTo>
                    <a:pt x="15923" y="14561"/>
                    <a:pt x="18476" y="10064"/>
                    <a:pt x="17260" y="5810"/>
                  </a:cubicBezTo>
                  <a:cubicBezTo>
                    <a:pt x="16264" y="2272"/>
                    <a:pt x="12979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 rot="-884614">
              <a:off x="5714840" y="1450420"/>
              <a:ext cx="138336" cy="106910"/>
            </a:xfrm>
            <a:custGeom>
              <a:avLst/>
              <a:gdLst/>
              <a:ahLst/>
              <a:cxnLst/>
              <a:rect l="l" t="t" r="r" b="b"/>
              <a:pathLst>
                <a:path w="6220" h="4807" extrusionOk="0">
                  <a:moveTo>
                    <a:pt x="4912" y="0"/>
                  </a:moveTo>
                  <a:cubicBezTo>
                    <a:pt x="4695" y="0"/>
                    <a:pt x="4473" y="61"/>
                    <a:pt x="4274" y="193"/>
                  </a:cubicBezTo>
                  <a:cubicBezTo>
                    <a:pt x="3120" y="983"/>
                    <a:pt x="1965" y="1894"/>
                    <a:pt x="871" y="2806"/>
                  </a:cubicBezTo>
                  <a:cubicBezTo>
                    <a:pt x="0" y="3514"/>
                    <a:pt x="592" y="4806"/>
                    <a:pt x="1554" y="4806"/>
                  </a:cubicBezTo>
                  <a:cubicBezTo>
                    <a:pt x="1667" y="4806"/>
                    <a:pt x="1784" y="4789"/>
                    <a:pt x="1904" y="4751"/>
                  </a:cubicBezTo>
                  <a:cubicBezTo>
                    <a:pt x="2026" y="4690"/>
                    <a:pt x="2208" y="4629"/>
                    <a:pt x="2330" y="4508"/>
                  </a:cubicBezTo>
                  <a:cubicBezTo>
                    <a:pt x="3363" y="3657"/>
                    <a:pt x="4396" y="2806"/>
                    <a:pt x="5551" y="2077"/>
                  </a:cubicBezTo>
                  <a:cubicBezTo>
                    <a:pt x="6098" y="1712"/>
                    <a:pt x="6219" y="1044"/>
                    <a:pt x="5855" y="497"/>
                  </a:cubicBezTo>
                  <a:cubicBezTo>
                    <a:pt x="5661" y="187"/>
                    <a:pt x="5294" y="0"/>
                    <a:pt x="4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 rot="-884614">
              <a:off x="5539249" y="1600419"/>
              <a:ext cx="248249" cy="324357"/>
            </a:xfrm>
            <a:custGeom>
              <a:avLst/>
              <a:gdLst/>
              <a:ahLst/>
              <a:cxnLst/>
              <a:rect l="l" t="t" r="r" b="b"/>
              <a:pathLst>
                <a:path w="11162" h="14584" extrusionOk="0">
                  <a:moveTo>
                    <a:pt x="9604" y="0"/>
                  </a:moveTo>
                  <a:cubicBezTo>
                    <a:pt x="9368" y="0"/>
                    <a:pt x="9117" y="77"/>
                    <a:pt x="8874" y="256"/>
                  </a:cubicBezTo>
                  <a:cubicBezTo>
                    <a:pt x="4924" y="3720"/>
                    <a:pt x="1946" y="8157"/>
                    <a:pt x="183" y="13140"/>
                  </a:cubicBezTo>
                  <a:cubicBezTo>
                    <a:pt x="1" y="13748"/>
                    <a:pt x="366" y="14356"/>
                    <a:pt x="973" y="14538"/>
                  </a:cubicBezTo>
                  <a:cubicBezTo>
                    <a:pt x="1065" y="14568"/>
                    <a:pt x="1171" y="14584"/>
                    <a:pt x="1277" y="14584"/>
                  </a:cubicBezTo>
                  <a:cubicBezTo>
                    <a:pt x="1384" y="14584"/>
                    <a:pt x="1490" y="14568"/>
                    <a:pt x="1581" y="14538"/>
                  </a:cubicBezTo>
                  <a:cubicBezTo>
                    <a:pt x="1946" y="14416"/>
                    <a:pt x="2250" y="14173"/>
                    <a:pt x="2371" y="13809"/>
                  </a:cubicBezTo>
                  <a:cubicBezTo>
                    <a:pt x="4012" y="9190"/>
                    <a:pt x="6808" y="5118"/>
                    <a:pt x="10393" y="1897"/>
                  </a:cubicBezTo>
                  <a:cubicBezTo>
                    <a:pt x="11161" y="1081"/>
                    <a:pt x="10489" y="0"/>
                    <a:pt x="9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 rot="-884614">
              <a:off x="6375453" y="3040149"/>
              <a:ext cx="409338" cy="604099"/>
            </a:xfrm>
            <a:custGeom>
              <a:avLst/>
              <a:gdLst/>
              <a:ahLst/>
              <a:cxnLst/>
              <a:rect l="l" t="t" r="r" b="b"/>
              <a:pathLst>
                <a:path w="18405" h="27162" extrusionOk="0">
                  <a:moveTo>
                    <a:pt x="1554" y="1"/>
                  </a:moveTo>
                  <a:cubicBezTo>
                    <a:pt x="758" y="1"/>
                    <a:pt x="0" y="864"/>
                    <a:pt x="553" y="1758"/>
                  </a:cubicBezTo>
                  <a:cubicBezTo>
                    <a:pt x="3653" y="6437"/>
                    <a:pt x="7725" y="12880"/>
                    <a:pt x="9548" y="16587"/>
                  </a:cubicBezTo>
                  <a:cubicBezTo>
                    <a:pt x="10520" y="18471"/>
                    <a:pt x="11189" y="20233"/>
                    <a:pt x="11736" y="21570"/>
                  </a:cubicBezTo>
                  <a:cubicBezTo>
                    <a:pt x="13025" y="24734"/>
                    <a:pt x="13975" y="27050"/>
                    <a:pt x="16490" y="27050"/>
                  </a:cubicBezTo>
                  <a:cubicBezTo>
                    <a:pt x="16585" y="27050"/>
                    <a:pt x="16681" y="27047"/>
                    <a:pt x="16780" y="27040"/>
                  </a:cubicBezTo>
                  <a:lnTo>
                    <a:pt x="17023" y="26979"/>
                  </a:lnTo>
                  <a:lnTo>
                    <a:pt x="16962" y="27162"/>
                  </a:lnTo>
                  <a:cubicBezTo>
                    <a:pt x="18404" y="26873"/>
                    <a:pt x="18150" y="24834"/>
                    <a:pt x="16822" y="24834"/>
                  </a:cubicBezTo>
                  <a:cubicBezTo>
                    <a:pt x="16750" y="24834"/>
                    <a:pt x="16675" y="24840"/>
                    <a:pt x="16598" y="24852"/>
                  </a:cubicBezTo>
                  <a:cubicBezTo>
                    <a:pt x="16564" y="24854"/>
                    <a:pt x="16531" y="24855"/>
                    <a:pt x="16499" y="24855"/>
                  </a:cubicBezTo>
                  <a:cubicBezTo>
                    <a:pt x="15536" y="24855"/>
                    <a:pt x="15096" y="23957"/>
                    <a:pt x="13802" y="20841"/>
                  </a:cubicBezTo>
                  <a:cubicBezTo>
                    <a:pt x="13255" y="19382"/>
                    <a:pt x="12526" y="17620"/>
                    <a:pt x="11554" y="15554"/>
                  </a:cubicBezTo>
                  <a:cubicBezTo>
                    <a:pt x="9670" y="11786"/>
                    <a:pt x="5598" y="5283"/>
                    <a:pt x="2498" y="542"/>
                  </a:cubicBezTo>
                  <a:cubicBezTo>
                    <a:pt x="2243" y="160"/>
                    <a:pt x="1895" y="1"/>
                    <a:pt x="1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 rot="-884614">
              <a:off x="6206676" y="2987103"/>
              <a:ext cx="110602" cy="121745"/>
            </a:xfrm>
            <a:custGeom>
              <a:avLst/>
              <a:gdLst/>
              <a:ahLst/>
              <a:cxnLst/>
              <a:rect l="l" t="t" r="r" b="b"/>
              <a:pathLst>
                <a:path w="4973" h="5474" extrusionOk="0">
                  <a:moveTo>
                    <a:pt x="1585" y="1"/>
                  </a:moveTo>
                  <a:cubicBezTo>
                    <a:pt x="765" y="1"/>
                    <a:pt x="1" y="941"/>
                    <a:pt x="658" y="1817"/>
                  </a:cubicBezTo>
                  <a:cubicBezTo>
                    <a:pt x="658" y="1817"/>
                    <a:pt x="1448" y="3033"/>
                    <a:pt x="2724" y="4978"/>
                  </a:cubicBezTo>
                  <a:cubicBezTo>
                    <a:pt x="2949" y="5292"/>
                    <a:pt x="3273" y="5473"/>
                    <a:pt x="3647" y="5473"/>
                  </a:cubicBezTo>
                  <a:cubicBezTo>
                    <a:pt x="3780" y="5473"/>
                    <a:pt x="3918" y="5451"/>
                    <a:pt x="4061" y="5403"/>
                  </a:cubicBezTo>
                  <a:cubicBezTo>
                    <a:pt x="4122" y="5342"/>
                    <a:pt x="4183" y="5342"/>
                    <a:pt x="4304" y="5282"/>
                  </a:cubicBezTo>
                  <a:cubicBezTo>
                    <a:pt x="4791" y="4917"/>
                    <a:pt x="4973" y="4248"/>
                    <a:pt x="4608" y="3701"/>
                  </a:cubicBezTo>
                  <a:cubicBezTo>
                    <a:pt x="3332" y="1757"/>
                    <a:pt x="2542" y="541"/>
                    <a:pt x="2542" y="541"/>
                  </a:cubicBezTo>
                  <a:lnTo>
                    <a:pt x="2481" y="480"/>
                  </a:lnTo>
                  <a:cubicBezTo>
                    <a:pt x="2227" y="141"/>
                    <a:pt x="1902" y="1"/>
                    <a:pt x="1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 rot="-884614">
              <a:off x="6528714" y="2240368"/>
              <a:ext cx="774528" cy="1216983"/>
            </a:xfrm>
            <a:custGeom>
              <a:avLst/>
              <a:gdLst/>
              <a:ahLst/>
              <a:cxnLst/>
              <a:rect l="l" t="t" r="r" b="b"/>
              <a:pathLst>
                <a:path w="34825" h="54719" extrusionOk="0">
                  <a:moveTo>
                    <a:pt x="22335" y="2226"/>
                  </a:moveTo>
                  <a:cubicBezTo>
                    <a:pt x="22366" y="2226"/>
                    <a:pt x="22396" y="2241"/>
                    <a:pt x="22426" y="2271"/>
                  </a:cubicBezTo>
                  <a:cubicBezTo>
                    <a:pt x="23034" y="2332"/>
                    <a:pt x="23946" y="3426"/>
                    <a:pt x="23946" y="5614"/>
                  </a:cubicBezTo>
                  <a:cubicBezTo>
                    <a:pt x="23824" y="7255"/>
                    <a:pt x="23156" y="8835"/>
                    <a:pt x="22123" y="10111"/>
                  </a:cubicBezTo>
                  <a:cubicBezTo>
                    <a:pt x="21332" y="7012"/>
                    <a:pt x="20968" y="4885"/>
                    <a:pt x="21150" y="4095"/>
                  </a:cubicBezTo>
                  <a:cubicBezTo>
                    <a:pt x="21393" y="2940"/>
                    <a:pt x="21879" y="2393"/>
                    <a:pt x="22244" y="2271"/>
                  </a:cubicBezTo>
                  <a:cubicBezTo>
                    <a:pt x="22274" y="2241"/>
                    <a:pt x="22305" y="2226"/>
                    <a:pt x="22335" y="2226"/>
                  </a:cubicBezTo>
                  <a:close/>
                  <a:moveTo>
                    <a:pt x="5446" y="4758"/>
                  </a:moveTo>
                  <a:cubicBezTo>
                    <a:pt x="5868" y="4758"/>
                    <a:pt x="6272" y="4892"/>
                    <a:pt x="6625" y="5128"/>
                  </a:cubicBezTo>
                  <a:cubicBezTo>
                    <a:pt x="8813" y="6586"/>
                    <a:pt x="9907" y="11570"/>
                    <a:pt x="10150" y="13393"/>
                  </a:cubicBezTo>
                  <a:lnTo>
                    <a:pt x="10211" y="13576"/>
                  </a:lnTo>
                  <a:lnTo>
                    <a:pt x="10393" y="14183"/>
                  </a:lnTo>
                  <a:cubicBezTo>
                    <a:pt x="10089" y="14122"/>
                    <a:pt x="9785" y="13940"/>
                    <a:pt x="9482" y="13819"/>
                  </a:cubicBezTo>
                  <a:cubicBezTo>
                    <a:pt x="4437" y="11266"/>
                    <a:pt x="2310" y="8349"/>
                    <a:pt x="2492" y="6769"/>
                  </a:cubicBezTo>
                  <a:cubicBezTo>
                    <a:pt x="2614" y="5675"/>
                    <a:pt x="3769" y="5128"/>
                    <a:pt x="4741" y="4885"/>
                  </a:cubicBezTo>
                  <a:cubicBezTo>
                    <a:pt x="4978" y="4799"/>
                    <a:pt x="5215" y="4758"/>
                    <a:pt x="5446" y="4758"/>
                  </a:cubicBezTo>
                  <a:close/>
                  <a:moveTo>
                    <a:pt x="22398" y="1"/>
                  </a:moveTo>
                  <a:cubicBezTo>
                    <a:pt x="21106" y="1"/>
                    <a:pt x="19516" y="983"/>
                    <a:pt x="18902" y="3609"/>
                  </a:cubicBezTo>
                  <a:cubicBezTo>
                    <a:pt x="18658" y="4763"/>
                    <a:pt x="19205" y="7863"/>
                    <a:pt x="20299" y="12056"/>
                  </a:cubicBezTo>
                  <a:cubicBezTo>
                    <a:pt x="19813" y="12482"/>
                    <a:pt x="19266" y="12846"/>
                    <a:pt x="18719" y="13211"/>
                  </a:cubicBezTo>
                  <a:cubicBezTo>
                    <a:pt x="17103" y="14250"/>
                    <a:pt x="15157" y="14796"/>
                    <a:pt x="13248" y="14796"/>
                  </a:cubicBezTo>
                  <a:cubicBezTo>
                    <a:pt x="13147" y="14796"/>
                    <a:pt x="13046" y="14794"/>
                    <a:pt x="12946" y="14791"/>
                  </a:cubicBezTo>
                  <a:lnTo>
                    <a:pt x="12399" y="13029"/>
                  </a:lnTo>
                  <a:cubicBezTo>
                    <a:pt x="12277" y="11935"/>
                    <a:pt x="11305" y="5493"/>
                    <a:pt x="7962" y="3244"/>
                  </a:cubicBezTo>
                  <a:cubicBezTo>
                    <a:pt x="7192" y="2758"/>
                    <a:pt x="6315" y="2488"/>
                    <a:pt x="5437" y="2488"/>
                  </a:cubicBezTo>
                  <a:cubicBezTo>
                    <a:pt x="4998" y="2488"/>
                    <a:pt x="4559" y="2555"/>
                    <a:pt x="4133" y="2697"/>
                  </a:cubicBezTo>
                  <a:cubicBezTo>
                    <a:pt x="1034" y="3609"/>
                    <a:pt x="365" y="5493"/>
                    <a:pt x="244" y="6586"/>
                  </a:cubicBezTo>
                  <a:cubicBezTo>
                    <a:pt x="1" y="9625"/>
                    <a:pt x="3039" y="13089"/>
                    <a:pt x="8509" y="15824"/>
                  </a:cubicBezTo>
                  <a:cubicBezTo>
                    <a:pt x="9360" y="16250"/>
                    <a:pt x="10211" y="16614"/>
                    <a:pt x="11122" y="16797"/>
                  </a:cubicBezTo>
                  <a:lnTo>
                    <a:pt x="21819" y="53930"/>
                  </a:lnTo>
                  <a:cubicBezTo>
                    <a:pt x="21986" y="54479"/>
                    <a:pt x="22425" y="54719"/>
                    <a:pt x="22871" y="54719"/>
                  </a:cubicBezTo>
                  <a:cubicBezTo>
                    <a:pt x="23560" y="54719"/>
                    <a:pt x="24265" y="54147"/>
                    <a:pt x="24007" y="53261"/>
                  </a:cubicBezTo>
                  <a:lnTo>
                    <a:pt x="13553" y="17040"/>
                  </a:lnTo>
                  <a:cubicBezTo>
                    <a:pt x="15802" y="16979"/>
                    <a:pt x="17990" y="16310"/>
                    <a:pt x="19874" y="15034"/>
                  </a:cubicBezTo>
                  <a:cubicBezTo>
                    <a:pt x="20239" y="14852"/>
                    <a:pt x="20603" y="14609"/>
                    <a:pt x="20907" y="14426"/>
                  </a:cubicBezTo>
                  <a:cubicBezTo>
                    <a:pt x="24310" y="26946"/>
                    <a:pt x="30752" y="46090"/>
                    <a:pt x="32454" y="51073"/>
                  </a:cubicBezTo>
                  <a:cubicBezTo>
                    <a:pt x="32610" y="51592"/>
                    <a:pt x="33076" y="51890"/>
                    <a:pt x="33587" y="51890"/>
                  </a:cubicBezTo>
                  <a:cubicBezTo>
                    <a:pt x="33675" y="51890"/>
                    <a:pt x="33763" y="51881"/>
                    <a:pt x="33852" y="51863"/>
                  </a:cubicBezTo>
                  <a:lnTo>
                    <a:pt x="33913" y="51863"/>
                  </a:lnTo>
                  <a:cubicBezTo>
                    <a:pt x="34520" y="51620"/>
                    <a:pt x="34824" y="51013"/>
                    <a:pt x="34642" y="50405"/>
                  </a:cubicBezTo>
                  <a:cubicBezTo>
                    <a:pt x="30813" y="39162"/>
                    <a:pt x="25526" y="22813"/>
                    <a:pt x="22852" y="12785"/>
                  </a:cubicBezTo>
                  <a:cubicBezTo>
                    <a:pt x="24979" y="10598"/>
                    <a:pt x="26316" y="7924"/>
                    <a:pt x="26255" y="5614"/>
                  </a:cubicBezTo>
                  <a:cubicBezTo>
                    <a:pt x="26194" y="2028"/>
                    <a:pt x="24371" y="205"/>
                    <a:pt x="22730" y="23"/>
                  </a:cubicBezTo>
                  <a:cubicBezTo>
                    <a:pt x="22622" y="8"/>
                    <a:pt x="22511" y="1"/>
                    <a:pt x="22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 rot="-884614">
              <a:off x="6762699" y="3193640"/>
              <a:ext cx="1081337" cy="528525"/>
            </a:xfrm>
            <a:custGeom>
              <a:avLst/>
              <a:gdLst/>
              <a:ahLst/>
              <a:cxnLst/>
              <a:rect l="l" t="t" r="r" b="b"/>
              <a:pathLst>
                <a:path w="48620" h="23764" extrusionOk="0">
                  <a:moveTo>
                    <a:pt x="45581" y="1"/>
                  </a:moveTo>
                  <a:lnTo>
                    <a:pt x="1" y="13189"/>
                  </a:lnTo>
                  <a:lnTo>
                    <a:pt x="3039" y="23763"/>
                  </a:lnTo>
                  <a:lnTo>
                    <a:pt x="48620" y="10575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 rot="-884614">
              <a:off x="6749254" y="3181801"/>
              <a:ext cx="1109738" cy="552612"/>
            </a:xfrm>
            <a:custGeom>
              <a:avLst/>
              <a:gdLst/>
              <a:ahLst/>
              <a:cxnLst/>
              <a:rect l="l" t="t" r="r" b="b"/>
              <a:pathLst>
                <a:path w="49897" h="24847" extrusionOk="0">
                  <a:moveTo>
                    <a:pt x="45825" y="1254"/>
                  </a:moveTo>
                  <a:lnTo>
                    <a:pt x="48559" y="10735"/>
                  </a:lnTo>
                  <a:lnTo>
                    <a:pt x="4012" y="23558"/>
                  </a:lnTo>
                  <a:lnTo>
                    <a:pt x="1277" y="14077"/>
                  </a:lnTo>
                  <a:lnTo>
                    <a:pt x="45825" y="1254"/>
                  </a:lnTo>
                  <a:close/>
                  <a:moveTo>
                    <a:pt x="46260" y="0"/>
                  </a:moveTo>
                  <a:cubicBezTo>
                    <a:pt x="46198" y="0"/>
                    <a:pt x="46133" y="13"/>
                    <a:pt x="46068" y="38"/>
                  </a:cubicBezTo>
                  <a:lnTo>
                    <a:pt x="487" y="13166"/>
                  </a:lnTo>
                  <a:cubicBezTo>
                    <a:pt x="183" y="13227"/>
                    <a:pt x="1" y="13530"/>
                    <a:pt x="62" y="13834"/>
                  </a:cubicBezTo>
                  <a:lnTo>
                    <a:pt x="3100" y="24409"/>
                  </a:lnTo>
                  <a:cubicBezTo>
                    <a:pt x="3206" y="24674"/>
                    <a:pt x="3450" y="24846"/>
                    <a:pt x="3712" y="24846"/>
                  </a:cubicBezTo>
                  <a:cubicBezTo>
                    <a:pt x="3751" y="24846"/>
                    <a:pt x="3790" y="24842"/>
                    <a:pt x="3830" y="24834"/>
                  </a:cubicBezTo>
                  <a:lnTo>
                    <a:pt x="49410" y="11646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3"/>
                  </a:lnTo>
                  <a:cubicBezTo>
                    <a:pt x="46688" y="164"/>
                    <a:pt x="46490" y="0"/>
                    <a:pt x="462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 rot="-884614">
              <a:off x="6917870" y="3454675"/>
              <a:ext cx="1081337" cy="527169"/>
            </a:xfrm>
            <a:custGeom>
              <a:avLst/>
              <a:gdLst/>
              <a:ahLst/>
              <a:cxnLst/>
              <a:rect l="l" t="t" r="r" b="b"/>
              <a:pathLst>
                <a:path w="48620" h="23703" extrusionOk="0">
                  <a:moveTo>
                    <a:pt x="45581" y="1"/>
                  </a:moveTo>
                  <a:lnTo>
                    <a:pt x="1" y="13128"/>
                  </a:lnTo>
                  <a:lnTo>
                    <a:pt x="3039" y="23703"/>
                  </a:lnTo>
                  <a:lnTo>
                    <a:pt x="48620" y="10576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 rot="-884614">
              <a:off x="6904263" y="3441499"/>
              <a:ext cx="1109738" cy="552701"/>
            </a:xfrm>
            <a:custGeom>
              <a:avLst/>
              <a:gdLst/>
              <a:ahLst/>
              <a:cxnLst/>
              <a:rect l="l" t="t" r="r" b="b"/>
              <a:pathLst>
                <a:path w="49897" h="24851" extrusionOk="0">
                  <a:moveTo>
                    <a:pt x="45825" y="1254"/>
                  </a:moveTo>
                  <a:lnTo>
                    <a:pt x="48559" y="10796"/>
                  </a:lnTo>
                  <a:lnTo>
                    <a:pt x="4073" y="23619"/>
                  </a:lnTo>
                  <a:lnTo>
                    <a:pt x="1338" y="14078"/>
                  </a:lnTo>
                  <a:lnTo>
                    <a:pt x="45825" y="1254"/>
                  </a:lnTo>
                  <a:close/>
                  <a:moveTo>
                    <a:pt x="46260" y="1"/>
                  </a:moveTo>
                  <a:cubicBezTo>
                    <a:pt x="46198" y="1"/>
                    <a:pt x="46133" y="13"/>
                    <a:pt x="46068" y="39"/>
                  </a:cubicBezTo>
                  <a:lnTo>
                    <a:pt x="487" y="13166"/>
                  </a:lnTo>
                  <a:cubicBezTo>
                    <a:pt x="183" y="13227"/>
                    <a:pt x="1" y="13592"/>
                    <a:pt x="62" y="13896"/>
                  </a:cubicBezTo>
                  <a:lnTo>
                    <a:pt x="3100" y="24470"/>
                  </a:lnTo>
                  <a:cubicBezTo>
                    <a:pt x="3202" y="24723"/>
                    <a:pt x="3430" y="24850"/>
                    <a:pt x="3679" y="24850"/>
                  </a:cubicBezTo>
                  <a:cubicBezTo>
                    <a:pt x="3728" y="24850"/>
                    <a:pt x="3779" y="24845"/>
                    <a:pt x="3830" y="24835"/>
                  </a:cubicBezTo>
                  <a:lnTo>
                    <a:pt x="49410" y="11708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4"/>
                  </a:lnTo>
                  <a:cubicBezTo>
                    <a:pt x="46688" y="165"/>
                    <a:pt x="46490" y="1"/>
                    <a:pt x="46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 rot="-884614">
              <a:off x="6865889" y="3413384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0"/>
                  </a:moveTo>
                  <a:lnTo>
                    <a:pt x="0" y="13188"/>
                  </a:lnTo>
                  <a:lnTo>
                    <a:pt x="730" y="15680"/>
                  </a:lnTo>
                  <a:lnTo>
                    <a:pt x="46310" y="2553"/>
                  </a:lnTo>
                  <a:lnTo>
                    <a:pt x="455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 rot="-884614">
              <a:off x="6852517" y="3401537"/>
              <a:ext cx="1058363" cy="373419"/>
            </a:xfrm>
            <a:custGeom>
              <a:avLst/>
              <a:gdLst/>
              <a:ahLst/>
              <a:cxnLst/>
              <a:rect l="l" t="t" r="r" b="b"/>
              <a:pathLst>
                <a:path w="47587" h="16790" extrusionOk="0">
                  <a:moveTo>
                    <a:pt x="45824" y="1254"/>
                  </a:moveTo>
                  <a:lnTo>
                    <a:pt x="46250" y="2652"/>
                  </a:lnTo>
                  <a:lnTo>
                    <a:pt x="1763" y="15475"/>
                  </a:lnTo>
                  <a:lnTo>
                    <a:pt x="1338" y="14077"/>
                  </a:lnTo>
                  <a:lnTo>
                    <a:pt x="45824" y="1254"/>
                  </a:lnTo>
                  <a:close/>
                  <a:moveTo>
                    <a:pt x="46200" y="0"/>
                  </a:moveTo>
                  <a:cubicBezTo>
                    <a:pt x="46137" y="0"/>
                    <a:pt x="46072" y="12"/>
                    <a:pt x="46007" y="38"/>
                  </a:cubicBezTo>
                  <a:lnTo>
                    <a:pt x="426" y="13165"/>
                  </a:lnTo>
                  <a:cubicBezTo>
                    <a:pt x="122" y="13226"/>
                    <a:pt x="1" y="13530"/>
                    <a:pt x="61" y="13834"/>
                  </a:cubicBezTo>
                  <a:lnTo>
                    <a:pt x="791" y="16387"/>
                  </a:lnTo>
                  <a:cubicBezTo>
                    <a:pt x="886" y="16625"/>
                    <a:pt x="1095" y="16789"/>
                    <a:pt x="1327" y="16789"/>
                  </a:cubicBezTo>
                  <a:cubicBezTo>
                    <a:pt x="1390" y="16789"/>
                    <a:pt x="1455" y="16777"/>
                    <a:pt x="1520" y="16751"/>
                  </a:cubicBezTo>
                  <a:lnTo>
                    <a:pt x="47101" y="3624"/>
                  </a:lnTo>
                  <a:cubicBezTo>
                    <a:pt x="47404" y="3563"/>
                    <a:pt x="47587" y="3198"/>
                    <a:pt x="47465" y="2955"/>
                  </a:cubicBezTo>
                  <a:lnTo>
                    <a:pt x="46736" y="403"/>
                  </a:lnTo>
                  <a:cubicBezTo>
                    <a:pt x="46640" y="164"/>
                    <a:pt x="46432" y="0"/>
                    <a:pt x="46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 rot="-884614">
              <a:off x="7066019" y="3719130"/>
              <a:ext cx="1051602" cy="469454"/>
            </a:xfrm>
            <a:custGeom>
              <a:avLst/>
              <a:gdLst/>
              <a:ahLst/>
              <a:cxnLst/>
              <a:rect l="l" t="t" r="r" b="b"/>
              <a:pathLst>
                <a:path w="47283" h="21108" extrusionOk="0">
                  <a:moveTo>
                    <a:pt x="45581" y="0"/>
                  </a:moveTo>
                  <a:lnTo>
                    <a:pt x="1" y="13188"/>
                  </a:lnTo>
                  <a:cubicBezTo>
                    <a:pt x="1402" y="17993"/>
                    <a:pt x="5770" y="21107"/>
                    <a:pt x="10560" y="21107"/>
                  </a:cubicBezTo>
                  <a:cubicBezTo>
                    <a:pt x="11587" y="21107"/>
                    <a:pt x="12634" y="20964"/>
                    <a:pt x="13675" y="20664"/>
                  </a:cubicBezTo>
                  <a:lnTo>
                    <a:pt x="38045" y="13675"/>
                  </a:lnTo>
                  <a:cubicBezTo>
                    <a:pt x="43880" y="11973"/>
                    <a:pt x="47283" y="5896"/>
                    <a:pt x="45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 rot="-884614">
              <a:off x="7052491" y="3706699"/>
              <a:ext cx="1078646" cy="494275"/>
            </a:xfrm>
            <a:custGeom>
              <a:avLst/>
              <a:gdLst/>
              <a:ahLst/>
              <a:cxnLst/>
              <a:rect l="l" t="t" r="r" b="b"/>
              <a:pathLst>
                <a:path w="48499" h="22224" extrusionOk="0">
                  <a:moveTo>
                    <a:pt x="45825" y="1289"/>
                  </a:moveTo>
                  <a:cubicBezTo>
                    <a:pt x="47101" y="6698"/>
                    <a:pt x="43880" y="12107"/>
                    <a:pt x="38593" y="13687"/>
                  </a:cubicBezTo>
                  <a:lnTo>
                    <a:pt x="14101" y="20737"/>
                  </a:lnTo>
                  <a:cubicBezTo>
                    <a:pt x="13144" y="21008"/>
                    <a:pt x="12179" y="21138"/>
                    <a:pt x="11230" y="21138"/>
                  </a:cubicBezTo>
                  <a:cubicBezTo>
                    <a:pt x="6872" y="21138"/>
                    <a:pt x="2835" y="18404"/>
                    <a:pt x="1338" y="14112"/>
                  </a:cubicBezTo>
                  <a:lnTo>
                    <a:pt x="45825" y="1289"/>
                  </a:lnTo>
                  <a:close/>
                  <a:moveTo>
                    <a:pt x="46185" y="1"/>
                  </a:moveTo>
                  <a:cubicBezTo>
                    <a:pt x="46146" y="1"/>
                    <a:pt x="46107" y="5"/>
                    <a:pt x="46068" y="12"/>
                  </a:cubicBezTo>
                  <a:lnTo>
                    <a:pt x="487" y="13200"/>
                  </a:lnTo>
                  <a:cubicBezTo>
                    <a:pt x="183" y="13261"/>
                    <a:pt x="1" y="13565"/>
                    <a:pt x="62" y="13869"/>
                  </a:cubicBezTo>
                  <a:cubicBezTo>
                    <a:pt x="1517" y="18937"/>
                    <a:pt x="6162" y="22224"/>
                    <a:pt x="11192" y="22224"/>
                  </a:cubicBezTo>
                  <a:cubicBezTo>
                    <a:pt x="12255" y="22224"/>
                    <a:pt x="13334" y="22077"/>
                    <a:pt x="14404" y="21770"/>
                  </a:cubicBezTo>
                  <a:lnTo>
                    <a:pt x="38836" y="14781"/>
                  </a:lnTo>
                  <a:cubicBezTo>
                    <a:pt x="44974" y="12957"/>
                    <a:pt x="48499" y="6576"/>
                    <a:pt x="46736" y="438"/>
                  </a:cubicBezTo>
                  <a:cubicBezTo>
                    <a:pt x="46683" y="173"/>
                    <a:pt x="46446" y="1"/>
                    <a:pt x="461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 rot="-884614">
              <a:off x="7021232" y="3674396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1"/>
                  </a:moveTo>
                  <a:lnTo>
                    <a:pt x="0" y="13128"/>
                  </a:lnTo>
                  <a:lnTo>
                    <a:pt x="730" y="15680"/>
                  </a:lnTo>
                  <a:lnTo>
                    <a:pt x="46310" y="2492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rot="-884614">
              <a:off x="7006367" y="3662070"/>
              <a:ext cx="1058385" cy="373686"/>
            </a:xfrm>
            <a:custGeom>
              <a:avLst/>
              <a:gdLst/>
              <a:ahLst/>
              <a:cxnLst/>
              <a:rect l="l" t="t" r="r" b="b"/>
              <a:pathLst>
                <a:path w="47588" h="16802" extrusionOk="0">
                  <a:moveTo>
                    <a:pt x="45885" y="1231"/>
                  </a:moveTo>
                  <a:lnTo>
                    <a:pt x="46311" y="2690"/>
                  </a:lnTo>
                  <a:lnTo>
                    <a:pt x="1824" y="15513"/>
                  </a:lnTo>
                  <a:lnTo>
                    <a:pt x="1399" y="14115"/>
                  </a:lnTo>
                  <a:lnTo>
                    <a:pt x="45885" y="1231"/>
                  </a:lnTo>
                  <a:close/>
                  <a:moveTo>
                    <a:pt x="46219" y="1"/>
                  </a:moveTo>
                  <a:cubicBezTo>
                    <a:pt x="46169" y="1"/>
                    <a:pt x="46118" y="6"/>
                    <a:pt x="46068" y="16"/>
                  </a:cubicBezTo>
                  <a:lnTo>
                    <a:pt x="487" y="13143"/>
                  </a:lnTo>
                  <a:cubicBezTo>
                    <a:pt x="183" y="13265"/>
                    <a:pt x="1" y="13568"/>
                    <a:pt x="122" y="13872"/>
                  </a:cubicBezTo>
                  <a:lnTo>
                    <a:pt x="852" y="16364"/>
                  </a:lnTo>
                  <a:cubicBezTo>
                    <a:pt x="958" y="16629"/>
                    <a:pt x="1202" y="16801"/>
                    <a:pt x="1464" y="16801"/>
                  </a:cubicBezTo>
                  <a:cubicBezTo>
                    <a:pt x="1502" y="16801"/>
                    <a:pt x="1542" y="16797"/>
                    <a:pt x="1581" y="16789"/>
                  </a:cubicBezTo>
                  <a:lnTo>
                    <a:pt x="47162" y="3601"/>
                  </a:lnTo>
                  <a:lnTo>
                    <a:pt x="47101" y="3601"/>
                  </a:lnTo>
                  <a:cubicBezTo>
                    <a:pt x="47405" y="3541"/>
                    <a:pt x="47587" y="3237"/>
                    <a:pt x="47526" y="2933"/>
                  </a:cubicBezTo>
                  <a:lnTo>
                    <a:pt x="46797" y="380"/>
                  </a:lnTo>
                  <a:cubicBezTo>
                    <a:pt x="46696" y="127"/>
                    <a:pt x="46468" y="1"/>
                    <a:pt x="462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 rot="3455344">
              <a:off x="5236442" y="1684293"/>
              <a:ext cx="166350" cy="209583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0" name="Google Shape;1170;p42"/>
          <p:cNvSpPr txBox="1">
            <a:spLocks noGrp="1"/>
          </p:cNvSpPr>
          <p:nvPr>
            <p:ph type="title" idx="2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18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Customers:-</a:t>
            </a:r>
          </a:p>
          <a:p>
            <a:r>
              <a:rPr lang="en-US" sz="2800" dirty="0"/>
              <a:t>	- This collection stores information about the 	users of the E-Commerce platform.</a:t>
            </a:r>
          </a:p>
          <a:p>
            <a:endParaRPr lang="en-US" sz="2800" dirty="0"/>
          </a:p>
          <a:p>
            <a:r>
              <a:rPr lang="en-US" sz="2800" dirty="0"/>
              <a:t>	- It includes details such as customer id, name,</a:t>
            </a:r>
          </a:p>
          <a:p>
            <a:r>
              <a:rPr lang="en-US" sz="2800" dirty="0"/>
              <a:t>	contact information, address and account related 	data such as e-mail and password.</a:t>
            </a:r>
          </a:p>
          <a:p>
            <a:endParaRPr lang="en-US" sz="2800" dirty="0"/>
          </a:p>
          <a:p>
            <a:r>
              <a:rPr lang="en-US" sz="2800" dirty="0"/>
              <a:t>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83614F-8B11-D86C-141F-37F327301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FAAA0C-2F2B-B59C-F9E9-4C1E2341C3DC}"/>
              </a:ext>
            </a:extLst>
          </p:cNvPr>
          <p:cNvSpPr txBox="1"/>
          <p:nvPr/>
        </p:nvSpPr>
        <p:spPr>
          <a:xfrm>
            <a:off x="3709639" y="1353015"/>
            <a:ext cx="41264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 show all data of a collection we use query:-</a:t>
            </a:r>
          </a:p>
          <a:p>
            <a:endParaRPr lang="en-US" b="1" dirty="0"/>
          </a:p>
          <a:p>
            <a:r>
              <a:rPr lang="en-US" b="1" dirty="0" err="1"/>
              <a:t>db.Customers.find</a:t>
            </a:r>
            <a:r>
              <a:rPr lang="en-US" b="1" dirty="0"/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7E1B0-70B5-8670-B0E4-B7F6BF7335C3}"/>
              </a:ext>
            </a:extLst>
          </p:cNvPr>
          <p:cNvSpPr/>
          <p:nvPr/>
        </p:nvSpPr>
        <p:spPr>
          <a:xfrm>
            <a:off x="4051610" y="1813932"/>
            <a:ext cx="929268" cy="24532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DC8097A-CF4C-F038-FE8F-BF0D1B5F3000}"/>
              </a:ext>
            </a:extLst>
          </p:cNvPr>
          <p:cNvCxnSpPr/>
          <p:nvPr/>
        </p:nvCxnSpPr>
        <p:spPr>
          <a:xfrm>
            <a:off x="4572000" y="2091679"/>
            <a:ext cx="996176" cy="480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A33179-CF07-65D9-F042-803255D19C0A}"/>
              </a:ext>
            </a:extLst>
          </p:cNvPr>
          <p:cNvSpPr txBox="1"/>
          <p:nvPr/>
        </p:nvSpPr>
        <p:spPr>
          <a:xfrm>
            <a:off x="5478966" y="2450281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Collection_Name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20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0E711-571B-6DAE-1C96-64FDBE90D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308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BB0731-373D-BC55-AA69-D9651F1642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910"/>
          <a:stretch/>
        </p:blipFill>
        <p:spPr>
          <a:xfrm>
            <a:off x="0" y="3308195"/>
            <a:ext cx="9144000" cy="1835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216047-FE1A-4B4B-F516-26E6C1C5D035}"/>
              </a:ext>
            </a:extLst>
          </p:cNvPr>
          <p:cNvSpPr txBox="1"/>
          <p:nvPr/>
        </p:nvSpPr>
        <p:spPr>
          <a:xfrm>
            <a:off x="1680117" y="2310140"/>
            <a:ext cx="7563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Now we can insert two different documents "Birth of date" and "Age" for "Customers" </a:t>
            </a:r>
          </a:p>
          <a:p>
            <a:r>
              <a:rPr lang="en-US" b="1" dirty="0"/>
              <a:t>collection, which we can calculate the age based on the customer's birth of date.</a:t>
            </a:r>
          </a:p>
        </p:txBody>
      </p:sp>
    </p:spTree>
    <p:extLst>
      <p:ext uri="{BB962C8B-B14F-4D97-AF65-F5344CB8AC3E}">
        <p14:creationId xmlns:p14="http://schemas.microsoft.com/office/powerpoint/2010/main" val="265769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10022E-0CF5-518F-D457-B71571B06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ABA38C-74E2-E22A-E8FF-26AB4BBCA4FE}"/>
              </a:ext>
            </a:extLst>
          </p:cNvPr>
          <p:cNvSpPr/>
          <p:nvPr/>
        </p:nvSpPr>
        <p:spPr>
          <a:xfrm>
            <a:off x="7002966" y="4029307"/>
            <a:ext cx="2044390" cy="111419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07AE9-9B73-090D-D02F-90F67722EF6B}"/>
              </a:ext>
            </a:extLst>
          </p:cNvPr>
          <p:cNvSpPr txBox="1"/>
          <p:nvPr/>
        </p:nvSpPr>
        <p:spPr>
          <a:xfrm>
            <a:off x="4258890" y="1442225"/>
            <a:ext cx="30265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Result of “</a:t>
            </a:r>
            <a:r>
              <a:rPr lang="en-US" dirty="0" err="1">
                <a:solidFill>
                  <a:srgbClr val="FF0000"/>
                </a:solidFill>
              </a:rPr>
              <a:t>db.Customers.aggregate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0AC13C-4766-22CC-8F6C-572A62B9FEDE}"/>
              </a:ext>
            </a:extLst>
          </p:cNvPr>
          <p:cNvCxnSpPr/>
          <p:nvPr/>
        </p:nvCxnSpPr>
        <p:spPr>
          <a:xfrm>
            <a:off x="6653561" y="1724722"/>
            <a:ext cx="1033346" cy="2237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5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B5C11C-AD47-3318-6F1A-CF0E13E6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" y="0"/>
            <a:ext cx="9129132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63BC3-B943-50D4-00D9-8E5988FAAF6A}"/>
              </a:ext>
            </a:extLst>
          </p:cNvPr>
          <p:cNvSpPr txBox="1"/>
          <p:nvPr/>
        </p:nvSpPr>
        <p:spPr>
          <a:xfrm>
            <a:off x="4118517" y="1732156"/>
            <a:ext cx="4357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 can also delete any extra document if needed</a:t>
            </a:r>
          </a:p>
        </p:txBody>
      </p:sp>
    </p:spTree>
    <p:extLst>
      <p:ext uri="{BB962C8B-B14F-4D97-AF65-F5344CB8AC3E}">
        <p14:creationId xmlns:p14="http://schemas.microsoft.com/office/powerpoint/2010/main" val="93685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9BCD7-35A9-8D7D-7C48-0F30BD10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C86607-EDF2-C464-4012-7CD140885251}"/>
              </a:ext>
            </a:extLst>
          </p:cNvPr>
          <p:cNvSpPr txBox="1"/>
          <p:nvPr/>
        </p:nvSpPr>
        <p:spPr>
          <a:xfrm>
            <a:off x="3293327" y="1419921"/>
            <a:ext cx="4597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Also there a new customers able to create accounts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ADF44-E48B-02A0-580A-051BA80B2A96}"/>
              </a:ext>
            </a:extLst>
          </p:cNvPr>
          <p:cNvSpPr/>
          <p:nvPr/>
        </p:nvSpPr>
        <p:spPr>
          <a:xfrm>
            <a:off x="111512" y="4177990"/>
            <a:ext cx="8913542" cy="48322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8549FC-61B5-332C-DC86-9593B9B2BEBE}"/>
              </a:ext>
            </a:extLst>
          </p:cNvPr>
          <p:cNvCxnSpPr>
            <a:cxnSpLocks/>
          </p:cNvCxnSpPr>
          <p:nvPr/>
        </p:nvCxnSpPr>
        <p:spPr>
          <a:xfrm>
            <a:off x="4122234" y="1645923"/>
            <a:ext cx="446049" cy="2513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060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24925-1999-51CC-9BF5-97521A5B4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EC5A92-3B67-BF5D-469E-389E72CAB6A4}"/>
              </a:ext>
            </a:extLst>
          </p:cNvPr>
          <p:cNvSpPr txBox="1"/>
          <p:nvPr/>
        </p:nvSpPr>
        <p:spPr>
          <a:xfrm>
            <a:off x="4438185" y="1903141"/>
            <a:ext cx="3523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Any customers can update his/her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5E6C33-00E9-21AD-BFFE-714213CA12C8}"/>
              </a:ext>
            </a:extLst>
          </p:cNvPr>
          <p:cNvSpPr/>
          <p:nvPr/>
        </p:nvSpPr>
        <p:spPr>
          <a:xfrm>
            <a:off x="96644" y="4475356"/>
            <a:ext cx="8898673" cy="1412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DB2ADC-1112-7A18-9F22-8F5CF7375871}"/>
              </a:ext>
            </a:extLst>
          </p:cNvPr>
          <p:cNvCxnSpPr/>
          <p:nvPr/>
        </p:nvCxnSpPr>
        <p:spPr>
          <a:xfrm flipH="1">
            <a:off x="5055220" y="2155902"/>
            <a:ext cx="773151" cy="2319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22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885785-B513-C4A5-C822-2E84490E6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740562-8AE4-9BEA-35D8-4FF7BFB17FB0}"/>
              </a:ext>
            </a:extLst>
          </p:cNvPr>
          <p:cNvSpPr txBox="1"/>
          <p:nvPr/>
        </p:nvSpPr>
        <p:spPr>
          <a:xfrm>
            <a:off x="4765288" y="1576038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Customers able to delete their accounts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06EB2-EC1D-7F49-3387-90E14B2979F4}"/>
              </a:ext>
            </a:extLst>
          </p:cNvPr>
          <p:cNvSpPr txBox="1"/>
          <p:nvPr/>
        </p:nvSpPr>
        <p:spPr>
          <a:xfrm>
            <a:off x="2294774" y="2817542"/>
            <a:ext cx="4554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 shown here there is no deleted data on the table</a:t>
            </a:r>
          </a:p>
        </p:txBody>
      </p:sp>
    </p:spTree>
    <p:extLst>
      <p:ext uri="{BB962C8B-B14F-4D97-AF65-F5344CB8AC3E}">
        <p14:creationId xmlns:p14="http://schemas.microsoft.com/office/powerpoint/2010/main" val="1751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Categories:-</a:t>
            </a:r>
          </a:p>
          <a:p>
            <a:r>
              <a:rPr lang="en-US" sz="2800" dirty="0"/>
              <a:t>	- This collection represents the different product 	  categories or product groupings available in the     	  e-commerce platform.</a:t>
            </a:r>
          </a:p>
          <a:p>
            <a:endParaRPr lang="en-US" sz="2800" dirty="0"/>
          </a:p>
          <a:p>
            <a:r>
              <a:rPr lang="en-US" sz="2800" dirty="0"/>
              <a:t>	- It contains information about each category 		  such as category id and name.</a:t>
            </a:r>
          </a:p>
          <a:p>
            <a:r>
              <a:rPr lang="en-US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39736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F5C2BE-13BD-FB02-DB20-6722EB21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34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D1CE3-C7F4-F092-0988-7AABBF9AB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507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5796E-FEA6-805A-BEBF-17EE66CC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0765"/>
            <a:ext cx="9144000" cy="1030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0F313-F5F2-40ED-FE2A-E02B0B47A64E}"/>
              </a:ext>
            </a:extLst>
          </p:cNvPr>
          <p:cNvSpPr txBox="1"/>
          <p:nvPr/>
        </p:nvSpPr>
        <p:spPr>
          <a:xfrm>
            <a:off x="3166946" y="271493"/>
            <a:ext cx="2810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Admin could add new category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26E60-39A4-4CCF-E44A-9C420A449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0839"/>
            <a:ext cx="9144000" cy="474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E89516-7932-5A9C-D732-6D4161C73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355511"/>
            <a:ext cx="9144000" cy="1116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432985-6251-F57E-347D-12162807B74B}"/>
              </a:ext>
            </a:extLst>
          </p:cNvPr>
          <p:cNvSpPr txBox="1"/>
          <p:nvPr/>
        </p:nvSpPr>
        <p:spPr>
          <a:xfrm>
            <a:off x="2840595" y="1893845"/>
            <a:ext cx="346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 could delete category if needed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2C268A-AA65-22E9-A7BF-B6A6279B0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71748"/>
            <a:ext cx="9144000" cy="5203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279AED-7FA2-EDE2-7F22-A37A5FEADE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992138"/>
            <a:ext cx="9144000" cy="11513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926D89-BF28-7133-C4BC-0BA973888729}"/>
              </a:ext>
            </a:extLst>
          </p:cNvPr>
          <p:cNvSpPr txBox="1"/>
          <p:nvPr/>
        </p:nvSpPr>
        <p:spPr>
          <a:xfrm>
            <a:off x="2627395" y="4358639"/>
            <a:ext cx="3889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 could update any category if needed</a:t>
            </a:r>
          </a:p>
        </p:txBody>
      </p:sp>
    </p:spTree>
    <p:extLst>
      <p:ext uri="{BB962C8B-B14F-4D97-AF65-F5344CB8AC3E}">
        <p14:creationId xmlns:p14="http://schemas.microsoft.com/office/powerpoint/2010/main" val="195851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648ED-CC6F-BA59-2B8F-AB3ADB1E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18877-54DF-59F1-E7FB-09521487CE7A}"/>
              </a:ext>
            </a:extLst>
          </p:cNvPr>
          <p:cNvSpPr txBox="1"/>
          <p:nvPr/>
        </p:nvSpPr>
        <p:spPr>
          <a:xfrm>
            <a:off x="3300761" y="1583473"/>
            <a:ext cx="4687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 can also do the same with multiple categories</a:t>
            </a:r>
          </a:p>
        </p:txBody>
      </p:sp>
    </p:spTree>
    <p:extLst>
      <p:ext uri="{BB962C8B-B14F-4D97-AF65-F5344CB8AC3E}">
        <p14:creationId xmlns:p14="http://schemas.microsoft.com/office/powerpoint/2010/main" val="2226031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Products:-</a:t>
            </a:r>
          </a:p>
          <a:p>
            <a:r>
              <a:rPr lang="en-US" sz="2800" dirty="0"/>
              <a:t>	- This collection stores the information related to 	   individual products offered on the e-commerce 	   platform.</a:t>
            </a:r>
          </a:p>
          <a:p>
            <a:endParaRPr lang="en-US" sz="2800" dirty="0"/>
          </a:p>
          <a:p>
            <a:r>
              <a:rPr lang="en-US" sz="2800" dirty="0"/>
              <a:t>	- It includes details like product ID, name, 		 description, price, Quantity and Category       	      	 embedded.	</a:t>
            </a:r>
          </a:p>
        </p:txBody>
      </p:sp>
    </p:spTree>
    <p:extLst>
      <p:ext uri="{BB962C8B-B14F-4D97-AF65-F5344CB8AC3E}">
        <p14:creationId xmlns:p14="http://schemas.microsoft.com/office/powerpoint/2010/main" val="826882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3B8E7-E086-B66C-2872-91261D1E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6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F368D9-38AB-0D7B-73DE-9140365F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8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402978-CE3F-51A4-713A-A0DD18A95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8720"/>
            <a:ext cx="9144000" cy="18630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DEE8C2-7A41-42E2-B9B0-9CA8AD3EA93C}"/>
              </a:ext>
            </a:extLst>
          </p:cNvPr>
          <p:cNvSpPr/>
          <p:nvPr/>
        </p:nvSpPr>
        <p:spPr>
          <a:xfrm>
            <a:off x="0" y="981307"/>
            <a:ext cx="6958361" cy="38657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1BF93-0025-E13F-2603-86A06D46D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1749"/>
            <a:ext cx="9144000" cy="708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BA941F-BAD6-6417-9977-C58FFFB8D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280471"/>
            <a:ext cx="9144000" cy="18630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C05C7E-A382-374F-2D62-78CE3E5F9361}"/>
              </a:ext>
            </a:extLst>
          </p:cNvPr>
          <p:cNvSpPr txBox="1"/>
          <p:nvPr/>
        </p:nvSpPr>
        <p:spPr>
          <a:xfrm>
            <a:off x="4987308" y="2972693"/>
            <a:ext cx="4225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Laptop product has been deleted from the table</a:t>
            </a:r>
          </a:p>
        </p:txBody>
      </p:sp>
    </p:spTree>
    <p:extLst>
      <p:ext uri="{BB962C8B-B14F-4D97-AF65-F5344CB8AC3E}">
        <p14:creationId xmlns:p14="http://schemas.microsoft.com/office/powerpoint/2010/main" val="3364053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0AC29D-AE21-32E0-A04E-6EBB6258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40"/>
            <a:ext cx="9144000" cy="1569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A003D3-2561-2802-B8CA-053359099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3996"/>
            <a:ext cx="9144000" cy="1210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A2A11C-4EB4-BDA2-A022-0E51EBEF7819}"/>
              </a:ext>
            </a:extLst>
          </p:cNvPr>
          <p:cNvSpPr txBox="1"/>
          <p:nvPr/>
        </p:nvSpPr>
        <p:spPr>
          <a:xfrm>
            <a:off x="3969834" y="557561"/>
            <a:ext cx="3877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Headphones has been inserted on the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6BE03C-6694-E108-1B10-F03549A44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24814"/>
            <a:ext cx="9144000" cy="23186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10D2C-0644-C182-6F8A-D4B44806FB23}"/>
              </a:ext>
            </a:extLst>
          </p:cNvPr>
          <p:cNvSpPr txBox="1"/>
          <p:nvPr/>
        </p:nvSpPr>
        <p:spPr>
          <a:xfrm>
            <a:off x="4824761" y="3573473"/>
            <a:ext cx="31758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Admin can insert Multiple products</a:t>
            </a:r>
          </a:p>
        </p:txBody>
      </p:sp>
    </p:spTree>
    <p:extLst>
      <p:ext uri="{BB962C8B-B14F-4D97-AF65-F5344CB8AC3E}">
        <p14:creationId xmlns:p14="http://schemas.microsoft.com/office/powerpoint/2010/main" val="1040831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91C8F-E2EF-2F1B-2AE2-ED605E4F6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4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D26EA-BD0F-BD7D-DABD-7F82E0EC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8880"/>
            <a:ext cx="9144000" cy="1670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A17A7-FDB5-A5E4-D75F-97F38AE22D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906" b="6956"/>
          <a:stretch/>
        </p:blipFill>
        <p:spPr>
          <a:xfrm>
            <a:off x="0" y="2504842"/>
            <a:ext cx="9144000" cy="624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352165-0DBD-70D9-5861-68F72F3D9BFA}"/>
              </a:ext>
            </a:extLst>
          </p:cNvPr>
          <p:cNvSpPr txBox="1"/>
          <p:nvPr/>
        </p:nvSpPr>
        <p:spPr>
          <a:xfrm>
            <a:off x="2390408" y="2263973"/>
            <a:ext cx="4110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Here we have some products with 5 quantities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784248-7C20-8CCF-6751-FC9509F10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29776"/>
            <a:ext cx="9114310" cy="510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672675-6339-7169-859C-763C5B972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40359"/>
            <a:ext cx="9144000" cy="15321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7EFEBF-DC4B-77B3-AFAD-385CCDEE9AE9}"/>
              </a:ext>
            </a:extLst>
          </p:cNvPr>
          <p:cNvSpPr txBox="1"/>
          <p:nvPr/>
        </p:nvSpPr>
        <p:spPr>
          <a:xfrm>
            <a:off x="4572000" y="3367826"/>
            <a:ext cx="4414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 have deleted products less than 10 quantities </a:t>
            </a:r>
          </a:p>
        </p:txBody>
      </p:sp>
    </p:spTree>
    <p:extLst>
      <p:ext uri="{BB962C8B-B14F-4D97-AF65-F5344CB8AC3E}">
        <p14:creationId xmlns:p14="http://schemas.microsoft.com/office/powerpoint/2010/main" val="2492562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Orders:-</a:t>
            </a:r>
          </a:p>
          <a:p>
            <a:r>
              <a:rPr lang="en-US" sz="2800" dirty="0"/>
              <a:t>	- This collection stores the information related to 	   individual orders on the e-commerce 	   	  	   platform.</a:t>
            </a:r>
          </a:p>
          <a:p>
            <a:endParaRPr lang="en-US" sz="2800" dirty="0"/>
          </a:p>
          <a:p>
            <a:r>
              <a:rPr lang="en-US" sz="2800" dirty="0"/>
              <a:t>	- It includes details like order ID, date,      		  Total Amount, shipping address, payment    	 	  status and Customer embedded.	</a:t>
            </a:r>
          </a:p>
        </p:txBody>
      </p:sp>
    </p:spTree>
    <p:extLst>
      <p:ext uri="{BB962C8B-B14F-4D97-AF65-F5344CB8AC3E}">
        <p14:creationId xmlns:p14="http://schemas.microsoft.com/office/powerpoint/2010/main" val="351909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2A8BBD-E69C-49F3-5895-DD35028C3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71" y="0"/>
            <a:ext cx="86454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51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CB3F3-4D0C-0CE3-E27A-7F0CA8F2E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548"/>
            <a:ext cx="9144000" cy="165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07534-5CD4-B399-6B66-6F2225CC3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5841"/>
            <a:ext cx="9144000" cy="1016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19C14-F153-074D-5791-39A6D4F88537}"/>
              </a:ext>
            </a:extLst>
          </p:cNvPr>
          <p:cNvSpPr txBox="1"/>
          <p:nvPr/>
        </p:nvSpPr>
        <p:spPr>
          <a:xfrm>
            <a:off x="-83281" y="8050"/>
            <a:ext cx="93105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 used CRUD operations on this collection for analysis, for example here to see how many customer paid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C217B3-D6A0-B539-69D8-2047845B9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72561"/>
            <a:ext cx="9144000" cy="13899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DFF130-A0D9-FDCD-A3D2-3437761E4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62556"/>
            <a:ext cx="9144000" cy="22728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AD04A0-D546-B527-4871-3CA80C3A2CBB}"/>
              </a:ext>
            </a:extLst>
          </p:cNvPr>
          <p:cNvSpPr txBox="1"/>
          <p:nvPr/>
        </p:nvSpPr>
        <p:spPr>
          <a:xfrm>
            <a:off x="2787804" y="2571750"/>
            <a:ext cx="2738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Query to find all Month orders</a:t>
            </a:r>
          </a:p>
        </p:txBody>
      </p:sp>
    </p:spTree>
    <p:extLst>
      <p:ext uri="{BB962C8B-B14F-4D97-AF65-F5344CB8AC3E}">
        <p14:creationId xmlns:p14="http://schemas.microsoft.com/office/powerpoint/2010/main" val="3340359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B791BE-68D5-CCE4-62EB-A5C748CD2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12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15629A-5586-000C-7B1C-47F42ADA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2384"/>
            <a:ext cx="9144000" cy="1161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3D0237-EEC7-A166-1764-3616DC2CBF05}"/>
              </a:ext>
            </a:extLst>
          </p:cNvPr>
          <p:cNvSpPr txBox="1"/>
          <p:nvPr/>
        </p:nvSpPr>
        <p:spPr>
          <a:xfrm>
            <a:off x="3546088" y="431180"/>
            <a:ext cx="4389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Calculate total “Total Amount” for each customer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DA25D7-F9D1-C74A-1134-6C0B403C3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74365"/>
            <a:ext cx="9007621" cy="17515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02169D-BF69-1898-0144-20A7BCF31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25951"/>
            <a:ext cx="9144000" cy="9617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61CEFF-9846-1EFE-F370-EA2A13B0726D}"/>
              </a:ext>
            </a:extLst>
          </p:cNvPr>
          <p:cNvSpPr txBox="1"/>
          <p:nvPr/>
        </p:nvSpPr>
        <p:spPr>
          <a:xfrm>
            <a:off x="4185424" y="2963970"/>
            <a:ext cx="2462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Calculate Average Amount</a:t>
            </a:r>
          </a:p>
        </p:txBody>
      </p:sp>
    </p:spTree>
    <p:extLst>
      <p:ext uri="{BB962C8B-B14F-4D97-AF65-F5344CB8AC3E}">
        <p14:creationId xmlns:p14="http://schemas.microsoft.com/office/powerpoint/2010/main" val="4114054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A555F-2577-4940-45E4-13DFFB303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8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6B2733-E97B-14C1-841D-D13953B97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358"/>
            <a:ext cx="9144000" cy="727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7C9300-484D-E566-E9B7-DBA253D0396E}"/>
              </a:ext>
            </a:extLst>
          </p:cNvPr>
          <p:cNvSpPr txBox="1"/>
          <p:nvPr/>
        </p:nvSpPr>
        <p:spPr>
          <a:xfrm>
            <a:off x="3397405" y="170985"/>
            <a:ext cx="3074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Calculate the total sales by month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4C65BF-2CEF-01F9-4DDA-8F2EE30E2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45834"/>
            <a:ext cx="9144000" cy="2697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40A9F-976E-52DB-16D3-818B87E11789}"/>
              </a:ext>
            </a:extLst>
          </p:cNvPr>
          <p:cNvSpPr txBox="1"/>
          <p:nvPr/>
        </p:nvSpPr>
        <p:spPr>
          <a:xfrm>
            <a:off x="2702738" y="1982147"/>
            <a:ext cx="3738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These both queries can be used if needed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FAB714-0970-681A-0BC2-548C1F400283}"/>
              </a:ext>
            </a:extLst>
          </p:cNvPr>
          <p:cNvSpPr txBox="1"/>
          <p:nvPr/>
        </p:nvSpPr>
        <p:spPr>
          <a:xfrm>
            <a:off x="428878" y="3377249"/>
            <a:ext cx="828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One is used to update status payment for the customer if any bug happened on the application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A0A86-75CA-B83D-2040-4F048EE1744D}"/>
              </a:ext>
            </a:extLst>
          </p:cNvPr>
          <p:cNvSpPr txBox="1"/>
          <p:nvPr/>
        </p:nvSpPr>
        <p:spPr>
          <a:xfrm>
            <a:off x="1501698" y="4106486"/>
            <a:ext cx="7370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And the other query are just delete any cancelled payments to increase performance</a:t>
            </a:r>
          </a:p>
        </p:txBody>
      </p:sp>
    </p:spTree>
    <p:extLst>
      <p:ext uri="{BB962C8B-B14F-4D97-AF65-F5344CB8AC3E}">
        <p14:creationId xmlns:p14="http://schemas.microsoft.com/office/powerpoint/2010/main" val="349355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OrderItems</a:t>
            </a:r>
            <a:r>
              <a:rPr lang="en-US" sz="2800" dirty="0"/>
              <a:t>:-</a:t>
            </a:r>
          </a:p>
          <a:p>
            <a:r>
              <a:rPr lang="en-US" sz="2800" dirty="0"/>
              <a:t>	- This collection stores the information related to 	   individual order items on the                  	      	   e-commerce platform.</a:t>
            </a:r>
          </a:p>
          <a:p>
            <a:endParaRPr lang="en-US" sz="2800" dirty="0"/>
          </a:p>
          <a:p>
            <a:r>
              <a:rPr lang="en-US" sz="2800" dirty="0"/>
              <a:t>	- It includes details like order item ID, quantity,          	  Unit Price and order embedded.	</a:t>
            </a:r>
          </a:p>
        </p:txBody>
      </p:sp>
    </p:spTree>
    <p:extLst>
      <p:ext uri="{BB962C8B-B14F-4D97-AF65-F5344CB8AC3E}">
        <p14:creationId xmlns:p14="http://schemas.microsoft.com/office/powerpoint/2010/main" val="4067303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790EA-FF37-1284-8CB3-2DE8724A0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2" y="0"/>
            <a:ext cx="87048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71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7A7018-B7FD-FB67-8D80-D3C9FBF5B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90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192F9C-0189-7C2E-A64E-D64B660DB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324"/>
            <a:ext cx="9144000" cy="1468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6187C-9917-434D-F81C-5AA6BB7188EC}"/>
              </a:ext>
            </a:extLst>
          </p:cNvPr>
          <p:cNvSpPr txBox="1"/>
          <p:nvPr/>
        </p:nvSpPr>
        <p:spPr>
          <a:xfrm>
            <a:off x="2715562" y="83497"/>
            <a:ext cx="3712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Calculate the total revenue for each order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34E325-30DD-6F71-39AD-7CE69C2EE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9082"/>
            <a:ext cx="9144000" cy="1494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A379A7-C35C-3571-5D3C-16A117C76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53176"/>
            <a:ext cx="9144000" cy="1090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8729AA-D560-0FF9-502D-9FEEC30BAC1E}"/>
              </a:ext>
            </a:extLst>
          </p:cNvPr>
          <p:cNvSpPr txBox="1"/>
          <p:nvPr/>
        </p:nvSpPr>
        <p:spPr>
          <a:xfrm>
            <a:off x="2562475" y="2844463"/>
            <a:ext cx="40190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Get the average quantity of products ordered</a:t>
            </a:r>
          </a:p>
        </p:txBody>
      </p:sp>
    </p:spTree>
    <p:extLst>
      <p:ext uri="{BB962C8B-B14F-4D97-AF65-F5344CB8AC3E}">
        <p14:creationId xmlns:p14="http://schemas.microsoft.com/office/powerpoint/2010/main" val="727002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B39D7-A097-7287-879A-388437C3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391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E608EE-E9D5-EABD-D448-9504AFD38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1771"/>
            <a:ext cx="9144000" cy="1488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DA52F2-9762-4AE0-4E76-57BF2638BC2A}"/>
              </a:ext>
            </a:extLst>
          </p:cNvPr>
          <p:cNvSpPr txBox="1"/>
          <p:nvPr/>
        </p:nvSpPr>
        <p:spPr>
          <a:xfrm>
            <a:off x="2787805" y="832625"/>
            <a:ext cx="4017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Find the orders with the highest total amount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743D0D-942F-05CC-9E2C-BDEB742F8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80635"/>
            <a:ext cx="9144000" cy="1152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98AC31-17B8-0688-817C-40280EBF4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32900"/>
            <a:ext cx="9144000" cy="1110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FBBB4A-3D4C-1EA6-0610-56C9F2378E8C}"/>
              </a:ext>
            </a:extLst>
          </p:cNvPr>
          <p:cNvSpPr txBox="1"/>
          <p:nvPr/>
        </p:nvSpPr>
        <p:spPr>
          <a:xfrm>
            <a:off x="2155420" y="3456767"/>
            <a:ext cx="52822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Count the number of orders with different payment statuses</a:t>
            </a:r>
          </a:p>
        </p:txBody>
      </p:sp>
    </p:spTree>
    <p:extLst>
      <p:ext uri="{BB962C8B-B14F-4D97-AF65-F5344CB8AC3E}">
        <p14:creationId xmlns:p14="http://schemas.microsoft.com/office/powerpoint/2010/main" val="946206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CartItems</a:t>
            </a:r>
            <a:r>
              <a:rPr lang="en-US" sz="2800" dirty="0"/>
              <a:t>:-</a:t>
            </a:r>
          </a:p>
          <a:p>
            <a:r>
              <a:rPr lang="en-US" sz="2800" dirty="0"/>
              <a:t>	- This collection stores the information related to 	   individual cart items offered on the                  	   e-commerce platform.</a:t>
            </a:r>
          </a:p>
          <a:p>
            <a:endParaRPr lang="en-US" sz="2800" dirty="0"/>
          </a:p>
          <a:p>
            <a:r>
              <a:rPr lang="en-US" sz="2800" dirty="0"/>
              <a:t>	- It includes details like cart item ID, quantity,          	  and customer &amp; products embedded.	</a:t>
            </a:r>
          </a:p>
        </p:txBody>
      </p:sp>
    </p:spTree>
    <p:extLst>
      <p:ext uri="{BB962C8B-B14F-4D97-AF65-F5344CB8AC3E}">
        <p14:creationId xmlns:p14="http://schemas.microsoft.com/office/powerpoint/2010/main" val="5421437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273381-76E3-D422-585F-E8C40F7C9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11" y="0"/>
            <a:ext cx="86291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88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59C28-A21A-C34E-35D2-C7919E251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00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C52BAA-909B-1201-2307-C1DD701D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293"/>
            <a:ext cx="9144000" cy="1465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8C4F8-5FEA-945A-7960-0E1129A466A6}"/>
              </a:ext>
            </a:extLst>
          </p:cNvPr>
          <p:cNvSpPr txBox="1"/>
          <p:nvPr/>
        </p:nvSpPr>
        <p:spPr>
          <a:xfrm>
            <a:off x="2036956" y="3077527"/>
            <a:ext cx="4488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update quantity numbers on his/her cart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BC9FC2-8710-37EA-5297-58D0887BDD86}"/>
              </a:ext>
            </a:extLst>
          </p:cNvPr>
          <p:cNvSpPr/>
          <p:nvPr/>
        </p:nvSpPr>
        <p:spPr>
          <a:xfrm>
            <a:off x="2036956" y="2966224"/>
            <a:ext cx="4668644" cy="55756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E27211-0F7D-2871-2C89-4B9B7CC06200}"/>
              </a:ext>
            </a:extLst>
          </p:cNvPr>
          <p:cNvSpPr/>
          <p:nvPr/>
        </p:nvSpPr>
        <p:spPr>
          <a:xfrm>
            <a:off x="0" y="847837"/>
            <a:ext cx="4668644" cy="35274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91D171-9DFD-5DCE-D92B-ADED9ED6C45E}"/>
              </a:ext>
            </a:extLst>
          </p:cNvPr>
          <p:cNvCxnSpPr/>
          <p:nvPr/>
        </p:nvCxnSpPr>
        <p:spPr>
          <a:xfrm flipH="1" flipV="1">
            <a:off x="3419707" y="1200586"/>
            <a:ext cx="356839" cy="17384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668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D3D45E-1982-4D8B-944E-034BDD77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9839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78E0E0-3FB4-64D8-ECAF-C700A182F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983988"/>
            <a:ext cx="9144000" cy="11755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9D95B69-F0E9-3B9D-A006-548AB55E8937}"/>
              </a:ext>
            </a:extLst>
          </p:cNvPr>
          <p:cNvSpPr/>
          <p:nvPr/>
        </p:nvSpPr>
        <p:spPr>
          <a:xfrm>
            <a:off x="-2" y="2914185"/>
            <a:ext cx="8705385" cy="17098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6FB77-7780-4280-4D66-431A6E1A5041}"/>
              </a:ext>
            </a:extLst>
          </p:cNvPr>
          <p:cNvSpPr txBox="1"/>
          <p:nvPr/>
        </p:nvSpPr>
        <p:spPr>
          <a:xfrm>
            <a:off x="2847278" y="684217"/>
            <a:ext cx="6115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Any Customer has an account could add any product into his/her cart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D6AACA-C236-0E20-E2E8-A3FC0103B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3159513"/>
            <a:ext cx="9144000" cy="4014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A32EC2-F281-B0C4-88CF-DE352666F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3560956"/>
            <a:ext cx="9144000" cy="15825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02380AE-9DFD-4D44-1B5C-752FA027E33F}"/>
              </a:ext>
            </a:extLst>
          </p:cNvPr>
          <p:cNvSpPr txBox="1"/>
          <p:nvPr/>
        </p:nvSpPr>
        <p:spPr>
          <a:xfrm>
            <a:off x="4839629" y="3796896"/>
            <a:ext cx="35461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could delete his/her cart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F1CCA-9E0B-ADA1-4C8A-653800C615B7}"/>
              </a:ext>
            </a:extLst>
          </p:cNvPr>
          <p:cNvSpPr txBox="1"/>
          <p:nvPr/>
        </p:nvSpPr>
        <p:spPr>
          <a:xfrm>
            <a:off x="4839629" y="4428704"/>
            <a:ext cx="41088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third cart item has been deleted as shown</a:t>
            </a:r>
          </a:p>
        </p:txBody>
      </p:sp>
    </p:spTree>
    <p:extLst>
      <p:ext uri="{BB962C8B-B14F-4D97-AF65-F5344CB8AC3E}">
        <p14:creationId xmlns:p14="http://schemas.microsoft.com/office/powerpoint/2010/main" val="1594866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538CB0-BE11-48D2-27A5-128F5F18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97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C107C-AD92-4F03-0312-82F949D5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7381"/>
            <a:ext cx="9144000" cy="4307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AC760-6064-FF37-9B4D-3B89C592D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04386"/>
            <a:ext cx="9144000" cy="239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DCE9AB-622C-BBF8-12CC-AF2126516E25}"/>
              </a:ext>
            </a:extLst>
          </p:cNvPr>
          <p:cNvSpPr txBox="1"/>
          <p:nvPr/>
        </p:nvSpPr>
        <p:spPr>
          <a:xfrm>
            <a:off x="3947532" y="270175"/>
            <a:ext cx="5136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same here, customer could update multiple cart items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1776B-BA01-68C4-711E-33FF8C6394F0}"/>
              </a:ext>
            </a:extLst>
          </p:cNvPr>
          <p:cNvSpPr txBox="1"/>
          <p:nvPr/>
        </p:nvSpPr>
        <p:spPr>
          <a:xfrm>
            <a:off x="2936488" y="2571750"/>
            <a:ext cx="4950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could insert many cart items at the same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2806B-22E2-F7A8-7AD8-0CA8CB31E435}"/>
              </a:ext>
            </a:extLst>
          </p:cNvPr>
          <p:cNvSpPr txBox="1"/>
          <p:nvPr/>
        </p:nvSpPr>
        <p:spPr>
          <a:xfrm>
            <a:off x="2219506" y="4629977"/>
            <a:ext cx="3744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could delete multiple cart items</a:t>
            </a:r>
          </a:p>
        </p:txBody>
      </p:sp>
    </p:spTree>
    <p:extLst>
      <p:ext uri="{BB962C8B-B14F-4D97-AF65-F5344CB8AC3E}">
        <p14:creationId xmlns:p14="http://schemas.microsoft.com/office/powerpoint/2010/main" val="28714540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4"/>
          <p:cNvSpPr txBox="1">
            <a:spLocks noGrp="1"/>
          </p:cNvSpPr>
          <p:nvPr>
            <p:ph type="title" idx="4"/>
          </p:nvPr>
        </p:nvSpPr>
        <p:spPr>
          <a:xfrm>
            <a:off x="0" y="0"/>
            <a:ext cx="9144000" cy="8326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Collections</a:t>
            </a:r>
            <a:endParaRPr sz="4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7481C-E640-253D-D292-5F0D717D4074}"/>
              </a:ext>
            </a:extLst>
          </p:cNvPr>
          <p:cNvSpPr txBox="1"/>
          <p:nvPr/>
        </p:nvSpPr>
        <p:spPr>
          <a:xfrm>
            <a:off x="230459" y="832624"/>
            <a:ext cx="88243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Reviews:-</a:t>
            </a:r>
          </a:p>
          <a:p>
            <a:r>
              <a:rPr lang="en-US" sz="2800" dirty="0"/>
              <a:t>	- This collection stores the information related to 	   individual review on the e-commerce platform.</a:t>
            </a:r>
          </a:p>
          <a:p>
            <a:endParaRPr lang="en-US" sz="2800" dirty="0"/>
          </a:p>
          <a:p>
            <a:r>
              <a:rPr lang="en-US" sz="2800" dirty="0"/>
              <a:t>	- It includes details like review ID, rating, 		  comment, review date and customer &amp; product 	  embedded.</a:t>
            </a:r>
          </a:p>
        </p:txBody>
      </p:sp>
    </p:spTree>
    <p:extLst>
      <p:ext uri="{BB962C8B-B14F-4D97-AF65-F5344CB8AC3E}">
        <p14:creationId xmlns:p14="http://schemas.microsoft.com/office/powerpoint/2010/main" val="2905705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A02EA-71E7-8A78-1EEC-01A346AA4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84" y="0"/>
            <a:ext cx="868383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274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D3F00-30B7-F1A4-AC1F-A6DA091CB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3100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659FB6-D661-12F7-DAE3-497B9AD84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0038"/>
            <a:ext cx="9144000" cy="20434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7EE8A4-8787-543D-7065-8948486FDBA3}"/>
              </a:ext>
            </a:extLst>
          </p:cNvPr>
          <p:cNvSpPr/>
          <p:nvPr/>
        </p:nvSpPr>
        <p:spPr>
          <a:xfrm>
            <a:off x="512956" y="483220"/>
            <a:ext cx="2631688" cy="22302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25C849-1159-55A7-D811-C0E35747DC65}"/>
              </a:ext>
            </a:extLst>
          </p:cNvPr>
          <p:cNvSpPr/>
          <p:nvPr/>
        </p:nvSpPr>
        <p:spPr>
          <a:xfrm>
            <a:off x="0" y="4586868"/>
            <a:ext cx="6623824" cy="3048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87293-15C2-D888-2BD7-6B679875E8ED}"/>
              </a:ext>
            </a:extLst>
          </p:cNvPr>
          <p:cNvSpPr txBox="1"/>
          <p:nvPr/>
        </p:nvSpPr>
        <p:spPr>
          <a:xfrm>
            <a:off x="3033131" y="1396129"/>
            <a:ext cx="5501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same customer can put another review to another product</a:t>
            </a:r>
          </a:p>
        </p:txBody>
      </p:sp>
    </p:spTree>
    <p:extLst>
      <p:ext uri="{BB962C8B-B14F-4D97-AF65-F5344CB8AC3E}">
        <p14:creationId xmlns:p14="http://schemas.microsoft.com/office/powerpoint/2010/main" val="2509041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834CC-168F-5D3C-BE64-B9EA99B9D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94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C32B9-D3A9-39EF-B434-7DA1913CF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453"/>
            <a:ext cx="9144000" cy="16435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97C797-1961-FD99-CE31-9D0AB829D557}"/>
              </a:ext>
            </a:extLst>
          </p:cNvPr>
          <p:cNvSpPr/>
          <p:nvPr/>
        </p:nvSpPr>
        <p:spPr>
          <a:xfrm>
            <a:off x="356839" y="244123"/>
            <a:ext cx="3969834" cy="17592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D95EA-919E-B67B-2AB3-8BD4375E8A2E}"/>
              </a:ext>
            </a:extLst>
          </p:cNvPr>
          <p:cNvSpPr/>
          <p:nvPr/>
        </p:nvSpPr>
        <p:spPr>
          <a:xfrm>
            <a:off x="0" y="1049504"/>
            <a:ext cx="6995532" cy="2106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08084-C447-76BC-7CE7-4061E4B37F21}"/>
              </a:ext>
            </a:extLst>
          </p:cNvPr>
          <p:cNvSpPr txBox="1"/>
          <p:nvPr/>
        </p:nvSpPr>
        <p:spPr>
          <a:xfrm>
            <a:off x="4683512" y="178198"/>
            <a:ext cx="3316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 can update his/her Review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1DC96A-7B8C-16AB-C7D7-D3D0A919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73025"/>
            <a:ext cx="9144000" cy="755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245172-BB76-347A-722A-4519D608E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28973"/>
            <a:ext cx="9144000" cy="2114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802CD9-0D1A-D992-F0E4-271A2EF38C0E}"/>
              </a:ext>
            </a:extLst>
          </p:cNvPr>
          <p:cNvSpPr txBox="1"/>
          <p:nvPr/>
        </p:nvSpPr>
        <p:spPr>
          <a:xfrm>
            <a:off x="4296386" y="2471683"/>
            <a:ext cx="4091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Review “Excellent Product” has been deleted </a:t>
            </a:r>
          </a:p>
        </p:txBody>
      </p:sp>
    </p:spTree>
    <p:extLst>
      <p:ext uri="{BB962C8B-B14F-4D97-AF65-F5344CB8AC3E}">
        <p14:creationId xmlns:p14="http://schemas.microsoft.com/office/powerpoint/2010/main" val="3957418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E8F00D-89A2-ECAF-7695-DD0D041B7165}"/>
              </a:ext>
            </a:extLst>
          </p:cNvPr>
          <p:cNvSpPr txBox="1"/>
          <p:nvPr/>
        </p:nvSpPr>
        <p:spPr>
          <a:xfrm>
            <a:off x="3047383" y="0"/>
            <a:ext cx="3227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same thing for multiple reviews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6D94F-71BC-53E8-3473-23A26F7A8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777"/>
            <a:ext cx="9144000" cy="48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250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2"/>
          <p:cNvSpPr txBox="1">
            <a:spLocks noGrp="1"/>
          </p:cNvSpPr>
          <p:nvPr>
            <p:ph type="title"/>
          </p:nvPr>
        </p:nvSpPr>
        <p:spPr>
          <a:xfrm>
            <a:off x="626899" y="2089125"/>
            <a:ext cx="2859715" cy="5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PROTOTYPE</a:t>
            </a:r>
            <a:endParaRPr dirty="0"/>
          </a:p>
        </p:txBody>
      </p:sp>
      <p:grpSp>
        <p:nvGrpSpPr>
          <p:cNvPr id="1138" name="Google Shape;1138;p42"/>
          <p:cNvGrpSpPr/>
          <p:nvPr/>
        </p:nvGrpSpPr>
        <p:grpSpPr>
          <a:xfrm>
            <a:off x="5145769" y="703953"/>
            <a:ext cx="3095912" cy="3626137"/>
            <a:chOff x="5145769" y="703953"/>
            <a:chExt cx="3095912" cy="3626137"/>
          </a:xfrm>
        </p:grpSpPr>
        <p:sp>
          <p:nvSpPr>
            <p:cNvPr id="1139" name="Google Shape;1139;p42"/>
            <p:cNvSpPr/>
            <p:nvPr/>
          </p:nvSpPr>
          <p:spPr>
            <a:xfrm rot="-884614">
              <a:off x="5287412" y="844430"/>
              <a:ext cx="1269226" cy="1277344"/>
            </a:xfrm>
            <a:custGeom>
              <a:avLst/>
              <a:gdLst/>
              <a:ahLst/>
              <a:cxnLst/>
              <a:rect l="l" t="t" r="r" b="b"/>
              <a:pathLst>
                <a:path w="57068" h="57433" extrusionOk="0">
                  <a:moveTo>
                    <a:pt x="28443" y="13857"/>
                  </a:moveTo>
                  <a:cubicBezTo>
                    <a:pt x="36647" y="13857"/>
                    <a:pt x="43333" y="20542"/>
                    <a:pt x="43333" y="28747"/>
                  </a:cubicBezTo>
                  <a:cubicBezTo>
                    <a:pt x="43333" y="37756"/>
                    <a:pt x="35982" y="43701"/>
                    <a:pt x="28330" y="43701"/>
                  </a:cubicBezTo>
                  <a:cubicBezTo>
                    <a:pt x="24676" y="43701"/>
                    <a:pt x="20953" y="42346"/>
                    <a:pt x="17929" y="39322"/>
                  </a:cubicBezTo>
                  <a:cubicBezTo>
                    <a:pt x="8570" y="29902"/>
                    <a:pt x="15194" y="13857"/>
                    <a:pt x="28443" y="13857"/>
                  </a:cubicBezTo>
                  <a:close/>
                  <a:moveTo>
                    <a:pt x="25404" y="1"/>
                  </a:moveTo>
                  <a:lnTo>
                    <a:pt x="24006" y="5410"/>
                  </a:lnTo>
                  <a:cubicBezTo>
                    <a:pt x="22183" y="5774"/>
                    <a:pt x="20421" y="6382"/>
                    <a:pt x="18719" y="7172"/>
                  </a:cubicBezTo>
                  <a:lnTo>
                    <a:pt x="14404" y="3465"/>
                  </a:lnTo>
                  <a:lnTo>
                    <a:pt x="9542" y="6868"/>
                  </a:lnTo>
                  <a:lnTo>
                    <a:pt x="11548" y="12156"/>
                  </a:lnTo>
                  <a:cubicBezTo>
                    <a:pt x="10271" y="13493"/>
                    <a:pt x="9117" y="15012"/>
                    <a:pt x="8205" y="16592"/>
                  </a:cubicBezTo>
                  <a:lnTo>
                    <a:pt x="2553" y="15984"/>
                  </a:lnTo>
                  <a:lnTo>
                    <a:pt x="487" y="21636"/>
                  </a:lnTo>
                  <a:lnTo>
                    <a:pt x="5166" y="24797"/>
                  </a:lnTo>
                  <a:cubicBezTo>
                    <a:pt x="4923" y="26134"/>
                    <a:pt x="4802" y="27410"/>
                    <a:pt x="4802" y="28747"/>
                  </a:cubicBezTo>
                  <a:cubicBezTo>
                    <a:pt x="4802" y="29294"/>
                    <a:pt x="4802" y="29902"/>
                    <a:pt x="4863" y="30449"/>
                  </a:cubicBezTo>
                  <a:lnTo>
                    <a:pt x="1" y="33183"/>
                  </a:lnTo>
                  <a:lnTo>
                    <a:pt x="1520" y="38896"/>
                  </a:lnTo>
                  <a:lnTo>
                    <a:pt x="7050" y="38835"/>
                  </a:lnTo>
                  <a:cubicBezTo>
                    <a:pt x="7840" y="40598"/>
                    <a:pt x="8874" y="42178"/>
                    <a:pt x="10089" y="43697"/>
                  </a:cubicBezTo>
                  <a:lnTo>
                    <a:pt x="7658" y="48681"/>
                  </a:lnTo>
                  <a:lnTo>
                    <a:pt x="12216" y="52449"/>
                  </a:lnTo>
                  <a:lnTo>
                    <a:pt x="16653" y="49289"/>
                  </a:lnTo>
                  <a:cubicBezTo>
                    <a:pt x="18354" y="50261"/>
                    <a:pt x="20117" y="51051"/>
                    <a:pt x="22001" y="51598"/>
                  </a:cubicBezTo>
                  <a:lnTo>
                    <a:pt x="22852" y="56885"/>
                  </a:lnTo>
                  <a:lnTo>
                    <a:pt x="28808" y="57432"/>
                  </a:lnTo>
                  <a:lnTo>
                    <a:pt x="30570" y="52327"/>
                  </a:lnTo>
                  <a:cubicBezTo>
                    <a:pt x="32515" y="52206"/>
                    <a:pt x="34460" y="51780"/>
                    <a:pt x="36283" y="51112"/>
                  </a:cubicBezTo>
                  <a:lnTo>
                    <a:pt x="40051" y="54941"/>
                  </a:lnTo>
                  <a:lnTo>
                    <a:pt x="45217" y="51963"/>
                  </a:lnTo>
                  <a:lnTo>
                    <a:pt x="43758" y="46797"/>
                  </a:lnTo>
                  <a:cubicBezTo>
                    <a:pt x="45277" y="45521"/>
                    <a:pt x="46614" y="44062"/>
                    <a:pt x="47769" y="42482"/>
                  </a:cubicBezTo>
                  <a:lnTo>
                    <a:pt x="52996" y="43454"/>
                  </a:lnTo>
                  <a:lnTo>
                    <a:pt x="55487" y="38045"/>
                  </a:lnTo>
                  <a:lnTo>
                    <a:pt x="51416" y="34642"/>
                  </a:lnTo>
                  <a:cubicBezTo>
                    <a:pt x="51902" y="32758"/>
                    <a:pt x="52145" y="30813"/>
                    <a:pt x="52145" y="28868"/>
                  </a:cubicBezTo>
                  <a:lnTo>
                    <a:pt x="57068" y="26620"/>
                  </a:lnTo>
                  <a:lnTo>
                    <a:pt x="56034" y="20786"/>
                  </a:lnTo>
                  <a:lnTo>
                    <a:pt x="50625" y="20360"/>
                  </a:lnTo>
                  <a:cubicBezTo>
                    <a:pt x="49957" y="18537"/>
                    <a:pt x="49045" y="16835"/>
                    <a:pt x="47951" y="15255"/>
                  </a:cubicBezTo>
                  <a:lnTo>
                    <a:pt x="50747" y="10575"/>
                  </a:lnTo>
                  <a:lnTo>
                    <a:pt x="46493" y="6321"/>
                  </a:lnTo>
                  <a:lnTo>
                    <a:pt x="41752" y="9117"/>
                  </a:lnTo>
                  <a:cubicBezTo>
                    <a:pt x="39018" y="7294"/>
                    <a:pt x="35918" y="6017"/>
                    <a:pt x="32697" y="5410"/>
                  </a:cubicBezTo>
                  <a:lnTo>
                    <a:pt x="313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 rot="2192640">
              <a:off x="5665070" y="927791"/>
              <a:ext cx="237900" cy="109198"/>
            </a:xfrm>
            <a:custGeom>
              <a:avLst/>
              <a:gdLst/>
              <a:ahLst/>
              <a:cxnLst/>
              <a:rect l="l" t="t" r="r" b="b"/>
              <a:pathLst>
                <a:path w="10697" h="4910" extrusionOk="0">
                  <a:moveTo>
                    <a:pt x="670" y="1"/>
                  </a:moveTo>
                  <a:cubicBezTo>
                    <a:pt x="436" y="1"/>
                    <a:pt x="212" y="126"/>
                    <a:pt x="122" y="351"/>
                  </a:cubicBezTo>
                  <a:cubicBezTo>
                    <a:pt x="0" y="655"/>
                    <a:pt x="183" y="959"/>
                    <a:pt x="487" y="1081"/>
                  </a:cubicBezTo>
                  <a:lnTo>
                    <a:pt x="9907" y="4909"/>
                  </a:lnTo>
                  <a:lnTo>
                    <a:pt x="10271" y="4909"/>
                  </a:lnTo>
                  <a:cubicBezTo>
                    <a:pt x="10393" y="4849"/>
                    <a:pt x="10514" y="4727"/>
                    <a:pt x="10575" y="4605"/>
                  </a:cubicBezTo>
                  <a:cubicBezTo>
                    <a:pt x="10697" y="4302"/>
                    <a:pt x="10575" y="3937"/>
                    <a:pt x="10271" y="3815"/>
                  </a:cubicBezTo>
                  <a:lnTo>
                    <a:pt x="912" y="47"/>
                  </a:lnTo>
                  <a:cubicBezTo>
                    <a:pt x="834" y="16"/>
                    <a:pt x="751" y="1"/>
                    <a:pt x="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 rot="-884614">
              <a:off x="6619964" y="3573813"/>
              <a:ext cx="637993" cy="642041"/>
            </a:xfrm>
            <a:custGeom>
              <a:avLst/>
              <a:gdLst/>
              <a:ahLst/>
              <a:cxnLst/>
              <a:rect l="l" t="t" r="r" b="b"/>
              <a:pathLst>
                <a:path w="28686" h="28868" extrusionOk="0">
                  <a:moveTo>
                    <a:pt x="14373" y="6954"/>
                  </a:moveTo>
                  <a:cubicBezTo>
                    <a:pt x="16214" y="6954"/>
                    <a:pt x="18094" y="7641"/>
                    <a:pt x="19630" y="9177"/>
                  </a:cubicBezTo>
                  <a:cubicBezTo>
                    <a:pt x="24310" y="13857"/>
                    <a:pt x="20967" y="21940"/>
                    <a:pt x="14343" y="21940"/>
                  </a:cubicBezTo>
                  <a:cubicBezTo>
                    <a:pt x="10210" y="21940"/>
                    <a:pt x="6868" y="18597"/>
                    <a:pt x="6868" y="14464"/>
                  </a:cubicBezTo>
                  <a:cubicBezTo>
                    <a:pt x="6868" y="9945"/>
                    <a:pt x="10533" y="6954"/>
                    <a:pt x="14373" y="6954"/>
                  </a:cubicBezTo>
                  <a:close/>
                  <a:moveTo>
                    <a:pt x="12884" y="0"/>
                  </a:moveTo>
                  <a:lnTo>
                    <a:pt x="12216" y="2735"/>
                  </a:lnTo>
                  <a:cubicBezTo>
                    <a:pt x="10575" y="3039"/>
                    <a:pt x="8995" y="3647"/>
                    <a:pt x="7658" y="4619"/>
                  </a:cubicBezTo>
                  <a:lnTo>
                    <a:pt x="5287" y="3160"/>
                  </a:lnTo>
                  <a:lnTo>
                    <a:pt x="3221" y="5287"/>
                  </a:lnTo>
                  <a:lnTo>
                    <a:pt x="4619" y="7658"/>
                  </a:lnTo>
                  <a:cubicBezTo>
                    <a:pt x="4072" y="8448"/>
                    <a:pt x="3586" y="9299"/>
                    <a:pt x="3221" y="10210"/>
                  </a:cubicBezTo>
                  <a:lnTo>
                    <a:pt x="547" y="10453"/>
                  </a:lnTo>
                  <a:lnTo>
                    <a:pt x="0" y="13370"/>
                  </a:lnTo>
                  <a:lnTo>
                    <a:pt x="2492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29" y="19083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227" y="22122"/>
                    <a:pt x="5895" y="22851"/>
                    <a:pt x="6624" y="23520"/>
                  </a:cubicBezTo>
                  <a:lnTo>
                    <a:pt x="5895" y="26072"/>
                  </a:lnTo>
                  <a:lnTo>
                    <a:pt x="8508" y="27592"/>
                  </a:lnTo>
                  <a:lnTo>
                    <a:pt x="10392" y="25708"/>
                  </a:lnTo>
                  <a:cubicBezTo>
                    <a:pt x="11304" y="26012"/>
                    <a:pt x="12276" y="26255"/>
                    <a:pt x="13249" y="26315"/>
                  </a:cubicBezTo>
                  <a:lnTo>
                    <a:pt x="14160" y="28868"/>
                  </a:lnTo>
                  <a:lnTo>
                    <a:pt x="17138" y="28625"/>
                  </a:lnTo>
                  <a:lnTo>
                    <a:pt x="17625" y="25951"/>
                  </a:lnTo>
                  <a:cubicBezTo>
                    <a:pt x="18536" y="25647"/>
                    <a:pt x="19448" y="25282"/>
                    <a:pt x="20299" y="24796"/>
                  </a:cubicBezTo>
                  <a:lnTo>
                    <a:pt x="22487" y="26376"/>
                  </a:lnTo>
                  <a:lnTo>
                    <a:pt x="24796" y="24431"/>
                  </a:lnTo>
                  <a:lnTo>
                    <a:pt x="23580" y="21940"/>
                  </a:lnTo>
                  <a:cubicBezTo>
                    <a:pt x="24188" y="21150"/>
                    <a:pt x="24735" y="20360"/>
                    <a:pt x="25100" y="19509"/>
                  </a:cubicBezTo>
                  <a:lnTo>
                    <a:pt x="27895" y="19509"/>
                  </a:lnTo>
                  <a:lnTo>
                    <a:pt x="28686" y="16592"/>
                  </a:lnTo>
                  <a:lnTo>
                    <a:pt x="26194" y="15254"/>
                  </a:lnTo>
                  <a:cubicBezTo>
                    <a:pt x="26255" y="14951"/>
                    <a:pt x="26255" y="14647"/>
                    <a:pt x="26194" y="14404"/>
                  </a:cubicBezTo>
                  <a:cubicBezTo>
                    <a:pt x="26194" y="13735"/>
                    <a:pt x="26133" y="13067"/>
                    <a:pt x="26011" y="12398"/>
                  </a:cubicBezTo>
                  <a:lnTo>
                    <a:pt x="28382" y="10818"/>
                  </a:lnTo>
                  <a:lnTo>
                    <a:pt x="27348" y="7962"/>
                  </a:lnTo>
                  <a:lnTo>
                    <a:pt x="24553" y="8265"/>
                  </a:lnTo>
                  <a:cubicBezTo>
                    <a:pt x="24067" y="7475"/>
                    <a:pt x="23459" y="6685"/>
                    <a:pt x="22790" y="6017"/>
                  </a:cubicBezTo>
                  <a:lnTo>
                    <a:pt x="23824" y="3343"/>
                  </a:lnTo>
                  <a:lnTo>
                    <a:pt x="21453" y="1763"/>
                  </a:lnTo>
                  <a:lnTo>
                    <a:pt x="19266" y="3586"/>
                  </a:lnTo>
                  <a:cubicBezTo>
                    <a:pt x="18415" y="3221"/>
                    <a:pt x="17503" y="2917"/>
                    <a:pt x="16591" y="2735"/>
                  </a:cubicBezTo>
                  <a:lnTo>
                    <a:pt x="15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 rot="-884614">
              <a:off x="7108495" y="1468735"/>
              <a:ext cx="639350" cy="640707"/>
            </a:xfrm>
            <a:custGeom>
              <a:avLst/>
              <a:gdLst/>
              <a:ahLst/>
              <a:cxnLst/>
              <a:rect l="l" t="t" r="r" b="b"/>
              <a:pathLst>
                <a:path w="28747" h="28808" extrusionOk="0">
                  <a:moveTo>
                    <a:pt x="14343" y="6928"/>
                  </a:moveTo>
                  <a:cubicBezTo>
                    <a:pt x="18476" y="6928"/>
                    <a:pt x="21819" y="10271"/>
                    <a:pt x="21819" y="14404"/>
                  </a:cubicBezTo>
                  <a:cubicBezTo>
                    <a:pt x="21819" y="18923"/>
                    <a:pt x="18153" y="21914"/>
                    <a:pt x="14313" y="21914"/>
                  </a:cubicBezTo>
                  <a:cubicBezTo>
                    <a:pt x="12472" y="21914"/>
                    <a:pt x="10592" y="21227"/>
                    <a:pt x="9056" y="19691"/>
                  </a:cubicBezTo>
                  <a:cubicBezTo>
                    <a:pt x="4376" y="15011"/>
                    <a:pt x="7719" y="6928"/>
                    <a:pt x="14343" y="6928"/>
                  </a:cubicBezTo>
                  <a:close/>
                  <a:moveTo>
                    <a:pt x="12824" y="0"/>
                  </a:moveTo>
                  <a:lnTo>
                    <a:pt x="12155" y="2735"/>
                  </a:lnTo>
                  <a:cubicBezTo>
                    <a:pt x="11183" y="2917"/>
                    <a:pt x="10271" y="3160"/>
                    <a:pt x="9421" y="3586"/>
                  </a:cubicBezTo>
                  <a:lnTo>
                    <a:pt x="7294" y="1763"/>
                  </a:lnTo>
                  <a:lnTo>
                    <a:pt x="4802" y="3464"/>
                  </a:lnTo>
                  <a:lnTo>
                    <a:pt x="5835" y="6078"/>
                  </a:lnTo>
                  <a:cubicBezTo>
                    <a:pt x="5166" y="6746"/>
                    <a:pt x="4619" y="7536"/>
                    <a:pt x="4133" y="8326"/>
                  </a:cubicBezTo>
                  <a:lnTo>
                    <a:pt x="1277" y="8022"/>
                  </a:lnTo>
                  <a:lnTo>
                    <a:pt x="304" y="10879"/>
                  </a:lnTo>
                  <a:lnTo>
                    <a:pt x="2614" y="12459"/>
                  </a:lnTo>
                  <a:cubicBezTo>
                    <a:pt x="2492" y="13067"/>
                    <a:pt x="2432" y="13735"/>
                    <a:pt x="2432" y="14404"/>
                  </a:cubicBezTo>
                  <a:lnTo>
                    <a:pt x="2432" y="15255"/>
                  </a:lnTo>
                  <a:lnTo>
                    <a:pt x="1" y="16652"/>
                  </a:lnTo>
                  <a:lnTo>
                    <a:pt x="730" y="19509"/>
                  </a:lnTo>
                  <a:lnTo>
                    <a:pt x="3526" y="19509"/>
                  </a:lnTo>
                  <a:cubicBezTo>
                    <a:pt x="3951" y="20360"/>
                    <a:pt x="4437" y="21150"/>
                    <a:pt x="5045" y="21940"/>
                  </a:cubicBezTo>
                  <a:lnTo>
                    <a:pt x="3829" y="24431"/>
                  </a:lnTo>
                  <a:lnTo>
                    <a:pt x="6139" y="26376"/>
                  </a:lnTo>
                  <a:lnTo>
                    <a:pt x="8327" y="24735"/>
                  </a:lnTo>
                  <a:cubicBezTo>
                    <a:pt x="9178" y="25222"/>
                    <a:pt x="10089" y="25647"/>
                    <a:pt x="11062" y="25890"/>
                  </a:cubicBezTo>
                  <a:lnTo>
                    <a:pt x="11487" y="28564"/>
                  </a:lnTo>
                  <a:lnTo>
                    <a:pt x="14526" y="28807"/>
                  </a:lnTo>
                  <a:lnTo>
                    <a:pt x="15376" y="26315"/>
                  </a:lnTo>
                  <a:cubicBezTo>
                    <a:pt x="16349" y="26194"/>
                    <a:pt x="17321" y="26012"/>
                    <a:pt x="18294" y="25647"/>
                  </a:cubicBezTo>
                  <a:lnTo>
                    <a:pt x="20178" y="27592"/>
                  </a:lnTo>
                  <a:lnTo>
                    <a:pt x="22730" y="26072"/>
                  </a:lnTo>
                  <a:lnTo>
                    <a:pt x="22062" y="23459"/>
                  </a:lnTo>
                  <a:cubicBezTo>
                    <a:pt x="22791" y="22851"/>
                    <a:pt x="23459" y="22122"/>
                    <a:pt x="24067" y="21332"/>
                  </a:cubicBezTo>
                  <a:lnTo>
                    <a:pt x="26680" y="21818"/>
                  </a:lnTo>
                  <a:lnTo>
                    <a:pt x="27957" y="19083"/>
                  </a:lnTo>
                  <a:lnTo>
                    <a:pt x="25890" y="17382"/>
                  </a:lnTo>
                  <a:cubicBezTo>
                    <a:pt x="26134" y="16409"/>
                    <a:pt x="26255" y="15437"/>
                    <a:pt x="26255" y="14464"/>
                  </a:cubicBezTo>
                  <a:lnTo>
                    <a:pt x="28747" y="13371"/>
                  </a:lnTo>
                  <a:lnTo>
                    <a:pt x="28200" y="10393"/>
                  </a:lnTo>
                  <a:lnTo>
                    <a:pt x="25465" y="10210"/>
                  </a:lnTo>
                  <a:cubicBezTo>
                    <a:pt x="25100" y="9299"/>
                    <a:pt x="24675" y="8448"/>
                    <a:pt x="24128" y="7597"/>
                  </a:cubicBezTo>
                  <a:lnTo>
                    <a:pt x="25587" y="5288"/>
                  </a:lnTo>
                  <a:lnTo>
                    <a:pt x="23459" y="3160"/>
                  </a:lnTo>
                  <a:lnTo>
                    <a:pt x="21028" y="4558"/>
                  </a:lnTo>
                  <a:cubicBezTo>
                    <a:pt x="19691" y="3647"/>
                    <a:pt x="18111" y="3039"/>
                    <a:pt x="16470" y="2735"/>
                  </a:cubicBezTo>
                  <a:lnTo>
                    <a:pt x="15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 rot="-884614">
              <a:off x="7195024" y="2529412"/>
              <a:ext cx="942111" cy="943490"/>
            </a:xfrm>
            <a:custGeom>
              <a:avLst/>
              <a:gdLst/>
              <a:ahLst/>
              <a:cxnLst/>
              <a:rect l="l" t="t" r="r" b="b"/>
              <a:pathLst>
                <a:path w="42360" h="42422" extrusionOk="0">
                  <a:moveTo>
                    <a:pt x="21210" y="10150"/>
                  </a:moveTo>
                  <a:cubicBezTo>
                    <a:pt x="27288" y="10150"/>
                    <a:pt x="32210" y="15073"/>
                    <a:pt x="32210" y="21150"/>
                  </a:cubicBezTo>
                  <a:cubicBezTo>
                    <a:pt x="32210" y="27818"/>
                    <a:pt x="26775" y="32228"/>
                    <a:pt x="21114" y="32228"/>
                  </a:cubicBezTo>
                  <a:cubicBezTo>
                    <a:pt x="18416" y="32228"/>
                    <a:pt x="15667" y="31226"/>
                    <a:pt x="13431" y="28990"/>
                  </a:cubicBezTo>
                  <a:cubicBezTo>
                    <a:pt x="6442" y="22001"/>
                    <a:pt x="11365" y="10150"/>
                    <a:pt x="21210" y="10150"/>
                  </a:cubicBezTo>
                  <a:close/>
                  <a:moveTo>
                    <a:pt x="18962" y="1"/>
                  </a:moveTo>
                  <a:lnTo>
                    <a:pt x="17928" y="3951"/>
                  </a:lnTo>
                  <a:cubicBezTo>
                    <a:pt x="16531" y="4255"/>
                    <a:pt x="15194" y="4680"/>
                    <a:pt x="13917" y="5227"/>
                  </a:cubicBezTo>
                  <a:lnTo>
                    <a:pt x="10757" y="2492"/>
                  </a:lnTo>
                  <a:lnTo>
                    <a:pt x="7171" y="5045"/>
                  </a:lnTo>
                  <a:lnTo>
                    <a:pt x="8691" y="8934"/>
                  </a:lnTo>
                  <a:cubicBezTo>
                    <a:pt x="7718" y="9907"/>
                    <a:pt x="6867" y="11062"/>
                    <a:pt x="6138" y="12216"/>
                  </a:cubicBezTo>
                  <a:lnTo>
                    <a:pt x="2006" y="11791"/>
                  </a:lnTo>
                  <a:lnTo>
                    <a:pt x="486" y="15924"/>
                  </a:lnTo>
                  <a:lnTo>
                    <a:pt x="3890" y="18294"/>
                  </a:lnTo>
                  <a:cubicBezTo>
                    <a:pt x="3707" y="19266"/>
                    <a:pt x="3646" y="20239"/>
                    <a:pt x="3646" y="21211"/>
                  </a:cubicBezTo>
                  <a:lnTo>
                    <a:pt x="3646" y="22426"/>
                  </a:lnTo>
                  <a:lnTo>
                    <a:pt x="0" y="24432"/>
                  </a:lnTo>
                  <a:lnTo>
                    <a:pt x="1155" y="28747"/>
                  </a:lnTo>
                  <a:lnTo>
                    <a:pt x="5227" y="28686"/>
                  </a:lnTo>
                  <a:cubicBezTo>
                    <a:pt x="5834" y="29962"/>
                    <a:pt x="6624" y="31117"/>
                    <a:pt x="7536" y="32272"/>
                  </a:cubicBezTo>
                  <a:lnTo>
                    <a:pt x="5774" y="35918"/>
                  </a:lnTo>
                  <a:lnTo>
                    <a:pt x="9177" y="38775"/>
                  </a:lnTo>
                  <a:lnTo>
                    <a:pt x="12459" y="36404"/>
                  </a:lnTo>
                  <a:cubicBezTo>
                    <a:pt x="13735" y="37134"/>
                    <a:pt x="15072" y="37681"/>
                    <a:pt x="16470" y="38106"/>
                  </a:cubicBezTo>
                  <a:lnTo>
                    <a:pt x="17138" y="42057"/>
                  </a:lnTo>
                  <a:lnTo>
                    <a:pt x="21514" y="42421"/>
                  </a:lnTo>
                  <a:lnTo>
                    <a:pt x="22851" y="38653"/>
                  </a:lnTo>
                  <a:cubicBezTo>
                    <a:pt x="24249" y="38532"/>
                    <a:pt x="25707" y="38228"/>
                    <a:pt x="27045" y="37742"/>
                  </a:cubicBezTo>
                  <a:lnTo>
                    <a:pt x="29840" y="40598"/>
                  </a:lnTo>
                  <a:lnTo>
                    <a:pt x="33669" y="38349"/>
                  </a:lnTo>
                  <a:lnTo>
                    <a:pt x="32575" y="34581"/>
                  </a:lnTo>
                  <a:cubicBezTo>
                    <a:pt x="33669" y="33609"/>
                    <a:pt x="34702" y="32576"/>
                    <a:pt x="35553" y="31360"/>
                  </a:cubicBezTo>
                  <a:lnTo>
                    <a:pt x="39442" y="32090"/>
                  </a:lnTo>
                  <a:lnTo>
                    <a:pt x="41266" y="28078"/>
                  </a:lnTo>
                  <a:lnTo>
                    <a:pt x="38288" y="25587"/>
                  </a:lnTo>
                  <a:cubicBezTo>
                    <a:pt x="38592" y="24128"/>
                    <a:pt x="38774" y="22669"/>
                    <a:pt x="38774" y="21272"/>
                  </a:cubicBezTo>
                  <a:lnTo>
                    <a:pt x="42360" y="19570"/>
                  </a:lnTo>
                  <a:lnTo>
                    <a:pt x="41630" y="15255"/>
                  </a:lnTo>
                  <a:lnTo>
                    <a:pt x="37619" y="14951"/>
                  </a:lnTo>
                  <a:cubicBezTo>
                    <a:pt x="37072" y="13614"/>
                    <a:pt x="36404" y="12338"/>
                    <a:pt x="35614" y="11122"/>
                  </a:cubicBezTo>
                  <a:lnTo>
                    <a:pt x="37680" y="7719"/>
                  </a:lnTo>
                  <a:lnTo>
                    <a:pt x="34581" y="4559"/>
                  </a:lnTo>
                  <a:lnTo>
                    <a:pt x="31056" y="6686"/>
                  </a:lnTo>
                  <a:cubicBezTo>
                    <a:pt x="29050" y="5288"/>
                    <a:pt x="26741" y="4376"/>
                    <a:pt x="24370" y="3951"/>
                  </a:cubicBezTo>
                  <a:lnTo>
                    <a:pt x="23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 rot="-884614">
              <a:off x="5968743" y="3483993"/>
              <a:ext cx="636659" cy="642063"/>
            </a:xfrm>
            <a:custGeom>
              <a:avLst/>
              <a:gdLst/>
              <a:ahLst/>
              <a:cxnLst/>
              <a:rect l="l" t="t" r="r" b="b"/>
              <a:pathLst>
                <a:path w="28626" h="28869" extrusionOk="0">
                  <a:moveTo>
                    <a:pt x="14343" y="6989"/>
                  </a:moveTo>
                  <a:cubicBezTo>
                    <a:pt x="21028" y="6989"/>
                    <a:pt x="24310" y="15072"/>
                    <a:pt x="19631" y="19752"/>
                  </a:cubicBezTo>
                  <a:cubicBezTo>
                    <a:pt x="18102" y="21261"/>
                    <a:pt x="16233" y="21935"/>
                    <a:pt x="14402" y="21935"/>
                  </a:cubicBezTo>
                  <a:cubicBezTo>
                    <a:pt x="10552" y="21935"/>
                    <a:pt x="6868" y="18953"/>
                    <a:pt x="6868" y="14465"/>
                  </a:cubicBezTo>
                  <a:cubicBezTo>
                    <a:pt x="6868" y="10332"/>
                    <a:pt x="10211" y="6989"/>
                    <a:pt x="14343" y="6989"/>
                  </a:cubicBezTo>
                  <a:close/>
                  <a:moveTo>
                    <a:pt x="12945" y="0"/>
                  </a:moveTo>
                  <a:lnTo>
                    <a:pt x="12277" y="2735"/>
                  </a:lnTo>
                  <a:cubicBezTo>
                    <a:pt x="10636" y="3039"/>
                    <a:pt x="9056" y="3647"/>
                    <a:pt x="7719" y="4619"/>
                  </a:cubicBezTo>
                  <a:lnTo>
                    <a:pt x="5288" y="3161"/>
                  </a:lnTo>
                  <a:lnTo>
                    <a:pt x="3161" y="5288"/>
                  </a:lnTo>
                  <a:lnTo>
                    <a:pt x="4559" y="7658"/>
                  </a:lnTo>
                  <a:cubicBezTo>
                    <a:pt x="4012" y="8448"/>
                    <a:pt x="3586" y="9299"/>
                    <a:pt x="3222" y="10210"/>
                  </a:cubicBezTo>
                  <a:lnTo>
                    <a:pt x="487" y="10453"/>
                  </a:lnTo>
                  <a:lnTo>
                    <a:pt x="0" y="13371"/>
                  </a:lnTo>
                  <a:lnTo>
                    <a:pt x="2431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30" y="19144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166" y="22122"/>
                    <a:pt x="5835" y="22851"/>
                    <a:pt x="6564" y="23520"/>
                  </a:cubicBezTo>
                  <a:lnTo>
                    <a:pt x="5896" y="26133"/>
                  </a:lnTo>
                  <a:lnTo>
                    <a:pt x="8509" y="27653"/>
                  </a:lnTo>
                  <a:lnTo>
                    <a:pt x="10393" y="25708"/>
                  </a:lnTo>
                  <a:cubicBezTo>
                    <a:pt x="11304" y="26012"/>
                    <a:pt x="12277" y="26194"/>
                    <a:pt x="13249" y="26316"/>
                  </a:cubicBezTo>
                  <a:lnTo>
                    <a:pt x="14161" y="28868"/>
                  </a:lnTo>
                  <a:lnTo>
                    <a:pt x="17139" y="28564"/>
                  </a:lnTo>
                  <a:lnTo>
                    <a:pt x="17564" y="25890"/>
                  </a:lnTo>
                  <a:cubicBezTo>
                    <a:pt x="18476" y="25647"/>
                    <a:pt x="19387" y="25282"/>
                    <a:pt x="20238" y="24796"/>
                  </a:cubicBezTo>
                  <a:lnTo>
                    <a:pt x="22487" y="26376"/>
                  </a:lnTo>
                  <a:lnTo>
                    <a:pt x="24736" y="24432"/>
                  </a:lnTo>
                  <a:lnTo>
                    <a:pt x="23520" y="21940"/>
                  </a:lnTo>
                  <a:cubicBezTo>
                    <a:pt x="24128" y="21211"/>
                    <a:pt x="24675" y="20360"/>
                    <a:pt x="25039" y="19509"/>
                  </a:cubicBezTo>
                  <a:lnTo>
                    <a:pt x="27835" y="19570"/>
                  </a:lnTo>
                  <a:lnTo>
                    <a:pt x="28625" y="16652"/>
                  </a:lnTo>
                  <a:lnTo>
                    <a:pt x="26133" y="15315"/>
                  </a:lnTo>
                  <a:cubicBezTo>
                    <a:pt x="26194" y="15012"/>
                    <a:pt x="26194" y="14708"/>
                    <a:pt x="26133" y="14465"/>
                  </a:cubicBezTo>
                  <a:cubicBezTo>
                    <a:pt x="26133" y="13796"/>
                    <a:pt x="26073" y="13128"/>
                    <a:pt x="25951" y="12459"/>
                  </a:cubicBezTo>
                  <a:lnTo>
                    <a:pt x="28321" y="10879"/>
                  </a:lnTo>
                  <a:lnTo>
                    <a:pt x="27470" y="8083"/>
                  </a:lnTo>
                  <a:lnTo>
                    <a:pt x="24614" y="8326"/>
                  </a:lnTo>
                  <a:cubicBezTo>
                    <a:pt x="24128" y="7536"/>
                    <a:pt x="23520" y="6807"/>
                    <a:pt x="22912" y="6139"/>
                  </a:cubicBezTo>
                  <a:lnTo>
                    <a:pt x="23885" y="3464"/>
                  </a:lnTo>
                  <a:lnTo>
                    <a:pt x="21454" y="1763"/>
                  </a:lnTo>
                  <a:lnTo>
                    <a:pt x="19327" y="3586"/>
                  </a:lnTo>
                  <a:cubicBezTo>
                    <a:pt x="18415" y="3221"/>
                    <a:pt x="17503" y="2917"/>
                    <a:pt x="16592" y="2735"/>
                  </a:cubicBezTo>
                  <a:lnTo>
                    <a:pt x="15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 rot="-884614">
              <a:off x="5391805" y="1513012"/>
              <a:ext cx="112226" cy="97258"/>
            </a:xfrm>
            <a:custGeom>
              <a:avLst/>
              <a:gdLst/>
              <a:ahLst/>
              <a:cxnLst/>
              <a:rect l="l" t="t" r="r" b="b"/>
              <a:pathLst>
                <a:path w="5046" h="4373" extrusionOk="0">
                  <a:moveTo>
                    <a:pt x="609" y="0"/>
                  </a:moveTo>
                  <a:cubicBezTo>
                    <a:pt x="445" y="0"/>
                    <a:pt x="286" y="79"/>
                    <a:pt x="183" y="216"/>
                  </a:cubicBezTo>
                  <a:cubicBezTo>
                    <a:pt x="1" y="459"/>
                    <a:pt x="1" y="824"/>
                    <a:pt x="244" y="1006"/>
                  </a:cubicBezTo>
                  <a:lnTo>
                    <a:pt x="4073" y="4227"/>
                  </a:lnTo>
                  <a:cubicBezTo>
                    <a:pt x="4162" y="4316"/>
                    <a:pt x="4283" y="4372"/>
                    <a:pt x="4414" y="4372"/>
                  </a:cubicBezTo>
                  <a:cubicBezTo>
                    <a:pt x="4461" y="4372"/>
                    <a:pt x="4510" y="4365"/>
                    <a:pt x="4559" y="4348"/>
                  </a:cubicBezTo>
                  <a:cubicBezTo>
                    <a:pt x="4680" y="4288"/>
                    <a:pt x="4802" y="4227"/>
                    <a:pt x="4863" y="4166"/>
                  </a:cubicBezTo>
                  <a:cubicBezTo>
                    <a:pt x="5045" y="3923"/>
                    <a:pt x="4984" y="3558"/>
                    <a:pt x="4802" y="3376"/>
                  </a:cubicBezTo>
                  <a:lnTo>
                    <a:pt x="973" y="155"/>
                  </a:lnTo>
                  <a:cubicBezTo>
                    <a:pt x="867" y="48"/>
                    <a:pt x="737" y="0"/>
                    <a:pt x="6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 rot="-884614">
              <a:off x="5554014" y="1154488"/>
              <a:ext cx="132398" cy="174299"/>
            </a:xfrm>
            <a:custGeom>
              <a:avLst/>
              <a:gdLst/>
              <a:ahLst/>
              <a:cxnLst/>
              <a:rect l="l" t="t" r="r" b="b"/>
              <a:pathLst>
                <a:path w="5953" h="7837" extrusionOk="0">
                  <a:moveTo>
                    <a:pt x="856" y="0"/>
                  </a:moveTo>
                  <a:cubicBezTo>
                    <a:pt x="429" y="0"/>
                    <a:pt x="0" y="473"/>
                    <a:pt x="301" y="946"/>
                  </a:cubicBezTo>
                  <a:lnTo>
                    <a:pt x="4798" y="7631"/>
                  </a:lnTo>
                  <a:cubicBezTo>
                    <a:pt x="4889" y="7768"/>
                    <a:pt x="5049" y="7836"/>
                    <a:pt x="5226" y="7836"/>
                  </a:cubicBezTo>
                  <a:cubicBezTo>
                    <a:pt x="5284" y="7836"/>
                    <a:pt x="5345" y="7829"/>
                    <a:pt x="5406" y="7813"/>
                  </a:cubicBezTo>
                  <a:cubicBezTo>
                    <a:pt x="5528" y="7813"/>
                    <a:pt x="5588" y="7753"/>
                    <a:pt x="5649" y="7692"/>
                  </a:cubicBezTo>
                  <a:cubicBezTo>
                    <a:pt x="5892" y="7510"/>
                    <a:pt x="5953" y="7206"/>
                    <a:pt x="5771" y="6963"/>
                  </a:cubicBezTo>
                  <a:lnTo>
                    <a:pt x="1334" y="277"/>
                  </a:lnTo>
                  <a:cubicBezTo>
                    <a:pt x="1210" y="82"/>
                    <a:pt x="1033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 rot="-884633">
              <a:off x="6759565" y="821894"/>
              <a:ext cx="166354" cy="209588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 rot="-884614">
              <a:off x="6468473" y="869298"/>
              <a:ext cx="60828" cy="130641"/>
            </a:xfrm>
            <a:custGeom>
              <a:avLst/>
              <a:gdLst/>
              <a:ahLst/>
              <a:cxnLst/>
              <a:rect l="l" t="t" r="r" b="b"/>
              <a:pathLst>
                <a:path w="2735" h="5874" extrusionOk="0">
                  <a:moveTo>
                    <a:pt x="2117" y="1"/>
                  </a:moveTo>
                  <a:cubicBezTo>
                    <a:pt x="1884" y="1"/>
                    <a:pt x="1676" y="165"/>
                    <a:pt x="1580" y="404"/>
                  </a:cubicBezTo>
                  <a:lnTo>
                    <a:pt x="61" y="5144"/>
                  </a:lnTo>
                  <a:cubicBezTo>
                    <a:pt x="0" y="5448"/>
                    <a:pt x="182" y="5752"/>
                    <a:pt x="426" y="5873"/>
                  </a:cubicBezTo>
                  <a:lnTo>
                    <a:pt x="790" y="5873"/>
                  </a:lnTo>
                  <a:cubicBezTo>
                    <a:pt x="973" y="5812"/>
                    <a:pt x="1094" y="5691"/>
                    <a:pt x="1155" y="5509"/>
                  </a:cubicBezTo>
                  <a:lnTo>
                    <a:pt x="2674" y="707"/>
                  </a:lnTo>
                  <a:cubicBezTo>
                    <a:pt x="2735" y="404"/>
                    <a:pt x="2613" y="100"/>
                    <a:pt x="2310" y="39"/>
                  </a:cubicBezTo>
                  <a:cubicBezTo>
                    <a:pt x="2245" y="13"/>
                    <a:pt x="2180" y="1"/>
                    <a:pt x="21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 rot="-884614">
              <a:off x="6120389" y="834345"/>
              <a:ext cx="29758" cy="204124"/>
            </a:xfrm>
            <a:custGeom>
              <a:avLst/>
              <a:gdLst/>
              <a:ahLst/>
              <a:cxnLst/>
              <a:rect l="l" t="t" r="r" b="b"/>
              <a:pathLst>
                <a:path w="1338" h="9178" extrusionOk="0">
                  <a:moveTo>
                    <a:pt x="790" y="0"/>
                  </a:moveTo>
                  <a:cubicBezTo>
                    <a:pt x="487" y="0"/>
                    <a:pt x="243" y="243"/>
                    <a:pt x="243" y="547"/>
                  </a:cubicBezTo>
                  <a:lnTo>
                    <a:pt x="0" y="8569"/>
                  </a:lnTo>
                  <a:cubicBezTo>
                    <a:pt x="0" y="8873"/>
                    <a:pt x="243" y="9177"/>
                    <a:pt x="547" y="9177"/>
                  </a:cubicBezTo>
                  <a:cubicBezTo>
                    <a:pt x="608" y="9177"/>
                    <a:pt x="669" y="9116"/>
                    <a:pt x="730" y="9116"/>
                  </a:cubicBezTo>
                  <a:cubicBezTo>
                    <a:pt x="973" y="9056"/>
                    <a:pt x="1094" y="8813"/>
                    <a:pt x="1155" y="8630"/>
                  </a:cubicBezTo>
                  <a:lnTo>
                    <a:pt x="1337" y="608"/>
                  </a:lnTo>
                  <a:cubicBezTo>
                    <a:pt x="1337" y="243"/>
                    <a:pt x="1094" y="0"/>
                    <a:pt x="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 rot="-884633">
              <a:off x="5460199" y="1078755"/>
              <a:ext cx="2182146" cy="2566249"/>
            </a:xfrm>
            <a:custGeom>
              <a:avLst/>
              <a:gdLst/>
              <a:ahLst/>
              <a:cxnLst/>
              <a:rect l="l" t="t" r="r" b="b"/>
              <a:pathLst>
                <a:path w="98119" h="115390" extrusionOk="0">
                  <a:moveTo>
                    <a:pt x="49374" y="0"/>
                  </a:moveTo>
                  <a:cubicBezTo>
                    <a:pt x="45613" y="0"/>
                    <a:pt x="41755" y="490"/>
                    <a:pt x="37863" y="1528"/>
                  </a:cubicBezTo>
                  <a:lnTo>
                    <a:pt x="37437" y="1650"/>
                  </a:lnTo>
                  <a:cubicBezTo>
                    <a:pt x="13067" y="9186"/>
                    <a:pt x="0" y="33192"/>
                    <a:pt x="6625" y="56225"/>
                  </a:cubicBezTo>
                  <a:cubicBezTo>
                    <a:pt x="8630" y="63153"/>
                    <a:pt x="12216" y="69413"/>
                    <a:pt x="17199" y="74579"/>
                  </a:cubicBezTo>
                  <a:cubicBezTo>
                    <a:pt x="19509" y="77375"/>
                    <a:pt x="24979" y="84303"/>
                    <a:pt x="31177" y="93540"/>
                  </a:cubicBezTo>
                  <a:cubicBezTo>
                    <a:pt x="35249" y="99496"/>
                    <a:pt x="38713" y="105817"/>
                    <a:pt x="41570" y="112441"/>
                  </a:cubicBezTo>
                  <a:lnTo>
                    <a:pt x="41691" y="112867"/>
                  </a:lnTo>
                  <a:cubicBezTo>
                    <a:pt x="42055" y="114372"/>
                    <a:pt x="43438" y="115390"/>
                    <a:pt x="44931" y="115390"/>
                  </a:cubicBezTo>
                  <a:cubicBezTo>
                    <a:pt x="45187" y="115390"/>
                    <a:pt x="45445" y="115360"/>
                    <a:pt x="45703" y="115298"/>
                  </a:cubicBezTo>
                  <a:lnTo>
                    <a:pt x="45824" y="115298"/>
                  </a:lnTo>
                  <a:lnTo>
                    <a:pt x="89642" y="102657"/>
                  </a:lnTo>
                  <a:cubicBezTo>
                    <a:pt x="91405" y="102170"/>
                    <a:pt x="92438" y="100347"/>
                    <a:pt x="91952" y="98585"/>
                  </a:cubicBezTo>
                  <a:cubicBezTo>
                    <a:pt x="91891" y="98524"/>
                    <a:pt x="91891" y="98524"/>
                    <a:pt x="91891" y="98463"/>
                  </a:cubicBezTo>
                  <a:lnTo>
                    <a:pt x="91769" y="98038"/>
                  </a:lnTo>
                  <a:cubicBezTo>
                    <a:pt x="90675" y="90927"/>
                    <a:pt x="90250" y="83695"/>
                    <a:pt x="90493" y="76463"/>
                  </a:cubicBezTo>
                  <a:cubicBezTo>
                    <a:pt x="90858" y="65402"/>
                    <a:pt x="91769" y="56590"/>
                    <a:pt x="92256" y="53004"/>
                  </a:cubicBezTo>
                  <a:cubicBezTo>
                    <a:pt x="98119" y="24913"/>
                    <a:pt x="76212" y="0"/>
                    <a:pt x="493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 rot="-884633">
              <a:off x="5446586" y="1066106"/>
              <a:ext cx="2209367" cy="2591269"/>
            </a:xfrm>
            <a:custGeom>
              <a:avLst/>
              <a:gdLst/>
              <a:ahLst/>
              <a:cxnLst/>
              <a:rect l="l" t="t" r="r" b="b"/>
              <a:pathLst>
                <a:path w="99343" h="116515" extrusionOk="0">
                  <a:moveTo>
                    <a:pt x="49991" y="1125"/>
                  </a:moveTo>
                  <a:cubicBezTo>
                    <a:pt x="76498" y="1125"/>
                    <a:pt x="98133" y="25732"/>
                    <a:pt x="92317" y="53477"/>
                  </a:cubicBezTo>
                  <a:cubicBezTo>
                    <a:pt x="91344" y="61317"/>
                    <a:pt x="90797" y="69157"/>
                    <a:pt x="90615" y="77058"/>
                  </a:cubicBezTo>
                  <a:cubicBezTo>
                    <a:pt x="90311" y="87329"/>
                    <a:pt x="91405" y="97235"/>
                    <a:pt x="91891" y="98754"/>
                  </a:cubicBezTo>
                  <a:lnTo>
                    <a:pt x="92013" y="99180"/>
                  </a:lnTo>
                  <a:cubicBezTo>
                    <a:pt x="92013" y="99240"/>
                    <a:pt x="92013" y="99240"/>
                    <a:pt x="92013" y="99301"/>
                  </a:cubicBezTo>
                  <a:cubicBezTo>
                    <a:pt x="92438" y="100760"/>
                    <a:pt x="91587" y="102218"/>
                    <a:pt x="90129" y="102644"/>
                  </a:cubicBezTo>
                  <a:lnTo>
                    <a:pt x="46311" y="115285"/>
                  </a:lnTo>
                  <a:lnTo>
                    <a:pt x="46189" y="115285"/>
                  </a:lnTo>
                  <a:cubicBezTo>
                    <a:pt x="45991" y="115326"/>
                    <a:pt x="45793" y="115346"/>
                    <a:pt x="45597" y="115346"/>
                  </a:cubicBezTo>
                  <a:cubicBezTo>
                    <a:pt x="44354" y="115346"/>
                    <a:pt x="43222" y="114539"/>
                    <a:pt x="42907" y="113279"/>
                  </a:cubicBezTo>
                  <a:lnTo>
                    <a:pt x="42786" y="112793"/>
                  </a:lnTo>
                  <a:cubicBezTo>
                    <a:pt x="42360" y="111213"/>
                    <a:pt x="38045" y="102340"/>
                    <a:pt x="32333" y="93771"/>
                  </a:cubicBezTo>
                  <a:cubicBezTo>
                    <a:pt x="26073" y="84411"/>
                    <a:pt x="20482" y="77362"/>
                    <a:pt x="18294" y="74748"/>
                  </a:cubicBezTo>
                  <a:cubicBezTo>
                    <a:pt x="13432" y="69643"/>
                    <a:pt x="9846" y="63383"/>
                    <a:pt x="7841" y="56637"/>
                  </a:cubicBezTo>
                  <a:cubicBezTo>
                    <a:pt x="1277" y="33665"/>
                    <a:pt x="14587" y="10024"/>
                    <a:pt x="38228" y="2731"/>
                  </a:cubicBezTo>
                  <a:lnTo>
                    <a:pt x="38349" y="2731"/>
                  </a:lnTo>
                  <a:lnTo>
                    <a:pt x="38714" y="2609"/>
                  </a:lnTo>
                  <a:cubicBezTo>
                    <a:pt x="42527" y="1600"/>
                    <a:pt x="46306" y="1125"/>
                    <a:pt x="49991" y="1125"/>
                  </a:cubicBezTo>
                  <a:close/>
                  <a:moveTo>
                    <a:pt x="50051" y="1"/>
                  </a:moveTo>
                  <a:cubicBezTo>
                    <a:pt x="46286" y="1"/>
                    <a:pt x="42426" y="486"/>
                    <a:pt x="38532" y="1515"/>
                  </a:cubicBezTo>
                  <a:lnTo>
                    <a:pt x="37863" y="1697"/>
                  </a:lnTo>
                  <a:cubicBezTo>
                    <a:pt x="13614" y="9233"/>
                    <a:pt x="1" y="33482"/>
                    <a:pt x="6747" y="56941"/>
                  </a:cubicBezTo>
                  <a:cubicBezTo>
                    <a:pt x="8752" y="63930"/>
                    <a:pt x="12460" y="70312"/>
                    <a:pt x="17443" y="75538"/>
                  </a:cubicBezTo>
                  <a:cubicBezTo>
                    <a:pt x="19631" y="78091"/>
                    <a:pt x="25161" y="85080"/>
                    <a:pt x="31421" y="94439"/>
                  </a:cubicBezTo>
                  <a:cubicBezTo>
                    <a:pt x="35432" y="100334"/>
                    <a:pt x="38896" y="106594"/>
                    <a:pt x="41753" y="113158"/>
                  </a:cubicBezTo>
                  <a:lnTo>
                    <a:pt x="41874" y="113583"/>
                  </a:lnTo>
                  <a:lnTo>
                    <a:pt x="41874" y="113705"/>
                  </a:lnTo>
                  <a:cubicBezTo>
                    <a:pt x="42330" y="115425"/>
                    <a:pt x="43881" y="116514"/>
                    <a:pt x="45581" y="116514"/>
                  </a:cubicBezTo>
                  <a:cubicBezTo>
                    <a:pt x="45922" y="116514"/>
                    <a:pt x="46269" y="116470"/>
                    <a:pt x="46615" y="116379"/>
                  </a:cubicBezTo>
                  <a:lnTo>
                    <a:pt x="90494" y="103738"/>
                  </a:lnTo>
                  <a:lnTo>
                    <a:pt x="90494" y="103677"/>
                  </a:lnTo>
                  <a:lnTo>
                    <a:pt x="90615" y="103677"/>
                  </a:lnTo>
                  <a:cubicBezTo>
                    <a:pt x="92621" y="103008"/>
                    <a:pt x="93715" y="100820"/>
                    <a:pt x="93107" y="98815"/>
                  </a:cubicBezTo>
                  <a:lnTo>
                    <a:pt x="92985" y="98389"/>
                  </a:lnTo>
                  <a:cubicBezTo>
                    <a:pt x="91891" y="91340"/>
                    <a:pt x="91466" y="84168"/>
                    <a:pt x="91709" y="77058"/>
                  </a:cubicBezTo>
                  <a:cubicBezTo>
                    <a:pt x="92013" y="65875"/>
                    <a:pt x="93046" y="56941"/>
                    <a:pt x="93471" y="53660"/>
                  </a:cubicBezTo>
                  <a:cubicBezTo>
                    <a:pt x="99342" y="25213"/>
                    <a:pt x="77186" y="1"/>
                    <a:pt x="500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 rot="-884614">
              <a:off x="6134832" y="1218500"/>
              <a:ext cx="842118" cy="736497"/>
            </a:xfrm>
            <a:custGeom>
              <a:avLst/>
              <a:gdLst/>
              <a:ahLst/>
              <a:cxnLst/>
              <a:rect l="l" t="t" r="r" b="b"/>
              <a:pathLst>
                <a:path w="37864" h="33115" extrusionOk="0">
                  <a:moveTo>
                    <a:pt x="19223" y="1"/>
                  </a:moveTo>
                  <a:cubicBezTo>
                    <a:pt x="17614" y="1"/>
                    <a:pt x="15974" y="225"/>
                    <a:pt x="14344" y="695"/>
                  </a:cubicBezTo>
                  <a:cubicBezTo>
                    <a:pt x="5288" y="3309"/>
                    <a:pt x="1" y="12546"/>
                    <a:pt x="2493" y="21298"/>
                  </a:cubicBezTo>
                  <a:cubicBezTo>
                    <a:pt x="4585" y="28472"/>
                    <a:pt x="11253" y="33115"/>
                    <a:pt x="18577" y="33115"/>
                  </a:cubicBezTo>
                  <a:cubicBezTo>
                    <a:pt x="20187" y="33115"/>
                    <a:pt x="21828" y="32890"/>
                    <a:pt x="23460" y="32420"/>
                  </a:cubicBezTo>
                  <a:cubicBezTo>
                    <a:pt x="32515" y="29806"/>
                    <a:pt x="37863" y="20629"/>
                    <a:pt x="35311" y="11878"/>
                  </a:cubicBezTo>
                  <a:cubicBezTo>
                    <a:pt x="33218" y="4652"/>
                    <a:pt x="26548" y="1"/>
                    <a:pt x="19223" y="1"/>
                  </a:cubicBezTo>
                  <a:close/>
                </a:path>
              </a:pathLst>
            </a:custGeom>
            <a:solidFill>
              <a:srgbClr val="FFFFFF">
                <a:alpha val="33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 rot="-884614">
              <a:off x="6147893" y="1399349"/>
              <a:ext cx="410917" cy="359786"/>
            </a:xfrm>
            <a:custGeom>
              <a:avLst/>
              <a:gdLst/>
              <a:ahLst/>
              <a:cxnLst/>
              <a:rect l="l" t="t" r="r" b="b"/>
              <a:pathLst>
                <a:path w="18476" h="16177" extrusionOk="0">
                  <a:moveTo>
                    <a:pt x="9417" y="1"/>
                  </a:moveTo>
                  <a:cubicBezTo>
                    <a:pt x="8634" y="1"/>
                    <a:pt x="7838" y="110"/>
                    <a:pt x="7050" y="340"/>
                  </a:cubicBezTo>
                  <a:cubicBezTo>
                    <a:pt x="2614" y="1616"/>
                    <a:pt x="0" y="6114"/>
                    <a:pt x="1216" y="10368"/>
                  </a:cubicBezTo>
                  <a:cubicBezTo>
                    <a:pt x="2262" y="13906"/>
                    <a:pt x="5515" y="16177"/>
                    <a:pt x="9098" y="16177"/>
                  </a:cubicBezTo>
                  <a:cubicBezTo>
                    <a:pt x="9885" y="16177"/>
                    <a:pt x="10688" y="16067"/>
                    <a:pt x="11487" y="15837"/>
                  </a:cubicBezTo>
                  <a:cubicBezTo>
                    <a:pt x="15923" y="14561"/>
                    <a:pt x="18476" y="10064"/>
                    <a:pt x="17260" y="5810"/>
                  </a:cubicBezTo>
                  <a:cubicBezTo>
                    <a:pt x="16264" y="2272"/>
                    <a:pt x="12979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 rot="-884614">
              <a:off x="5714840" y="1450420"/>
              <a:ext cx="138336" cy="106910"/>
            </a:xfrm>
            <a:custGeom>
              <a:avLst/>
              <a:gdLst/>
              <a:ahLst/>
              <a:cxnLst/>
              <a:rect l="l" t="t" r="r" b="b"/>
              <a:pathLst>
                <a:path w="6220" h="4807" extrusionOk="0">
                  <a:moveTo>
                    <a:pt x="4912" y="0"/>
                  </a:moveTo>
                  <a:cubicBezTo>
                    <a:pt x="4695" y="0"/>
                    <a:pt x="4473" y="61"/>
                    <a:pt x="4274" y="193"/>
                  </a:cubicBezTo>
                  <a:cubicBezTo>
                    <a:pt x="3120" y="983"/>
                    <a:pt x="1965" y="1894"/>
                    <a:pt x="871" y="2806"/>
                  </a:cubicBezTo>
                  <a:cubicBezTo>
                    <a:pt x="0" y="3514"/>
                    <a:pt x="592" y="4806"/>
                    <a:pt x="1554" y="4806"/>
                  </a:cubicBezTo>
                  <a:cubicBezTo>
                    <a:pt x="1667" y="4806"/>
                    <a:pt x="1784" y="4789"/>
                    <a:pt x="1904" y="4751"/>
                  </a:cubicBezTo>
                  <a:cubicBezTo>
                    <a:pt x="2026" y="4690"/>
                    <a:pt x="2208" y="4629"/>
                    <a:pt x="2330" y="4508"/>
                  </a:cubicBezTo>
                  <a:cubicBezTo>
                    <a:pt x="3363" y="3657"/>
                    <a:pt x="4396" y="2806"/>
                    <a:pt x="5551" y="2077"/>
                  </a:cubicBezTo>
                  <a:cubicBezTo>
                    <a:pt x="6098" y="1712"/>
                    <a:pt x="6219" y="1044"/>
                    <a:pt x="5855" y="497"/>
                  </a:cubicBezTo>
                  <a:cubicBezTo>
                    <a:pt x="5661" y="187"/>
                    <a:pt x="5294" y="0"/>
                    <a:pt x="4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 rot="-884614">
              <a:off x="5539249" y="1600419"/>
              <a:ext cx="248249" cy="324357"/>
            </a:xfrm>
            <a:custGeom>
              <a:avLst/>
              <a:gdLst/>
              <a:ahLst/>
              <a:cxnLst/>
              <a:rect l="l" t="t" r="r" b="b"/>
              <a:pathLst>
                <a:path w="11162" h="14584" extrusionOk="0">
                  <a:moveTo>
                    <a:pt x="9604" y="0"/>
                  </a:moveTo>
                  <a:cubicBezTo>
                    <a:pt x="9368" y="0"/>
                    <a:pt x="9117" y="77"/>
                    <a:pt x="8874" y="256"/>
                  </a:cubicBezTo>
                  <a:cubicBezTo>
                    <a:pt x="4924" y="3720"/>
                    <a:pt x="1946" y="8157"/>
                    <a:pt x="183" y="13140"/>
                  </a:cubicBezTo>
                  <a:cubicBezTo>
                    <a:pt x="1" y="13748"/>
                    <a:pt x="366" y="14356"/>
                    <a:pt x="973" y="14538"/>
                  </a:cubicBezTo>
                  <a:cubicBezTo>
                    <a:pt x="1065" y="14568"/>
                    <a:pt x="1171" y="14584"/>
                    <a:pt x="1277" y="14584"/>
                  </a:cubicBezTo>
                  <a:cubicBezTo>
                    <a:pt x="1384" y="14584"/>
                    <a:pt x="1490" y="14568"/>
                    <a:pt x="1581" y="14538"/>
                  </a:cubicBezTo>
                  <a:cubicBezTo>
                    <a:pt x="1946" y="14416"/>
                    <a:pt x="2250" y="14173"/>
                    <a:pt x="2371" y="13809"/>
                  </a:cubicBezTo>
                  <a:cubicBezTo>
                    <a:pt x="4012" y="9190"/>
                    <a:pt x="6808" y="5118"/>
                    <a:pt x="10393" y="1897"/>
                  </a:cubicBezTo>
                  <a:cubicBezTo>
                    <a:pt x="11161" y="1081"/>
                    <a:pt x="10489" y="0"/>
                    <a:pt x="9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 rot="-884614">
              <a:off x="6375453" y="3040149"/>
              <a:ext cx="409338" cy="604099"/>
            </a:xfrm>
            <a:custGeom>
              <a:avLst/>
              <a:gdLst/>
              <a:ahLst/>
              <a:cxnLst/>
              <a:rect l="l" t="t" r="r" b="b"/>
              <a:pathLst>
                <a:path w="18405" h="27162" extrusionOk="0">
                  <a:moveTo>
                    <a:pt x="1554" y="1"/>
                  </a:moveTo>
                  <a:cubicBezTo>
                    <a:pt x="758" y="1"/>
                    <a:pt x="0" y="864"/>
                    <a:pt x="553" y="1758"/>
                  </a:cubicBezTo>
                  <a:cubicBezTo>
                    <a:pt x="3653" y="6437"/>
                    <a:pt x="7725" y="12880"/>
                    <a:pt x="9548" y="16587"/>
                  </a:cubicBezTo>
                  <a:cubicBezTo>
                    <a:pt x="10520" y="18471"/>
                    <a:pt x="11189" y="20233"/>
                    <a:pt x="11736" y="21570"/>
                  </a:cubicBezTo>
                  <a:cubicBezTo>
                    <a:pt x="13025" y="24734"/>
                    <a:pt x="13975" y="27050"/>
                    <a:pt x="16490" y="27050"/>
                  </a:cubicBezTo>
                  <a:cubicBezTo>
                    <a:pt x="16585" y="27050"/>
                    <a:pt x="16681" y="27047"/>
                    <a:pt x="16780" y="27040"/>
                  </a:cubicBezTo>
                  <a:lnTo>
                    <a:pt x="17023" y="26979"/>
                  </a:lnTo>
                  <a:lnTo>
                    <a:pt x="16962" y="27162"/>
                  </a:lnTo>
                  <a:cubicBezTo>
                    <a:pt x="18404" y="26873"/>
                    <a:pt x="18150" y="24834"/>
                    <a:pt x="16822" y="24834"/>
                  </a:cubicBezTo>
                  <a:cubicBezTo>
                    <a:pt x="16750" y="24834"/>
                    <a:pt x="16675" y="24840"/>
                    <a:pt x="16598" y="24852"/>
                  </a:cubicBezTo>
                  <a:cubicBezTo>
                    <a:pt x="16564" y="24854"/>
                    <a:pt x="16531" y="24855"/>
                    <a:pt x="16499" y="24855"/>
                  </a:cubicBezTo>
                  <a:cubicBezTo>
                    <a:pt x="15536" y="24855"/>
                    <a:pt x="15096" y="23957"/>
                    <a:pt x="13802" y="20841"/>
                  </a:cubicBezTo>
                  <a:cubicBezTo>
                    <a:pt x="13255" y="19382"/>
                    <a:pt x="12526" y="17620"/>
                    <a:pt x="11554" y="15554"/>
                  </a:cubicBezTo>
                  <a:cubicBezTo>
                    <a:pt x="9670" y="11786"/>
                    <a:pt x="5598" y="5283"/>
                    <a:pt x="2498" y="542"/>
                  </a:cubicBezTo>
                  <a:cubicBezTo>
                    <a:pt x="2243" y="160"/>
                    <a:pt x="1895" y="1"/>
                    <a:pt x="1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 rot="-884614">
              <a:off x="6206676" y="2987103"/>
              <a:ext cx="110602" cy="121745"/>
            </a:xfrm>
            <a:custGeom>
              <a:avLst/>
              <a:gdLst/>
              <a:ahLst/>
              <a:cxnLst/>
              <a:rect l="l" t="t" r="r" b="b"/>
              <a:pathLst>
                <a:path w="4973" h="5474" extrusionOk="0">
                  <a:moveTo>
                    <a:pt x="1585" y="1"/>
                  </a:moveTo>
                  <a:cubicBezTo>
                    <a:pt x="765" y="1"/>
                    <a:pt x="1" y="941"/>
                    <a:pt x="658" y="1817"/>
                  </a:cubicBezTo>
                  <a:cubicBezTo>
                    <a:pt x="658" y="1817"/>
                    <a:pt x="1448" y="3033"/>
                    <a:pt x="2724" y="4978"/>
                  </a:cubicBezTo>
                  <a:cubicBezTo>
                    <a:pt x="2949" y="5292"/>
                    <a:pt x="3273" y="5473"/>
                    <a:pt x="3647" y="5473"/>
                  </a:cubicBezTo>
                  <a:cubicBezTo>
                    <a:pt x="3780" y="5473"/>
                    <a:pt x="3918" y="5451"/>
                    <a:pt x="4061" y="5403"/>
                  </a:cubicBezTo>
                  <a:cubicBezTo>
                    <a:pt x="4122" y="5342"/>
                    <a:pt x="4183" y="5342"/>
                    <a:pt x="4304" y="5282"/>
                  </a:cubicBezTo>
                  <a:cubicBezTo>
                    <a:pt x="4791" y="4917"/>
                    <a:pt x="4973" y="4248"/>
                    <a:pt x="4608" y="3701"/>
                  </a:cubicBezTo>
                  <a:cubicBezTo>
                    <a:pt x="3332" y="1757"/>
                    <a:pt x="2542" y="541"/>
                    <a:pt x="2542" y="541"/>
                  </a:cubicBezTo>
                  <a:lnTo>
                    <a:pt x="2481" y="480"/>
                  </a:lnTo>
                  <a:cubicBezTo>
                    <a:pt x="2227" y="141"/>
                    <a:pt x="1902" y="1"/>
                    <a:pt x="1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 rot="-884614">
              <a:off x="6528714" y="2240368"/>
              <a:ext cx="774528" cy="1216983"/>
            </a:xfrm>
            <a:custGeom>
              <a:avLst/>
              <a:gdLst/>
              <a:ahLst/>
              <a:cxnLst/>
              <a:rect l="l" t="t" r="r" b="b"/>
              <a:pathLst>
                <a:path w="34825" h="54719" extrusionOk="0">
                  <a:moveTo>
                    <a:pt x="22335" y="2226"/>
                  </a:moveTo>
                  <a:cubicBezTo>
                    <a:pt x="22366" y="2226"/>
                    <a:pt x="22396" y="2241"/>
                    <a:pt x="22426" y="2271"/>
                  </a:cubicBezTo>
                  <a:cubicBezTo>
                    <a:pt x="23034" y="2332"/>
                    <a:pt x="23946" y="3426"/>
                    <a:pt x="23946" y="5614"/>
                  </a:cubicBezTo>
                  <a:cubicBezTo>
                    <a:pt x="23824" y="7255"/>
                    <a:pt x="23156" y="8835"/>
                    <a:pt x="22123" y="10111"/>
                  </a:cubicBezTo>
                  <a:cubicBezTo>
                    <a:pt x="21332" y="7012"/>
                    <a:pt x="20968" y="4885"/>
                    <a:pt x="21150" y="4095"/>
                  </a:cubicBezTo>
                  <a:cubicBezTo>
                    <a:pt x="21393" y="2940"/>
                    <a:pt x="21879" y="2393"/>
                    <a:pt x="22244" y="2271"/>
                  </a:cubicBezTo>
                  <a:cubicBezTo>
                    <a:pt x="22274" y="2241"/>
                    <a:pt x="22305" y="2226"/>
                    <a:pt x="22335" y="2226"/>
                  </a:cubicBezTo>
                  <a:close/>
                  <a:moveTo>
                    <a:pt x="5446" y="4758"/>
                  </a:moveTo>
                  <a:cubicBezTo>
                    <a:pt x="5868" y="4758"/>
                    <a:pt x="6272" y="4892"/>
                    <a:pt x="6625" y="5128"/>
                  </a:cubicBezTo>
                  <a:cubicBezTo>
                    <a:pt x="8813" y="6586"/>
                    <a:pt x="9907" y="11570"/>
                    <a:pt x="10150" y="13393"/>
                  </a:cubicBezTo>
                  <a:lnTo>
                    <a:pt x="10211" y="13576"/>
                  </a:lnTo>
                  <a:lnTo>
                    <a:pt x="10393" y="14183"/>
                  </a:lnTo>
                  <a:cubicBezTo>
                    <a:pt x="10089" y="14122"/>
                    <a:pt x="9785" y="13940"/>
                    <a:pt x="9482" y="13819"/>
                  </a:cubicBezTo>
                  <a:cubicBezTo>
                    <a:pt x="4437" y="11266"/>
                    <a:pt x="2310" y="8349"/>
                    <a:pt x="2492" y="6769"/>
                  </a:cubicBezTo>
                  <a:cubicBezTo>
                    <a:pt x="2614" y="5675"/>
                    <a:pt x="3769" y="5128"/>
                    <a:pt x="4741" y="4885"/>
                  </a:cubicBezTo>
                  <a:cubicBezTo>
                    <a:pt x="4978" y="4799"/>
                    <a:pt x="5215" y="4758"/>
                    <a:pt x="5446" y="4758"/>
                  </a:cubicBezTo>
                  <a:close/>
                  <a:moveTo>
                    <a:pt x="22398" y="1"/>
                  </a:moveTo>
                  <a:cubicBezTo>
                    <a:pt x="21106" y="1"/>
                    <a:pt x="19516" y="983"/>
                    <a:pt x="18902" y="3609"/>
                  </a:cubicBezTo>
                  <a:cubicBezTo>
                    <a:pt x="18658" y="4763"/>
                    <a:pt x="19205" y="7863"/>
                    <a:pt x="20299" y="12056"/>
                  </a:cubicBezTo>
                  <a:cubicBezTo>
                    <a:pt x="19813" y="12482"/>
                    <a:pt x="19266" y="12846"/>
                    <a:pt x="18719" y="13211"/>
                  </a:cubicBezTo>
                  <a:cubicBezTo>
                    <a:pt x="17103" y="14250"/>
                    <a:pt x="15157" y="14796"/>
                    <a:pt x="13248" y="14796"/>
                  </a:cubicBezTo>
                  <a:cubicBezTo>
                    <a:pt x="13147" y="14796"/>
                    <a:pt x="13046" y="14794"/>
                    <a:pt x="12946" y="14791"/>
                  </a:cubicBezTo>
                  <a:lnTo>
                    <a:pt x="12399" y="13029"/>
                  </a:lnTo>
                  <a:cubicBezTo>
                    <a:pt x="12277" y="11935"/>
                    <a:pt x="11305" y="5493"/>
                    <a:pt x="7962" y="3244"/>
                  </a:cubicBezTo>
                  <a:cubicBezTo>
                    <a:pt x="7192" y="2758"/>
                    <a:pt x="6315" y="2488"/>
                    <a:pt x="5437" y="2488"/>
                  </a:cubicBezTo>
                  <a:cubicBezTo>
                    <a:pt x="4998" y="2488"/>
                    <a:pt x="4559" y="2555"/>
                    <a:pt x="4133" y="2697"/>
                  </a:cubicBezTo>
                  <a:cubicBezTo>
                    <a:pt x="1034" y="3609"/>
                    <a:pt x="365" y="5493"/>
                    <a:pt x="244" y="6586"/>
                  </a:cubicBezTo>
                  <a:cubicBezTo>
                    <a:pt x="1" y="9625"/>
                    <a:pt x="3039" y="13089"/>
                    <a:pt x="8509" y="15824"/>
                  </a:cubicBezTo>
                  <a:cubicBezTo>
                    <a:pt x="9360" y="16250"/>
                    <a:pt x="10211" y="16614"/>
                    <a:pt x="11122" y="16797"/>
                  </a:cubicBezTo>
                  <a:lnTo>
                    <a:pt x="21819" y="53930"/>
                  </a:lnTo>
                  <a:cubicBezTo>
                    <a:pt x="21986" y="54479"/>
                    <a:pt x="22425" y="54719"/>
                    <a:pt x="22871" y="54719"/>
                  </a:cubicBezTo>
                  <a:cubicBezTo>
                    <a:pt x="23560" y="54719"/>
                    <a:pt x="24265" y="54147"/>
                    <a:pt x="24007" y="53261"/>
                  </a:cubicBezTo>
                  <a:lnTo>
                    <a:pt x="13553" y="17040"/>
                  </a:lnTo>
                  <a:cubicBezTo>
                    <a:pt x="15802" y="16979"/>
                    <a:pt x="17990" y="16310"/>
                    <a:pt x="19874" y="15034"/>
                  </a:cubicBezTo>
                  <a:cubicBezTo>
                    <a:pt x="20239" y="14852"/>
                    <a:pt x="20603" y="14609"/>
                    <a:pt x="20907" y="14426"/>
                  </a:cubicBezTo>
                  <a:cubicBezTo>
                    <a:pt x="24310" y="26946"/>
                    <a:pt x="30752" y="46090"/>
                    <a:pt x="32454" y="51073"/>
                  </a:cubicBezTo>
                  <a:cubicBezTo>
                    <a:pt x="32610" y="51592"/>
                    <a:pt x="33076" y="51890"/>
                    <a:pt x="33587" y="51890"/>
                  </a:cubicBezTo>
                  <a:cubicBezTo>
                    <a:pt x="33675" y="51890"/>
                    <a:pt x="33763" y="51881"/>
                    <a:pt x="33852" y="51863"/>
                  </a:cubicBezTo>
                  <a:lnTo>
                    <a:pt x="33913" y="51863"/>
                  </a:lnTo>
                  <a:cubicBezTo>
                    <a:pt x="34520" y="51620"/>
                    <a:pt x="34824" y="51013"/>
                    <a:pt x="34642" y="50405"/>
                  </a:cubicBezTo>
                  <a:cubicBezTo>
                    <a:pt x="30813" y="39162"/>
                    <a:pt x="25526" y="22813"/>
                    <a:pt x="22852" y="12785"/>
                  </a:cubicBezTo>
                  <a:cubicBezTo>
                    <a:pt x="24979" y="10598"/>
                    <a:pt x="26316" y="7924"/>
                    <a:pt x="26255" y="5614"/>
                  </a:cubicBezTo>
                  <a:cubicBezTo>
                    <a:pt x="26194" y="2028"/>
                    <a:pt x="24371" y="205"/>
                    <a:pt x="22730" y="23"/>
                  </a:cubicBezTo>
                  <a:cubicBezTo>
                    <a:pt x="22622" y="8"/>
                    <a:pt x="22511" y="1"/>
                    <a:pt x="22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 rot="-884614">
              <a:off x="6762699" y="3193640"/>
              <a:ext cx="1081337" cy="528525"/>
            </a:xfrm>
            <a:custGeom>
              <a:avLst/>
              <a:gdLst/>
              <a:ahLst/>
              <a:cxnLst/>
              <a:rect l="l" t="t" r="r" b="b"/>
              <a:pathLst>
                <a:path w="48620" h="23764" extrusionOk="0">
                  <a:moveTo>
                    <a:pt x="45581" y="1"/>
                  </a:moveTo>
                  <a:lnTo>
                    <a:pt x="1" y="13189"/>
                  </a:lnTo>
                  <a:lnTo>
                    <a:pt x="3039" y="23763"/>
                  </a:lnTo>
                  <a:lnTo>
                    <a:pt x="48620" y="10575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 rot="-884614">
              <a:off x="6749254" y="3181801"/>
              <a:ext cx="1109738" cy="552612"/>
            </a:xfrm>
            <a:custGeom>
              <a:avLst/>
              <a:gdLst/>
              <a:ahLst/>
              <a:cxnLst/>
              <a:rect l="l" t="t" r="r" b="b"/>
              <a:pathLst>
                <a:path w="49897" h="24847" extrusionOk="0">
                  <a:moveTo>
                    <a:pt x="45825" y="1254"/>
                  </a:moveTo>
                  <a:lnTo>
                    <a:pt x="48559" y="10735"/>
                  </a:lnTo>
                  <a:lnTo>
                    <a:pt x="4012" y="23558"/>
                  </a:lnTo>
                  <a:lnTo>
                    <a:pt x="1277" y="14077"/>
                  </a:lnTo>
                  <a:lnTo>
                    <a:pt x="45825" y="1254"/>
                  </a:lnTo>
                  <a:close/>
                  <a:moveTo>
                    <a:pt x="46260" y="0"/>
                  </a:moveTo>
                  <a:cubicBezTo>
                    <a:pt x="46198" y="0"/>
                    <a:pt x="46133" y="13"/>
                    <a:pt x="46068" y="38"/>
                  </a:cubicBezTo>
                  <a:lnTo>
                    <a:pt x="487" y="13166"/>
                  </a:lnTo>
                  <a:cubicBezTo>
                    <a:pt x="183" y="13227"/>
                    <a:pt x="1" y="13530"/>
                    <a:pt x="62" y="13834"/>
                  </a:cubicBezTo>
                  <a:lnTo>
                    <a:pt x="3100" y="24409"/>
                  </a:lnTo>
                  <a:cubicBezTo>
                    <a:pt x="3206" y="24674"/>
                    <a:pt x="3450" y="24846"/>
                    <a:pt x="3712" y="24846"/>
                  </a:cubicBezTo>
                  <a:cubicBezTo>
                    <a:pt x="3751" y="24846"/>
                    <a:pt x="3790" y="24842"/>
                    <a:pt x="3830" y="24834"/>
                  </a:cubicBezTo>
                  <a:lnTo>
                    <a:pt x="49410" y="11646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3"/>
                  </a:lnTo>
                  <a:cubicBezTo>
                    <a:pt x="46688" y="164"/>
                    <a:pt x="46490" y="0"/>
                    <a:pt x="462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 rot="-884614">
              <a:off x="6917870" y="3454675"/>
              <a:ext cx="1081337" cy="527169"/>
            </a:xfrm>
            <a:custGeom>
              <a:avLst/>
              <a:gdLst/>
              <a:ahLst/>
              <a:cxnLst/>
              <a:rect l="l" t="t" r="r" b="b"/>
              <a:pathLst>
                <a:path w="48620" h="23703" extrusionOk="0">
                  <a:moveTo>
                    <a:pt x="45581" y="1"/>
                  </a:moveTo>
                  <a:lnTo>
                    <a:pt x="1" y="13128"/>
                  </a:lnTo>
                  <a:lnTo>
                    <a:pt x="3039" y="23703"/>
                  </a:lnTo>
                  <a:lnTo>
                    <a:pt x="48620" y="10576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 rot="-884614">
              <a:off x="6904263" y="3441499"/>
              <a:ext cx="1109738" cy="552701"/>
            </a:xfrm>
            <a:custGeom>
              <a:avLst/>
              <a:gdLst/>
              <a:ahLst/>
              <a:cxnLst/>
              <a:rect l="l" t="t" r="r" b="b"/>
              <a:pathLst>
                <a:path w="49897" h="24851" extrusionOk="0">
                  <a:moveTo>
                    <a:pt x="45825" y="1254"/>
                  </a:moveTo>
                  <a:lnTo>
                    <a:pt x="48559" y="10796"/>
                  </a:lnTo>
                  <a:lnTo>
                    <a:pt x="4073" y="23619"/>
                  </a:lnTo>
                  <a:lnTo>
                    <a:pt x="1338" y="14078"/>
                  </a:lnTo>
                  <a:lnTo>
                    <a:pt x="45825" y="1254"/>
                  </a:lnTo>
                  <a:close/>
                  <a:moveTo>
                    <a:pt x="46260" y="1"/>
                  </a:moveTo>
                  <a:cubicBezTo>
                    <a:pt x="46198" y="1"/>
                    <a:pt x="46133" y="13"/>
                    <a:pt x="46068" y="39"/>
                  </a:cubicBezTo>
                  <a:lnTo>
                    <a:pt x="487" y="13166"/>
                  </a:lnTo>
                  <a:cubicBezTo>
                    <a:pt x="183" y="13227"/>
                    <a:pt x="1" y="13592"/>
                    <a:pt x="62" y="13896"/>
                  </a:cubicBezTo>
                  <a:lnTo>
                    <a:pt x="3100" y="24470"/>
                  </a:lnTo>
                  <a:cubicBezTo>
                    <a:pt x="3202" y="24723"/>
                    <a:pt x="3430" y="24850"/>
                    <a:pt x="3679" y="24850"/>
                  </a:cubicBezTo>
                  <a:cubicBezTo>
                    <a:pt x="3728" y="24850"/>
                    <a:pt x="3779" y="24845"/>
                    <a:pt x="3830" y="24835"/>
                  </a:cubicBezTo>
                  <a:lnTo>
                    <a:pt x="49410" y="11708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4"/>
                  </a:lnTo>
                  <a:cubicBezTo>
                    <a:pt x="46688" y="165"/>
                    <a:pt x="46490" y="1"/>
                    <a:pt x="46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 rot="-884614">
              <a:off x="6865889" y="3413384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0"/>
                  </a:moveTo>
                  <a:lnTo>
                    <a:pt x="0" y="13188"/>
                  </a:lnTo>
                  <a:lnTo>
                    <a:pt x="730" y="15680"/>
                  </a:lnTo>
                  <a:lnTo>
                    <a:pt x="46310" y="2553"/>
                  </a:lnTo>
                  <a:lnTo>
                    <a:pt x="455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 rot="-884614">
              <a:off x="6852517" y="3401537"/>
              <a:ext cx="1058363" cy="373419"/>
            </a:xfrm>
            <a:custGeom>
              <a:avLst/>
              <a:gdLst/>
              <a:ahLst/>
              <a:cxnLst/>
              <a:rect l="l" t="t" r="r" b="b"/>
              <a:pathLst>
                <a:path w="47587" h="16790" extrusionOk="0">
                  <a:moveTo>
                    <a:pt x="45824" y="1254"/>
                  </a:moveTo>
                  <a:lnTo>
                    <a:pt x="46250" y="2652"/>
                  </a:lnTo>
                  <a:lnTo>
                    <a:pt x="1763" y="15475"/>
                  </a:lnTo>
                  <a:lnTo>
                    <a:pt x="1338" y="14077"/>
                  </a:lnTo>
                  <a:lnTo>
                    <a:pt x="45824" y="1254"/>
                  </a:lnTo>
                  <a:close/>
                  <a:moveTo>
                    <a:pt x="46200" y="0"/>
                  </a:moveTo>
                  <a:cubicBezTo>
                    <a:pt x="46137" y="0"/>
                    <a:pt x="46072" y="12"/>
                    <a:pt x="46007" y="38"/>
                  </a:cubicBezTo>
                  <a:lnTo>
                    <a:pt x="426" y="13165"/>
                  </a:lnTo>
                  <a:cubicBezTo>
                    <a:pt x="122" y="13226"/>
                    <a:pt x="1" y="13530"/>
                    <a:pt x="61" y="13834"/>
                  </a:cubicBezTo>
                  <a:lnTo>
                    <a:pt x="791" y="16387"/>
                  </a:lnTo>
                  <a:cubicBezTo>
                    <a:pt x="886" y="16625"/>
                    <a:pt x="1095" y="16789"/>
                    <a:pt x="1327" y="16789"/>
                  </a:cubicBezTo>
                  <a:cubicBezTo>
                    <a:pt x="1390" y="16789"/>
                    <a:pt x="1455" y="16777"/>
                    <a:pt x="1520" y="16751"/>
                  </a:cubicBezTo>
                  <a:lnTo>
                    <a:pt x="47101" y="3624"/>
                  </a:lnTo>
                  <a:cubicBezTo>
                    <a:pt x="47404" y="3563"/>
                    <a:pt x="47587" y="3198"/>
                    <a:pt x="47465" y="2955"/>
                  </a:cubicBezTo>
                  <a:lnTo>
                    <a:pt x="46736" y="403"/>
                  </a:lnTo>
                  <a:cubicBezTo>
                    <a:pt x="46640" y="164"/>
                    <a:pt x="46432" y="0"/>
                    <a:pt x="46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 rot="-884614">
              <a:off x="7066019" y="3719130"/>
              <a:ext cx="1051602" cy="469454"/>
            </a:xfrm>
            <a:custGeom>
              <a:avLst/>
              <a:gdLst/>
              <a:ahLst/>
              <a:cxnLst/>
              <a:rect l="l" t="t" r="r" b="b"/>
              <a:pathLst>
                <a:path w="47283" h="21108" extrusionOk="0">
                  <a:moveTo>
                    <a:pt x="45581" y="0"/>
                  </a:moveTo>
                  <a:lnTo>
                    <a:pt x="1" y="13188"/>
                  </a:lnTo>
                  <a:cubicBezTo>
                    <a:pt x="1402" y="17993"/>
                    <a:pt x="5770" y="21107"/>
                    <a:pt x="10560" y="21107"/>
                  </a:cubicBezTo>
                  <a:cubicBezTo>
                    <a:pt x="11587" y="21107"/>
                    <a:pt x="12634" y="20964"/>
                    <a:pt x="13675" y="20664"/>
                  </a:cubicBezTo>
                  <a:lnTo>
                    <a:pt x="38045" y="13675"/>
                  </a:lnTo>
                  <a:cubicBezTo>
                    <a:pt x="43880" y="11973"/>
                    <a:pt x="47283" y="5896"/>
                    <a:pt x="45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 rot="-884614">
              <a:off x="7052491" y="3706699"/>
              <a:ext cx="1078646" cy="494275"/>
            </a:xfrm>
            <a:custGeom>
              <a:avLst/>
              <a:gdLst/>
              <a:ahLst/>
              <a:cxnLst/>
              <a:rect l="l" t="t" r="r" b="b"/>
              <a:pathLst>
                <a:path w="48499" h="22224" extrusionOk="0">
                  <a:moveTo>
                    <a:pt x="45825" y="1289"/>
                  </a:moveTo>
                  <a:cubicBezTo>
                    <a:pt x="47101" y="6698"/>
                    <a:pt x="43880" y="12107"/>
                    <a:pt x="38593" y="13687"/>
                  </a:cubicBezTo>
                  <a:lnTo>
                    <a:pt x="14101" y="20737"/>
                  </a:lnTo>
                  <a:cubicBezTo>
                    <a:pt x="13144" y="21008"/>
                    <a:pt x="12179" y="21138"/>
                    <a:pt x="11230" y="21138"/>
                  </a:cubicBezTo>
                  <a:cubicBezTo>
                    <a:pt x="6872" y="21138"/>
                    <a:pt x="2835" y="18404"/>
                    <a:pt x="1338" y="14112"/>
                  </a:cubicBezTo>
                  <a:lnTo>
                    <a:pt x="45825" y="1289"/>
                  </a:lnTo>
                  <a:close/>
                  <a:moveTo>
                    <a:pt x="46185" y="1"/>
                  </a:moveTo>
                  <a:cubicBezTo>
                    <a:pt x="46146" y="1"/>
                    <a:pt x="46107" y="5"/>
                    <a:pt x="46068" y="12"/>
                  </a:cubicBezTo>
                  <a:lnTo>
                    <a:pt x="487" y="13200"/>
                  </a:lnTo>
                  <a:cubicBezTo>
                    <a:pt x="183" y="13261"/>
                    <a:pt x="1" y="13565"/>
                    <a:pt x="62" y="13869"/>
                  </a:cubicBezTo>
                  <a:cubicBezTo>
                    <a:pt x="1517" y="18937"/>
                    <a:pt x="6162" y="22224"/>
                    <a:pt x="11192" y="22224"/>
                  </a:cubicBezTo>
                  <a:cubicBezTo>
                    <a:pt x="12255" y="22224"/>
                    <a:pt x="13334" y="22077"/>
                    <a:pt x="14404" y="21770"/>
                  </a:cubicBezTo>
                  <a:lnTo>
                    <a:pt x="38836" y="14781"/>
                  </a:lnTo>
                  <a:cubicBezTo>
                    <a:pt x="44974" y="12957"/>
                    <a:pt x="48499" y="6576"/>
                    <a:pt x="46736" y="438"/>
                  </a:cubicBezTo>
                  <a:cubicBezTo>
                    <a:pt x="46683" y="173"/>
                    <a:pt x="46446" y="1"/>
                    <a:pt x="461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 rot="-884614">
              <a:off x="7021232" y="3674396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1"/>
                  </a:moveTo>
                  <a:lnTo>
                    <a:pt x="0" y="13128"/>
                  </a:lnTo>
                  <a:lnTo>
                    <a:pt x="730" y="15680"/>
                  </a:lnTo>
                  <a:lnTo>
                    <a:pt x="46310" y="2492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rot="-884614">
              <a:off x="7006367" y="3662070"/>
              <a:ext cx="1058385" cy="373686"/>
            </a:xfrm>
            <a:custGeom>
              <a:avLst/>
              <a:gdLst/>
              <a:ahLst/>
              <a:cxnLst/>
              <a:rect l="l" t="t" r="r" b="b"/>
              <a:pathLst>
                <a:path w="47588" h="16802" extrusionOk="0">
                  <a:moveTo>
                    <a:pt x="45885" y="1231"/>
                  </a:moveTo>
                  <a:lnTo>
                    <a:pt x="46311" y="2690"/>
                  </a:lnTo>
                  <a:lnTo>
                    <a:pt x="1824" y="15513"/>
                  </a:lnTo>
                  <a:lnTo>
                    <a:pt x="1399" y="14115"/>
                  </a:lnTo>
                  <a:lnTo>
                    <a:pt x="45885" y="1231"/>
                  </a:lnTo>
                  <a:close/>
                  <a:moveTo>
                    <a:pt x="46219" y="1"/>
                  </a:moveTo>
                  <a:cubicBezTo>
                    <a:pt x="46169" y="1"/>
                    <a:pt x="46118" y="6"/>
                    <a:pt x="46068" y="16"/>
                  </a:cubicBezTo>
                  <a:lnTo>
                    <a:pt x="487" y="13143"/>
                  </a:lnTo>
                  <a:cubicBezTo>
                    <a:pt x="183" y="13265"/>
                    <a:pt x="1" y="13568"/>
                    <a:pt x="122" y="13872"/>
                  </a:cubicBezTo>
                  <a:lnTo>
                    <a:pt x="852" y="16364"/>
                  </a:lnTo>
                  <a:cubicBezTo>
                    <a:pt x="958" y="16629"/>
                    <a:pt x="1202" y="16801"/>
                    <a:pt x="1464" y="16801"/>
                  </a:cubicBezTo>
                  <a:cubicBezTo>
                    <a:pt x="1502" y="16801"/>
                    <a:pt x="1542" y="16797"/>
                    <a:pt x="1581" y="16789"/>
                  </a:cubicBezTo>
                  <a:lnTo>
                    <a:pt x="47162" y="3601"/>
                  </a:lnTo>
                  <a:lnTo>
                    <a:pt x="47101" y="3601"/>
                  </a:lnTo>
                  <a:cubicBezTo>
                    <a:pt x="47405" y="3541"/>
                    <a:pt x="47587" y="3237"/>
                    <a:pt x="47526" y="2933"/>
                  </a:cubicBezTo>
                  <a:lnTo>
                    <a:pt x="46797" y="380"/>
                  </a:lnTo>
                  <a:cubicBezTo>
                    <a:pt x="46696" y="127"/>
                    <a:pt x="46468" y="1"/>
                    <a:pt x="462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 rot="3455344">
              <a:off x="5236442" y="1684293"/>
              <a:ext cx="166350" cy="209583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0" name="Google Shape;1170;p42"/>
          <p:cNvSpPr txBox="1">
            <a:spLocks noGrp="1"/>
          </p:cNvSpPr>
          <p:nvPr>
            <p:ph type="title" idx="2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50888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8B8F80-814B-CA5D-8035-83928BA90E43}"/>
              </a:ext>
            </a:extLst>
          </p:cNvPr>
          <p:cNvSpPr txBox="1"/>
          <p:nvPr/>
        </p:nvSpPr>
        <p:spPr>
          <a:xfrm>
            <a:off x="-104078" y="1863864"/>
            <a:ext cx="3687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1- START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6DB48-93A1-5D2B-8807-AAF53BEE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155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70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B6E957-1A2B-81D1-FF8A-D11DE4B6DFBF}"/>
              </a:ext>
            </a:extLst>
          </p:cNvPr>
          <p:cNvSpPr txBox="1"/>
          <p:nvPr/>
        </p:nvSpPr>
        <p:spPr>
          <a:xfrm>
            <a:off x="-74342" y="1863864"/>
            <a:ext cx="3977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2- CREATE ACCOUNT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FC624-35BE-D95A-6413-0DE848C6F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969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22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A3FFEF-402D-4CE7-4DB9-EAB9E5D9920D}"/>
              </a:ext>
            </a:extLst>
          </p:cNvPr>
          <p:cNvSpPr txBox="1"/>
          <p:nvPr/>
        </p:nvSpPr>
        <p:spPr>
          <a:xfrm>
            <a:off x="-104078" y="186386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3- HOME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6CC375-6246-3185-A43D-3B09A52E0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98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84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03D739-8FF5-F8BF-EF1B-CE348AA92B91}"/>
              </a:ext>
            </a:extLst>
          </p:cNvPr>
          <p:cNvSpPr txBox="1"/>
          <p:nvPr/>
        </p:nvSpPr>
        <p:spPr>
          <a:xfrm>
            <a:off x="-104078" y="1863864"/>
            <a:ext cx="3722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4- CUSTOMER PROFILE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31FB68-F268-BC45-AF15-A2E7CA22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705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566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60A9A4-D071-8083-AE00-C38AEEA1E74B}"/>
              </a:ext>
            </a:extLst>
          </p:cNvPr>
          <p:cNvSpPr txBox="1"/>
          <p:nvPr/>
        </p:nvSpPr>
        <p:spPr>
          <a:xfrm>
            <a:off x="-104078" y="1863864"/>
            <a:ext cx="3969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5- PRODUCT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9F54B-8389-0ACA-2B0B-AD657FA7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232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55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183019-3C80-3B0E-DDEE-06C1BFA0C790}"/>
              </a:ext>
            </a:extLst>
          </p:cNvPr>
          <p:cNvSpPr txBox="1"/>
          <p:nvPr/>
        </p:nvSpPr>
        <p:spPr>
          <a:xfrm>
            <a:off x="-104078" y="1863864"/>
            <a:ext cx="395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6- PRODUCT STATS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5864CE-C360-7BF5-9B51-D1E3B504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271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8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F19602-8300-0B6F-7E62-75E1191D62FA}"/>
              </a:ext>
            </a:extLst>
          </p:cNvPr>
          <p:cNvSpPr txBox="1"/>
          <p:nvPr/>
        </p:nvSpPr>
        <p:spPr>
          <a:xfrm>
            <a:off x="-104078" y="1863864"/>
            <a:ext cx="395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7- PRODUCT STATS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48647-5772-3A02-7E87-F479C4A1F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403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10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BBE32A-F829-617C-1A73-FC930BBE93C2}"/>
              </a:ext>
            </a:extLst>
          </p:cNvPr>
          <p:cNvSpPr txBox="1"/>
          <p:nvPr/>
        </p:nvSpPr>
        <p:spPr>
          <a:xfrm>
            <a:off x="-104078" y="1863864"/>
            <a:ext cx="38026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8- CART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E21C1-8ED8-604B-CB94-7964309B8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930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06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B0DD94-172A-94FA-BD7A-A4AC52931144}"/>
              </a:ext>
            </a:extLst>
          </p:cNvPr>
          <p:cNvSpPr txBox="1"/>
          <p:nvPr/>
        </p:nvSpPr>
        <p:spPr>
          <a:xfrm>
            <a:off x="-104078" y="1863864"/>
            <a:ext cx="3834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9- REVIEWS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2666A-0F1D-2925-D91B-C21EC228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759" y="0"/>
            <a:ext cx="2571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164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2"/>
          <p:cNvSpPr txBox="1">
            <a:spLocks noGrp="1"/>
          </p:cNvSpPr>
          <p:nvPr>
            <p:ph type="title"/>
          </p:nvPr>
        </p:nvSpPr>
        <p:spPr>
          <a:xfrm>
            <a:off x="626899" y="2089125"/>
            <a:ext cx="2859715" cy="5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grpSp>
        <p:nvGrpSpPr>
          <p:cNvPr id="1138" name="Google Shape;1138;p42"/>
          <p:cNvGrpSpPr/>
          <p:nvPr/>
        </p:nvGrpSpPr>
        <p:grpSpPr>
          <a:xfrm>
            <a:off x="5145769" y="703953"/>
            <a:ext cx="3095912" cy="3626137"/>
            <a:chOff x="5145769" y="703953"/>
            <a:chExt cx="3095912" cy="3626137"/>
          </a:xfrm>
        </p:grpSpPr>
        <p:sp>
          <p:nvSpPr>
            <p:cNvPr id="1139" name="Google Shape;1139;p42"/>
            <p:cNvSpPr/>
            <p:nvPr/>
          </p:nvSpPr>
          <p:spPr>
            <a:xfrm rot="-884614">
              <a:off x="5287412" y="844430"/>
              <a:ext cx="1269226" cy="1277344"/>
            </a:xfrm>
            <a:custGeom>
              <a:avLst/>
              <a:gdLst/>
              <a:ahLst/>
              <a:cxnLst/>
              <a:rect l="l" t="t" r="r" b="b"/>
              <a:pathLst>
                <a:path w="57068" h="57433" extrusionOk="0">
                  <a:moveTo>
                    <a:pt x="28443" y="13857"/>
                  </a:moveTo>
                  <a:cubicBezTo>
                    <a:pt x="36647" y="13857"/>
                    <a:pt x="43333" y="20542"/>
                    <a:pt x="43333" y="28747"/>
                  </a:cubicBezTo>
                  <a:cubicBezTo>
                    <a:pt x="43333" y="37756"/>
                    <a:pt x="35982" y="43701"/>
                    <a:pt x="28330" y="43701"/>
                  </a:cubicBezTo>
                  <a:cubicBezTo>
                    <a:pt x="24676" y="43701"/>
                    <a:pt x="20953" y="42346"/>
                    <a:pt x="17929" y="39322"/>
                  </a:cubicBezTo>
                  <a:cubicBezTo>
                    <a:pt x="8570" y="29902"/>
                    <a:pt x="15194" y="13857"/>
                    <a:pt x="28443" y="13857"/>
                  </a:cubicBezTo>
                  <a:close/>
                  <a:moveTo>
                    <a:pt x="25404" y="1"/>
                  </a:moveTo>
                  <a:lnTo>
                    <a:pt x="24006" y="5410"/>
                  </a:lnTo>
                  <a:cubicBezTo>
                    <a:pt x="22183" y="5774"/>
                    <a:pt x="20421" y="6382"/>
                    <a:pt x="18719" y="7172"/>
                  </a:cubicBezTo>
                  <a:lnTo>
                    <a:pt x="14404" y="3465"/>
                  </a:lnTo>
                  <a:lnTo>
                    <a:pt x="9542" y="6868"/>
                  </a:lnTo>
                  <a:lnTo>
                    <a:pt x="11548" y="12156"/>
                  </a:lnTo>
                  <a:cubicBezTo>
                    <a:pt x="10271" y="13493"/>
                    <a:pt x="9117" y="15012"/>
                    <a:pt x="8205" y="16592"/>
                  </a:cubicBezTo>
                  <a:lnTo>
                    <a:pt x="2553" y="15984"/>
                  </a:lnTo>
                  <a:lnTo>
                    <a:pt x="487" y="21636"/>
                  </a:lnTo>
                  <a:lnTo>
                    <a:pt x="5166" y="24797"/>
                  </a:lnTo>
                  <a:cubicBezTo>
                    <a:pt x="4923" y="26134"/>
                    <a:pt x="4802" y="27410"/>
                    <a:pt x="4802" y="28747"/>
                  </a:cubicBezTo>
                  <a:cubicBezTo>
                    <a:pt x="4802" y="29294"/>
                    <a:pt x="4802" y="29902"/>
                    <a:pt x="4863" y="30449"/>
                  </a:cubicBezTo>
                  <a:lnTo>
                    <a:pt x="1" y="33183"/>
                  </a:lnTo>
                  <a:lnTo>
                    <a:pt x="1520" y="38896"/>
                  </a:lnTo>
                  <a:lnTo>
                    <a:pt x="7050" y="38835"/>
                  </a:lnTo>
                  <a:cubicBezTo>
                    <a:pt x="7840" y="40598"/>
                    <a:pt x="8874" y="42178"/>
                    <a:pt x="10089" y="43697"/>
                  </a:cubicBezTo>
                  <a:lnTo>
                    <a:pt x="7658" y="48681"/>
                  </a:lnTo>
                  <a:lnTo>
                    <a:pt x="12216" y="52449"/>
                  </a:lnTo>
                  <a:lnTo>
                    <a:pt x="16653" y="49289"/>
                  </a:lnTo>
                  <a:cubicBezTo>
                    <a:pt x="18354" y="50261"/>
                    <a:pt x="20117" y="51051"/>
                    <a:pt x="22001" y="51598"/>
                  </a:cubicBezTo>
                  <a:lnTo>
                    <a:pt x="22852" y="56885"/>
                  </a:lnTo>
                  <a:lnTo>
                    <a:pt x="28808" y="57432"/>
                  </a:lnTo>
                  <a:lnTo>
                    <a:pt x="30570" y="52327"/>
                  </a:lnTo>
                  <a:cubicBezTo>
                    <a:pt x="32515" y="52206"/>
                    <a:pt x="34460" y="51780"/>
                    <a:pt x="36283" y="51112"/>
                  </a:cubicBezTo>
                  <a:lnTo>
                    <a:pt x="40051" y="54941"/>
                  </a:lnTo>
                  <a:lnTo>
                    <a:pt x="45217" y="51963"/>
                  </a:lnTo>
                  <a:lnTo>
                    <a:pt x="43758" y="46797"/>
                  </a:lnTo>
                  <a:cubicBezTo>
                    <a:pt x="45277" y="45521"/>
                    <a:pt x="46614" y="44062"/>
                    <a:pt x="47769" y="42482"/>
                  </a:cubicBezTo>
                  <a:lnTo>
                    <a:pt x="52996" y="43454"/>
                  </a:lnTo>
                  <a:lnTo>
                    <a:pt x="55487" y="38045"/>
                  </a:lnTo>
                  <a:lnTo>
                    <a:pt x="51416" y="34642"/>
                  </a:lnTo>
                  <a:cubicBezTo>
                    <a:pt x="51902" y="32758"/>
                    <a:pt x="52145" y="30813"/>
                    <a:pt x="52145" y="28868"/>
                  </a:cubicBezTo>
                  <a:lnTo>
                    <a:pt x="57068" y="26620"/>
                  </a:lnTo>
                  <a:lnTo>
                    <a:pt x="56034" y="20786"/>
                  </a:lnTo>
                  <a:lnTo>
                    <a:pt x="50625" y="20360"/>
                  </a:lnTo>
                  <a:cubicBezTo>
                    <a:pt x="49957" y="18537"/>
                    <a:pt x="49045" y="16835"/>
                    <a:pt x="47951" y="15255"/>
                  </a:cubicBezTo>
                  <a:lnTo>
                    <a:pt x="50747" y="10575"/>
                  </a:lnTo>
                  <a:lnTo>
                    <a:pt x="46493" y="6321"/>
                  </a:lnTo>
                  <a:lnTo>
                    <a:pt x="41752" y="9117"/>
                  </a:lnTo>
                  <a:cubicBezTo>
                    <a:pt x="39018" y="7294"/>
                    <a:pt x="35918" y="6017"/>
                    <a:pt x="32697" y="5410"/>
                  </a:cubicBezTo>
                  <a:lnTo>
                    <a:pt x="313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 rot="2192640">
              <a:off x="5665070" y="927791"/>
              <a:ext cx="237900" cy="109198"/>
            </a:xfrm>
            <a:custGeom>
              <a:avLst/>
              <a:gdLst/>
              <a:ahLst/>
              <a:cxnLst/>
              <a:rect l="l" t="t" r="r" b="b"/>
              <a:pathLst>
                <a:path w="10697" h="4910" extrusionOk="0">
                  <a:moveTo>
                    <a:pt x="670" y="1"/>
                  </a:moveTo>
                  <a:cubicBezTo>
                    <a:pt x="436" y="1"/>
                    <a:pt x="212" y="126"/>
                    <a:pt x="122" y="351"/>
                  </a:cubicBezTo>
                  <a:cubicBezTo>
                    <a:pt x="0" y="655"/>
                    <a:pt x="183" y="959"/>
                    <a:pt x="487" y="1081"/>
                  </a:cubicBezTo>
                  <a:lnTo>
                    <a:pt x="9907" y="4909"/>
                  </a:lnTo>
                  <a:lnTo>
                    <a:pt x="10271" y="4909"/>
                  </a:lnTo>
                  <a:cubicBezTo>
                    <a:pt x="10393" y="4849"/>
                    <a:pt x="10514" y="4727"/>
                    <a:pt x="10575" y="4605"/>
                  </a:cubicBezTo>
                  <a:cubicBezTo>
                    <a:pt x="10697" y="4302"/>
                    <a:pt x="10575" y="3937"/>
                    <a:pt x="10271" y="3815"/>
                  </a:cubicBezTo>
                  <a:lnTo>
                    <a:pt x="912" y="47"/>
                  </a:lnTo>
                  <a:cubicBezTo>
                    <a:pt x="834" y="16"/>
                    <a:pt x="751" y="1"/>
                    <a:pt x="6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 rot="-884614">
              <a:off x="6619964" y="3573813"/>
              <a:ext cx="637993" cy="642041"/>
            </a:xfrm>
            <a:custGeom>
              <a:avLst/>
              <a:gdLst/>
              <a:ahLst/>
              <a:cxnLst/>
              <a:rect l="l" t="t" r="r" b="b"/>
              <a:pathLst>
                <a:path w="28686" h="28868" extrusionOk="0">
                  <a:moveTo>
                    <a:pt x="14373" y="6954"/>
                  </a:moveTo>
                  <a:cubicBezTo>
                    <a:pt x="16214" y="6954"/>
                    <a:pt x="18094" y="7641"/>
                    <a:pt x="19630" y="9177"/>
                  </a:cubicBezTo>
                  <a:cubicBezTo>
                    <a:pt x="24310" y="13857"/>
                    <a:pt x="20967" y="21940"/>
                    <a:pt x="14343" y="21940"/>
                  </a:cubicBezTo>
                  <a:cubicBezTo>
                    <a:pt x="10210" y="21940"/>
                    <a:pt x="6868" y="18597"/>
                    <a:pt x="6868" y="14464"/>
                  </a:cubicBezTo>
                  <a:cubicBezTo>
                    <a:pt x="6868" y="9945"/>
                    <a:pt x="10533" y="6954"/>
                    <a:pt x="14373" y="6954"/>
                  </a:cubicBezTo>
                  <a:close/>
                  <a:moveTo>
                    <a:pt x="12884" y="0"/>
                  </a:moveTo>
                  <a:lnTo>
                    <a:pt x="12216" y="2735"/>
                  </a:lnTo>
                  <a:cubicBezTo>
                    <a:pt x="10575" y="3039"/>
                    <a:pt x="8995" y="3647"/>
                    <a:pt x="7658" y="4619"/>
                  </a:cubicBezTo>
                  <a:lnTo>
                    <a:pt x="5287" y="3160"/>
                  </a:lnTo>
                  <a:lnTo>
                    <a:pt x="3221" y="5287"/>
                  </a:lnTo>
                  <a:lnTo>
                    <a:pt x="4619" y="7658"/>
                  </a:lnTo>
                  <a:cubicBezTo>
                    <a:pt x="4072" y="8448"/>
                    <a:pt x="3586" y="9299"/>
                    <a:pt x="3221" y="10210"/>
                  </a:cubicBezTo>
                  <a:lnTo>
                    <a:pt x="547" y="10453"/>
                  </a:lnTo>
                  <a:lnTo>
                    <a:pt x="0" y="13370"/>
                  </a:lnTo>
                  <a:lnTo>
                    <a:pt x="2492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29" y="19083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227" y="22122"/>
                    <a:pt x="5895" y="22851"/>
                    <a:pt x="6624" y="23520"/>
                  </a:cubicBezTo>
                  <a:lnTo>
                    <a:pt x="5895" y="26072"/>
                  </a:lnTo>
                  <a:lnTo>
                    <a:pt x="8508" y="27592"/>
                  </a:lnTo>
                  <a:lnTo>
                    <a:pt x="10392" y="25708"/>
                  </a:lnTo>
                  <a:cubicBezTo>
                    <a:pt x="11304" y="26012"/>
                    <a:pt x="12276" y="26255"/>
                    <a:pt x="13249" y="26315"/>
                  </a:cubicBezTo>
                  <a:lnTo>
                    <a:pt x="14160" y="28868"/>
                  </a:lnTo>
                  <a:lnTo>
                    <a:pt x="17138" y="28625"/>
                  </a:lnTo>
                  <a:lnTo>
                    <a:pt x="17625" y="25951"/>
                  </a:lnTo>
                  <a:cubicBezTo>
                    <a:pt x="18536" y="25647"/>
                    <a:pt x="19448" y="25282"/>
                    <a:pt x="20299" y="24796"/>
                  </a:cubicBezTo>
                  <a:lnTo>
                    <a:pt x="22487" y="26376"/>
                  </a:lnTo>
                  <a:lnTo>
                    <a:pt x="24796" y="24431"/>
                  </a:lnTo>
                  <a:lnTo>
                    <a:pt x="23580" y="21940"/>
                  </a:lnTo>
                  <a:cubicBezTo>
                    <a:pt x="24188" y="21150"/>
                    <a:pt x="24735" y="20360"/>
                    <a:pt x="25100" y="19509"/>
                  </a:cubicBezTo>
                  <a:lnTo>
                    <a:pt x="27895" y="19509"/>
                  </a:lnTo>
                  <a:lnTo>
                    <a:pt x="28686" y="16592"/>
                  </a:lnTo>
                  <a:lnTo>
                    <a:pt x="26194" y="15254"/>
                  </a:lnTo>
                  <a:cubicBezTo>
                    <a:pt x="26255" y="14951"/>
                    <a:pt x="26255" y="14647"/>
                    <a:pt x="26194" y="14404"/>
                  </a:cubicBezTo>
                  <a:cubicBezTo>
                    <a:pt x="26194" y="13735"/>
                    <a:pt x="26133" y="13067"/>
                    <a:pt x="26011" y="12398"/>
                  </a:cubicBezTo>
                  <a:lnTo>
                    <a:pt x="28382" y="10818"/>
                  </a:lnTo>
                  <a:lnTo>
                    <a:pt x="27348" y="7962"/>
                  </a:lnTo>
                  <a:lnTo>
                    <a:pt x="24553" y="8265"/>
                  </a:lnTo>
                  <a:cubicBezTo>
                    <a:pt x="24067" y="7475"/>
                    <a:pt x="23459" y="6685"/>
                    <a:pt x="22790" y="6017"/>
                  </a:cubicBezTo>
                  <a:lnTo>
                    <a:pt x="23824" y="3343"/>
                  </a:lnTo>
                  <a:lnTo>
                    <a:pt x="21453" y="1763"/>
                  </a:lnTo>
                  <a:lnTo>
                    <a:pt x="19266" y="3586"/>
                  </a:lnTo>
                  <a:cubicBezTo>
                    <a:pt x="18415" y="3221"/>
                    <a:pt x="17503" y="2917"/>
                    <a:pt x="16591" y="2735"/>
                  </a:cubicBezTo>
                  <a:lnTo>
                    <a:pt x="158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 rot="-884614">
              <a:off x="7108495" y="1468735"/>
              <a:ext cx="639350" cy="640707"/>
            </a:xfrm>
            <a:custGeom>
              <a:avLst/>
              <a:gdLst/>
              <a:ahLst/>
              <a:cxnLst/>
              <a:rect l="l" t="t" r="r" b="b"/>
              <a:pathLst>
                <a:path w="28747" h="28808" extrusionOk="0">
                  <a:moveTo>
                    <a:pt x="14343" y="6928"/>
                  </a:moveTo>
                  <a:cubicBezTo>
                    <a:pt x="18476" y="6928"/>
                    <a:pt x="21819" y="10271"/>
                    <a:pt x="21819" y="14404"/>
                  </a:cubicBezTo>
                  <a:cubicBezTo>
                    <a:pt x="21819" y="18923"/>
                    <a:pt x="18153" y="21914"/>
                    <a:pt x="14313" y="21914"/>
                  </a:cubicBezTo>
                  <a:cubicBezTo>
                    <a:pt x="12472" y="21914"/>
                    <a:pt x="10592" y="21227"/>
                    <a:pt x="9056" y="19691"/>
                  </a:cubicBezTo>
                  <a:cubicBezTo>
                    <a:pt x="4376" y="15011"/>
                    <a:pt x="7719" y="6928"/>
                    <a:pt x="14343" y="6928"/>
                  </a:cubicBezTo>
                  <a:close/>
                  <a:moveTo>
                    <a:pt x="12824" y="0"/>
                  </a:moveTo>
                  <a:lnTo>
                    <a:pt x="12155" y="2735"/>
                  </a:lnTo>
                  <a:cubicBezTo>
                    <a:pt x="11183" y="2917"/>
                    <a:pt x="10271" y="3160"/>
                    <a:pt x="9421" y="3586"/>
                  </a:cubicBezTo>
                  <a:lnTo>
                    <a:pt x="7294" y="1763"/>
                  </a:lnTo>
                  <a:lnTo>
                    <a:pt x="4802" y="3464"/>
                  </a:lnTo>
                  <a:lnTo>
                    <a:pt x="5835" y="6078"/>
                  </a:lnTo>
                  <a:cubicBezTo>
                    <a:pt x="5166" y="6746"/>
                    <a:pt x="4619" y="7536"/>
                    <a:pt x="4133" y="8326"/>
                  </a:cubicBezTo>
                  <a:lnTo>
                    <a:pt x="1277" y="8022"/>
                  </a:lnTo>
                  <a:lnTo>
                    <a:pt x="304" y="10879"/>
                  </a:lnTo>
                  <a:lnTo>
                    <a:pt x="2614" y="12459"/>
                  </a:lnTo>
                  <a:cubicBezTo>
                    <a:pt x="2492" y="13067"/>
                    <a:pt x="2432" y="13735"/>
                    <a:pt x="2432" y="14404"/>
                  </a:cubicBezTo>
                  <a:lnTo>
                    <a:pt x="2432" y="15255"/>
                  </a:lnTo>
                  <a:lnTo>
                    <a:pt x="1" y="16652"/>
                  </a:lnTo>
                  <a:lnTo>
                    <a:pt x="730" y="19509"/>
                  </a:lnTo>
                  <a:lnTo>
                    <a:pt x="3526" y="19509"/>
                  </a:lnTo>
                  <a:cubicBezTo>
                    <a:pt x="3951" y="20360"/>
                    <a:pt x="4437" y="21150"/>
                    <a:pt x="5045" y="21940"/>
                  </a:cubicBezTo>
                  <a:lnTo>
                    <a:pt x="3829" y="24431"/>
                  </a:lnTo>
                  <a:lnTo>
                    <a:pt x="6139" y="26376"/>
                  </a:lnTo>
                  <a:lnTo>
                    <a:pt x="8327" y="24735"/>
                  </a:lnTo>
                  <a:cubicBezTo>
                    <a:pt x="9178" y="25222"/>
                    <a:pt x="10089" y="25647"/>
                    <a:pt x="11062" y="25890"/>
                  </a:cubicBezTo>
                  <a:lnTo>
                    <a:pt x="11487" y="28564"/>
                  </a:lnTo>
                  <a:lnTo>
                    <a:pt x="14526" y="28807"/>
                  </a:lnTo>
                  <a:lnTo>
                    <a:pt x="15376" y="26315"/>
                  </a:lnTo>
                  <a:cubicBezTo>
                    <a:pt x="16349" y="26194"/>
                    <a:pt x="17321" y="26012"/>
                    <a:pt x="18294" y="25647"/>
                  </a:cubicBezTo>
                  <a:lnTo>
                    <a:pt x="20178" y="27592"/>
                  </a:lnTo>
                  <a:lnTo>
                    <a:pt x="22730" y="26072"/>
                  </a:lnTo>
                  <a:lnTo>
                    <a:pt x="22062" y="23459"/>
                  </a:lnTo>
                  <a:cubicBezTo>
                    <a:pt x="22791" y="22851"/>
                    <a:pt x="23459" y="22122"/>
                    <a:pt x="24067" y="21332"/>
                  </a:cubicBezTo>
                  <a:lnTo>
                    <a:pt x="26680" y="21818"/>
                  </a:lnTo>
                  <a:lnTo>
                    <a:pt x="27957" y="19083"/>
                  </a:lnTo>
                  <a:lnTo>
                    <a:pt x="25890" y="17382"/>
                  </a:lnTo>
                  <a:cubicBezTo>
                    <a:pt x="26134" y="16409"/>
                    <a:pt x="26255" y="15437"/>
                    <a:pt x="26255" y="14464"/>
                  </a:cubicBezTo>
                  <a:lnTo>
                    <a:pt x="28747" y="13371"/>
                  </a:lnTo>
                  <a:lnTo>
                    <a:pt x="28200" y="10393"/>
                  </a:lnTo>
                  <a:lnTo>
                    <a:pt x="25465" y="10210"/>
                  </a:lnTo>
                  <a:cubicBezTo>
                    <a:pt x="25100" y="9299"/>
                    <a:pt x="24675" y="8448"/>
                    <a:pt x="24128" y="7597"/>
                  </a:cubicBezTo>
                  <a:lnTo>
                    <a:pt x="25587" y="5288"/>
                  </a:lnTo>
                  <a:lnTo>
                    <a:pt x="23459" y="3160"/>
                  </a:lnTo>
                  <a:lnTo>
                    <a:pt x="21028" y="4558"/>
                  </a:lnTo>
                  <a:cubicBezTo>
                    <a:pt x="19691" y="3647"/>
                    <a:pt x="18111" y="3039"/>
                    <a:pt x="16470" y="2735"/>
                  </a:cubicBezTo>
                  <a:lnTo>
                    <a:pt x="158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 rot="-884614">
              <a:off x="7195024" y="2529412"/>
              <a:ext cx="942111" cy="943490"/>
            </a:xfrm>
            <a:custGeom>
              <a:avLst/>
              <a:gdLst/>
              <a:ahLst/>
              <a:cxnLst/>
              <a:rect l="l" t="t" r="r" b="b"/>
              <a:pathLst>
                <a:path w="42360" h="42422" extrusionOk="0">
                  <a:moveTo>
                    <a:pt x="21210" y="10150"/>
                  </a:moveTo>
                  <a:cubicBezTo>
                    <a:pt x="27288" y="10150"/>
                    <a:pt x="32210" y="15073"/>
                    <a:pt x="32210" y="21150"/>
                  </a:cubicBezTo>
                  <a:cubicBezTo>
                    <a:pt x="32210" y="27818"/>
                    <a:pt x="26775" y="32228"/>
                    <a:pt x="21114" y="32228"/>
                  </a:cubicBezTo>
                  <a:cubicBezTo>
                    <a:pt x="18416" y="32228"/>
                    <a:pt x="15667" y="31226"/>
                    <a:pt x="13431" y="28990"/>
                  </a:cubicBezTo>
                  <a:cubicBezTo>
                    <a:pt x="6442" y="22001"/>
                    <a:pt x="11365" y="10150"/>
                    <a:pt x="21210" y="10150"/>
                  </a:cubicBezTo>
                  <a:close/>
                  <a:moveTo>
                    <a:pt x="18962" y="1"/>
                  </a:moveTo>
                  <a:lnTo>
                    <a:pt x="17928" y="3951"/>
                  </a:lnTo>
                  <a:cubicBezTo>
                    <a:pt x="16531" y="4255"/>
                    <a:pt x="15194" y="4680"/>
                    <a:pt x="13917" y="5227"/>
                  </a:cubicBezTo>
                  <a:lnTo>
                    <a:pt x="10757" y="2492"/>
                  </a:lnTo>
                  <a:lnTo>
                    <a:pt x="7171" y="5045"/>
                  </a:lnTo>
                  <a:lnTo>
                    <a:pt x="8691" y="8934"/>
                  </a:lnTo>
                  <a:cubicBezTo>
                    <a:pt x="7718" y="9907"/>
                    <a:pt x="6867" y="11062"/>
                    <a:pt x="6138" y="12216"/>
                  </a:cubicBezTo>
                  <a:lnTo>
                    <a:pt x="2006" y="11791"/>
                  </a:lnTo>
                  <a:lnTo>
                    <a:pt x="486" y="15924"/>
                  </a:lnTo>
                  <a:lnTo>
                    <a:pt x="3890" y="18294"/>
                  </a:lnTo>
                  <a:cubicBezTo>
                    <a:pt x="3707" y="19266"/>
                    <a:pt x="3646" y="20239"/>
                    <a:pt x="3646" y="21211"/>
                  </a:cubicBezTo>
                  <a:lnTo>
                    <a:pt x="3646" y="22426"/>
                  </a:lnTo>
                  <a:lnTo>
                    <a:pt x="0" y="24432"/>
                  </a:lnTo>
                  <a:lnTo>
                    <a:pt x="1155" y="28747"/>
                  </a:lnTo>
                  <a:lnTo>
                    <a:pt x="5227" y="28686"/>
                  </a:lnTo>
                  <a:cubicBezTo>
                    <a:pt x="5834" y="29962"/>
                    <a:pt x="6624" y="31117"/>
                    <a:pt x="7536" y="32272"/>
                  </a:cubicBezTo>
                  <a:lnTo>
                    <a:pt x="5774" y="35918"/>
                  </a:lnTo>
                  <a:lnTo>
                    <a:pt x="9177" y="38775"/>
                  </a:lnTo>
                  <a:lnTo>
                    <a:pt x="12459" y="36404"/>
                  </a:lnTo>
                  <a:cubicBezTo>
                    <a:pt x="13735" y="37134"/>
                    <a:pt x="15072" y="37681"/>
                    <a:pt x="16470" y="38106"/>
                  </a:cubicBezTo>
                  <a:lnTo>
                    <a:pt x="17138" y="42057"/>
                  </a:lnTo>
                  <a:lnTo>
                    <a:pt x="21514" y="42421"/>
                  </a:lnTo>
                  <a:lnTo>
                    <a:pt x="22851" y="38653"/>
                  </a:lnTo>
                  <a:cubicBezTo>
                    <a:pt x="24249" y="38532"/>
                    <a:pt x="25707" y="38228"/>
                    <a:pt x="27045" y="37742"/>
                  </a:cubicBezTo>
                  <a:lnTo>
                    <a:pt x="29840" y="40598"/>
                  </a:lnTo>
                  <a:lnTo>
                    <a:pt x="33669" y="38349"/>
                  </a:lnTo>
                  <a:lnTo>
                    <a:pt x="32575" y="34581"/>
                  </a:lnTo>
                  <a:cubicBezTo>
                    <a:pt x="33669" y="33609"/>
                    <a:pt x="34702" y="32576"/>
                    <a:pt x="35553" y="31360"/>
                  </a:cubicBezTo>
                  <a:lnTo>
                    <a:pt x="39442" y="32090"/>
                  </a:lnTo>
                  <a:lnTo>
                    <a:pt x="41266" y="28078"/>
                  </a:lnTo>
                  <a:lnTo>
                    <a:pt x="38288" y="25587"/>
                  </a:lnTo>
                  <a:cubicBezTo>
                    <a:pt x="38592" y="24128"/>
                    <a:pt x="38774" y="22669"/>
                    <a:pt x="38774" y="21272"/>
                  </a:cubicBezTo>
                  <a:lnTo>
                    <a:pt x="42360" y="19570"/>
                  </a:lnTo>
                  <a:lnTo>
                    <a:pt x="41630" y="15255"/>
                  </a:lnTo>
                  <a:lnTo>
                    <a:pt x="37619" y="14951"/>
                  </a:lnTo>
                  <a:cubicBezTo>
                    <a:pt x="37072" y="13614"/>
                    <a:pt x="36404" y="12338"/>
                    <a:pt x="35614" y="11122"/>
                  </a:cubicBezTo>
                  <a:lnTo>
                    <a:pt x="37680" y="7719"/>
                  </a:lnTo>
                  <a:lnTo>
                    <a:pt x="34581" y="4559"/>
                  </a:lnTo>
                  <a:lnTo>
                    <a:pt x="31056" y="6686"/>
                  </a:lnTo>
                  <a:cubicBezTo>
                    <a:pt x="29050" y="5288"/>
                    <a:pt x="26741" y="4376"/>
                    <a:pt x="24370" y="3951"/>
                  </a:cubicBezTo>
                  <a:lnTo>
                    <a:pt x="233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 rot="-884614">
              <a:off x="5968743" y="3483993"/>
              <a:ext cx="636659" cy="642063"/>
            </a:xfrm>
            <a:custGeom>
              <a:avLst/>
              <a:gdLst/>
              <a:ahLst/>
              <a:cxnLst/>
              <a:rect l="l" t="t" r="r" b="b"/>
              <a:pathLst>
                <a:path w="28626" h="28869" extrusionOk="0">
                  <a:moveTo>
                    <a:pt x="14343" y="6989"/>
                  </a:moveTo>
                  <a:cubicBezTo>
                    <a:pt x="21028" y="6989"/>
                    <a:pt x="24310" y="15072"/>
                    <a:pt x="19631" y="19752"/>
                  </a:cubicBezTo>
                  <a:cubicBezTo>
                    <a:pt x="18102" y="21261"/>
                    <a:pt x="16233" y="21935"/>
                    <a:pt x="14402" y="21935"/>
                  </a:cubicBezTo>
                  <a:cubicBezTo>
                    <a:pt x="10552" y="21935"/>
                    <a:pt x="6868" y="18953"/>
                    <a:pt x="6868" y="14465"/>
                  </a:cubicBezTo>
                  <a:cubicBezTo>
                    <a:pt x="6868" y="10332"/>
                    <a:pt x="10211" y="6989"/>
                    <a:pt x="14343" y="6989"/>
                  </a:cubicBezTo>
                  <a:close/>
                  <a:moveTo>
                    <a:pt x="12945" y="0"/>
                  </a:moveTo>
                  <a:lnTo>
                    <a:pt x="12277" y="2735"/>
                  </a:lnTo>
                  <a:cubicBezTo>
                    <a:pt x="10636" y="3039"/>
                    <a:pt x="9056" y="3647"/>
                    <a:pt x="7719" y="4619"/>
                  </a:cubicBezTo>
                  <a:lnTo>
                    <a:pt x="5288" y="3161"/>
                  </a:lnTo>
                  <a:lnTo>
                    <a:pt x="3161" y="5288"/>
                  </a:lnTo>
                  <a:lnTo>
                    <a:pt x="4559" y="7658"/>
                  </a:lnTo>
                  <a:cubicBezTo>
                    <a:pt x="4012" y="8448"/>
                    <a:pt x="3586" y="9299"/>
                    <a:pt x="3222" y="10210"/>
                  </a:cubicBezTo>
                  <a:lnTo>
                    <a:pt x="487" y="10453"/>
                  </a:lnTo>
                  <a:lnTo>
                    <a:pt x="0" y="13371"/>
                  </a:lnTo>
                  <a:lnTo>
                    <a:pt x="2431" y="14525"/>
                  </a:lnTo>
                  <a:cubicBezTo>
                    <a:pt x="2431" y="15498"/>
                    <a:pt x="2553" y="16470"/>
                    <a:pt x="2796" y="17382"/>
                  </a:cubicBezTo>
                  <a:lnTo>
                    <a:pt x="730" y="19144"/>
                  </a:lnTo>
                  <a:lnTo>
                    <a:pt x="2006" y="21818"/>
                  </a:lnTo>
                  <a:lnTo>
                    <a:pt x="4619" y="21332"/>
                  </a:lnTo>
                  <a:cubicBezTo>
                    <a:pt x="5166" y="22122"/>
                    <a:pt x="5835" y="22851"/>
                    <a:pt x="6564" y="23520"/>
                  </a:cubicBezTo>
                  <a:lnTo>
                    <a:pt x="5896" y="26133"/>
                  </a:lnTo>
                  <a:lnTo>
                    <a:pt x="8509" y="27653"/>
                  </a:lnTo>
                  <a:lnTo>
                    <a:pt x="10393" y="25708"/>
                  </a:lnTo>
                  <a:cubicBezTo>
                    <a:pt x="11304" y="26012"/>
                    <a:pt x="12277" y="26194"/>
                    <a:pt x="13249" y="26316"/>
                  </a:cubicBezTo>
                  <a:lnTo>
                    <a:pt x="14161" y="28868"/>
                  </a:lnTo>
                  <a:lnTo>
                    <a:pt x="17139" y="28564"/>
                  </a:lnTo>
                  <a:lnTo>
                    <a:pt x="17564" y="25890"/>
                  </a:lnTo>
                  <a:cubicBezTo>
                    <a:pt x="18476" y="25647"/>
                    <a:pt x="19387" y="25282"/>
                    <a:pt x="20238" y="24796"/>
                  </a:cubicBezTo>
                  <a:lnTo>
                    <a:pt x="22487" y="26376"/>
                  </a:lnTo>
                  <a:lnTo>
                    <a:pt x="24736" y="24432"/>
                  </a:lnTo>
                  <a:lnTo>
                    <a:pt x="23520" y="21940"/>
                  </a:lnTo>
                  <a:cubicBezTo>
                    <a:pt x="24128" y="21211"/>
                    <a:pt x="24675" y="20360"/>
                    <a:pt x="25039" y="19509"/>
                  </a:cubicBezTo>
                  <a:lnTo>
                    <a:pt x="27835" y="19570"/>
                  </a:lnTo>
                  <a:lnTo>
                    <a:pt x="28625" y="16652"/>
                  </a:lnTo>
                  <a:lnTo>
                    <a:pt x="26133" y="15315"/>
                  </a:lnTo>
                  <a:cubicBezTo>
                    <a:pt x="26194" y="15012"/>
                    <a:pt x="26194" y="14708"/>
                    <a:pt x="26133" y="14465"/>
                  </a:cubicBezTo>
                  <a:cubicBezTo>
                    <a:pt x="26133" y="13796"/>
                    <a:pt x="26073" y="13128"/>
                    <a:pt x="25951" y="12459"/>
                  </a:cubicBezTo>
                  <a:lnTo>
                    <a:pt x="28321" y="10879"/>
                  </a:lnTo>
                  <a:lnTo>
                    <a:pt x="27470" y="8083"/>
                  </a:lnTo>
                  <a:lnTo>
                    <a:pt x="24614" y="8326"/>
                  </a:lnTo>
                  <a:cubicBezTo>
                    <a:pt x="24128" y="7536"/>
                    <a:pt x="23520" y="6807"/>
                    <a:pt x="22912" y="6139"/>
                  </a:cubicBezTo>
                  <a:lnTo>
                    <a:pt x="23885" y="3464"/>
                  </a:lnTo>
                  <a:lnTo>
                    <a:pt x="21454" y="1763"/>
                  </a:lnTo>
                  <a:lnTo>
                    <a:pt x="19327" y="3586"/>
                  </a:lnTo>
                  <a:cubicBezTo>
                    <a:pt x="18415" y="3221"/>
                    <a:pt x="17503" y="2917"/>
                    <a:pt x="16592" y="2735"/>
                  </a:cubicBezTo>
                  <a:lnTo>
                    <a:pt x="159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 rot="-884614">
              <a:off x="5391805" y="1513012"/>
              <a:ext cx="112226" cy="97258"/>
            </a:xfrm>
            <a:custGeom>
              <a:avLst/>
              <a:gdLst/>
              <a:ahLst/>
              <a:cxnLst/>
              <a:rect l="l" t="t" r="r" b="b"/>
              <a:pathLst>
                <a:path w="5046" h="4373" extrusionOk="0">
                  <a:moveTo>
                    <a:pt x="609" y="0"/>
                  </a:moveTo>
                  <a:cubicBezTo>
                    <a:pt x="445" y="0"/>
                    <a:pt x="286" y="79"/>
                    <a:pt x="183" y="216"/>
                  </a:cubicBezTo>
                  <a:cubicBezTo>
                    <a:pt x="1" y="459"/>
                    <a:pt x="1" y="824"/>
                    <a:pt x="244" y="1006"/>
                  </a:cubicBezTo>
                  <a:lnTo>
                    <a:pt x="4073" y="4227"/>
                  </a:lnTo>
                  <a:cubicBezTo>
                    <a:pt x="4162" y="4316"/>
                    <a:pt x="4283" y="4372"/>
                    <a:pt x="4414" y="4372"/>
                  </a:cubicBezTo>
                  <a:cubicBezTo>
                    <a:pt x="4461" y="4372"/>
                    <a:pt x="4510" y="4365"/>
                    <a:pt x="4559" y="4348"/>
                  </a:cubicBezTo>
                  <a:cubicBezTo>
                    <a:pt x="4680" y="4288"/>
                    <a:pt x="4802" y="4227"/>
                    <a:pt x="4863" y="4166"/>
                  </a:cubicBezTo>
                  <a:cubicBezTo>
                    <a:pt x="5045" y="3923"/>
                    <a:pt x="4984" y="3558"/>
                    <a:pt x="4802" y="3376"/>
                  </a:cubicBezTo>
                  <a:lnTo>
                    <a:pt x="973" y="155"/>
                  </a:lnTo>
                  <a:cubicBezTo>
                    <a:pt x="867" y="48"/>
                    <a:pt x="737" y="0"/>
                    <a:pt x="6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 rot="-884614">
              <a:off x="5554014" y="1154488"/>
              <a:ext cx="132398" cy="174299"/>
            </a:xfrm>
            <a:custGeom>
              <a:avLst/>
              <a:gdLst/>
              <a:ahLst/>
              <a:cxnLst/>
              <a:rect l="l" t="t" r="r" b="b"/>
              <a:pathLst>
                <a:path w="5953" h="7837" extrusionOk="0">
                  <a:moveTo>
                    <a:pt x="856" y="0"/>
                  </a:moveTo>
                  <a:cubicBezTo>
                    <a:pt x="429" y="0"/>
                    <a:pt x="0" y="473"/>
                    <a:pt x="301" y="946"/>
                  </a:cubicBezTo>
                  <a:lnTo>
                    <a:pt x="4798" y="7631"/>
                  </a:lnTo>
                  <a:cubicBezTo>
                    <a:pt x="4889" y="7768"/>
                    <a:pt x="5049" y="7836"/>
                    <a:pt x="5226" y="7836"/>
                  </a:cubicBezTo>
                  <a:cubicBezTo>
                    <a:pt x="5284" y="7836"/>
                    <a:pt x="5345" y="7829"/>
                    <a:pt x="5406" y="7813"/>
                  </a:cubicBezTo>
                  <a:cubicBezTo>
                    <a:pt x="5528" y="7813"/>
                    <a:pt x="5588" y="7753"/>
                    <a:pt x="5649" y="7692"/>
                  </a:cubicBezTo>
                  <a:cubicBezTo>
                    <a:pt x="5892" y="7510"/>
                    <a:pt x="5953" y="7206"/>
                    <a:pt x="5771" y="6963"/>
                  </a:cubicBezTo>
                  <a:lnTo>
                    <a:pt x="1334" y="277"/>
                  </a:lnTo>
                  <a:cubicBezTo>
                    <a:pt x="1210" y="82"/>
                    <a:pt x="1033" y="0"/>
                    <a:pt x="8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 rot="-884633">
              <a:off x="6759565" y="821894"/>
              <a:ext cx="166354" cy="209588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 rot="-884614">
              <a:off x="6468473" y="869298"/>
              <a:ext cx="60828" cy="130641"/>
            </a:xfrm>
            <a:custGeom>
              <a:avLst/>
              <a:gdLst/>
              <a:ahLst/>
              <a:cxnLst/>
              <a:rect l="l" t="t" r="r" b="b"/>
              <a:pathLst>
                <a:path w="2735" h="5874" extrusionOk="0">
                  <a:moveTo>
                    <a:pt x="2117" y="1"/>
                  </a:moveTo>
                  <a:cubicBezTo>
                    <a:pt x="1884" y="1"/>
                    <a:pt x="1676" y="165"/>
                    <a:pt x="1580" y="404"/>
                  </a:cubicBezTo>
                  <a:lnTo>
                    <a:pt x="61" y="5144"/>
                  </a:lnTo>
                  <a:cubicBezTo>
                    <a:pt x="0" y="5448"/>
                    <a:pt x="182" y="5752"/>
                    <a:pt x="426" y="5873"/>
                  </a:cubicBezTo>
                  <a:lnTo>
                    <a:pt x="790" y="5873"/>
                  </a:lnTo>
                  <a:cubicBezTo>
                    <a:pt x="973" y="5812"/>
                    <a:pt x="1094" y="5691"/>
                    <a:pt x="1155" y="5509"/>
                  </a:cubicBezTo>
                  <a:lnTo>
                    <a:pt x="2674" y="707"/>
                  </a:lnTo>
                  <a:cubicBezTo>
                    <a:pt x="2735" y="404"/>
                    <a:pt x="2613" y="100"/>
                    <a:pt x="2310" y="39"/>
                  </a:cubicBezTo>
                  <a:cubicBezTo>
                    <a:pt x="2245" y="13"/>
                    <a:pt x="2180" y="1"/>
                    <a:pt x="21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 rot="-884614">
              <a:off x="6120389" y="834345"/>
              <a:ext cx="29758" cy="204124"/>
            </a:xfrm>
            <a:custGeom>
              <a:avLst/>
              <a:gdLst/>
              <a:ahLst/>
              <a:cxnLst/>
              <a:rect l="l" t="t" r="r" b="b"/>
              <a:pathLst>
                <a:path w="1338" h="9178" extrusionOk="0">
                  <a:moveTo>
                    <a:pt x="790" y="0"/>
                  </a:moveTo>
                  <a:cubicBezTo>
                    <a:pt x="487" y="0"/>
                    <a:pt x="243" y="243"/>
                    <a:pt x="243" y="547"/>
                  </a:cubicBezTo>
                  <a:lnTo>
                    <a:pt x="0" y="8569"/>
                  </a:lnTo>
                  <a:cubicBezTo>
                    <a:pt x="0" y="8873"/>
                    <a:pt x="243" y="9177"/>
                    <a:pt x="547" y="9177"/>
                  </a:cubicBezTo>
                  <a:cubicBezTo>
                    <a:pt x="608" y="9177"/>
                    <a:pt x="669" y="9116"/>
                    <a:pt x="730" y="9116"/>
                  </a:cubicBezTo>
                  <a:cubicBezTo>
                    <a:pt x="973" y="9056"/>
                    <a:pt x="1094" y="8813"/>
                    <a:pt x="1155" y="8630"/>
                  </a:cubicBezTo>
                  <a:lnTo>
                    <a:pt x="1337" y="608"/>
                  </a:lnTo>
                  <a:cubicBezTo>
                    <a:pt x="1337" y="243"/>
                    <a:pt x="1094" y="0"/>
                    <a:pt x="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 rot="-884633">
              <a:off x="5460199" y="1078755"/>
              <a:ext cx="2182146" cy="2566249"/>
            </a:xfrm>
            <a:custGeom>
              <a:avLst/>
              <a:gdLst/>
              <a:ahLst/>
              <a:cxnLst/>
              <a:rect l="l" t="t" r="r" b="b"/>
              <a:pathLst>
                <a:path w="98119" h="115390" extrusionOk="0">
                  <a:moveTo>
                    <a:pt x="49374" y="0"/>
                  </a:moveTo>
                  <a:cubicBezTo>
                    <a:pt x="45613" y="0"/>
                    <a:pt x="41755" y="490"/>
                    <a:pt x="37863" y="1528"/>
                  </a:cubicBezTo>
                  <a:lnTo>
                    <a:pt x="37437" y="1650"/>
                  </a:lnTo>
                  <a:cubicBezTo>
                    <a:pt x="13067" y="9186"/>
                    <a:pt x="0" y="33192"/>
                    <a:pt x="6625" y="56225"/>
                  </a:cubicBezTo>
                  <a:cubicBezTo>
                    <a:pt x="8630" y="63153"/>
                    <a:pt x="12216" y="69413"/>
                    <a:pt x="17199" y="74579"/>
                  </a:cubicBezTo>
                  <a:cubicBezTo>
                    <a:pt x="19509" y="77375"/>
                    <a:pt x="24979" y="84303"/>
                    <a:pt x="31177" y="93540"/>
                  </a:cubicBezTo>
                  <a:cubicBezTo>
                    <a:pt x="35249" y="99496"/>
                    <a:pt x="38713" y="105817"/>
                    <a:pt x="41570" y="112441"/>
                  </a:cubicBezTo>
                  <a:lnTo>
                    <a:pt x="41691" y="112867"/>
                  </a:lnTo>
                  <a:cubicBezTo>
                    <a:pt x="42055" y="114372"/>
                    <a:pt x="43438" y="115390"/>
                    <a:pt x="44931" y="115390"/>
                  </a:cubicBezTo>
                  <a:cubicBezTo>
                    <a:pt x="45187" y="115390"/>
                    <a:pt x="45445" y="115360"/>
                    <a:pt x="45703" y="115298"/>
                  </a:cubicBezTo>
                  <a:lnTo>
                    <a:pt x="45824" y="115298"/>
                  </a:lnTo>
                  <a:lnTo>
                    <a:pt x="89642" y="102657"/>
                  </a:lnTo>
                  <a:cubicBezTo>
                    <a:pt x="91405" y="102170"/>
                    <a:pt x="92438" y="100347"/>
                    <a:pt x="91952" y="98585"/>
                  </a:cubicBezTo>
                  <a:cubicBezTo>
                    <a:pt x="91891" y="98524"/>
                    <a:pt x="91891" y="98524"/>
                    <a:pt x="91891" y="98463"/>
                  </a:cubicBezTo>
                  <a:lnTo>
                    <a:pt x="91769" y="98038"/>
                  </a:lnTo>
                  <a:cubicBezTo>
                    <a:pt x="90675" y="90927"/>
                    <a:pt x="90250" y="83695"/>
                    <a:pt x="90493" y="76463"/>
                  </a:cubicBezTo>
                  <a:cubicBezTo>
                    <a:pt x="90858" y="65402"/>
                    <a:pt x="91769" y="56590"/>
                    <a:pt x="92256" y="53004"/>
                  </a:cubicBezTo>
                  <a:cubicBezTo>
                    <a:pt x="98119" y="24913"/>
                    <a:pt x="76212" y="0"/>
                    <a:pt x="49374" y="0"/>
                  </a:cubicBezTo>
                  <a:close/>
                </a:path>
              </a:pathLst>
            </a:custGeom>
            <a:solidFill>
              <a:srgbClr val="FFC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 rot="-884633">
              <a:off x="5446586" y="1066106"/>
              <a:ext cx="2209367" cy="2591269"/>
            </a:xfrm>
            <a:custGeom>
              <a:avLst/>
              <a:gdLst/>
              <a:ahLst/>
              <a:cxnLst/>
              <a:rect l="l" t="t" r="r" b="b"/>
              <a:pathLst>
                <a:path w="99343" h="116515" extrusionOk="0">
                  <a:moveTo>
                    <a:pt x="49991" y="1125"/>
                  </a:moveTo>
                  <a:cubicBezTo>
                    <a:pt x="76498" y="1125"/>
                    <a:pt x="98133" y="25732"/>
                    <a:pt x="92317" y="53477"/>
                  </a:cubicBezTo>
                  <a:cubicBezTo>
                    <a:pt x="91344" y="61317"/>
                    <a:pt x="90797" y="69157"/>
                    <a:pt x="90615" y="77058"/>
                  </a:cubicBezTo>
                  <a:cubicBezTo>
                    <a:pt x="90311" y="87329"/>
                    <a:pt x="91405" y="97235"/>
                    <a:pt x="91891" y="98754"/>
                  </a:cubicBezTo>
                  <a:lnTo>
                    <a:pt x="92013" y="99180"/>
                  </a:lnTo>
                  <a:cubicBezTo>
                    <a:pt x="92013" y="99240"/>
                    <a:pt x="92013" y="99240"/>
                    <a:pt x="92013" y="99301"/>
                  </a:cubicBezTo>
                  <a:cubicBezTo>
                    <a:pt x="92438" y="100760"/>
                    <a:pt x="91587" y="102218"/>
                    <a:pt x="90129" y="102644"/>
                  </a:cubicBezTo>
                  <a:lnTo>
                    <a:pt x="46311" y="115285"/>
                  </a:lnTo>
                  <a:lnTo>
                    <a:pt x="46189" y="115285"/>
                  </a:lnTo>
                  <a:cubicBezTo>
                    <a:pt x="45991" y="115326"/>
                    <a:pt x="45793" y="115346"/>
                    <a:pt x="45597" y="115346"/>
                  </a:cubicBezTo>
                  <a:cubicBezTo>
                    <a:pt x="44354" y="115346"/>
                    <a:pt x="43222" y="114539"/>
                    <a:pt x="42907" y="113279"/>
                  </a:cubicBezTo>
                  <a:lnTo>
                    <a:pt x="42786" y="112793"/>
                  </a:lnTo>
                  <a:cubicBezTo>
                    <a:pt x="42360" y="111213"/>
                    <a:pt x="38045" y="102340"/>
                    <a:pt x="32333" y="93771"/>
                  </a:cubicBezTo>
                  <a:cubicBezTo>
                    <a:pt x="26073" y="84411"/>
                    <a:pt x="20482" y="77362"/>
                    <a:pt x="18294" y="74748"/>
                  </a:cubicBezTo>
                  <a:cubicBezTo>
                    <a:pt x="13432" y="69643"/>
                    <a:pt x="9846" y="63383"/>
                    <a:pt x="7841" y="56637"/>
                  </a:cubicBezTo>
                  <a:cubicBezTo>
                    <a:pt x="1277" y="33665"/>
                    <a:pt x="14587" y="10024"/>
                    <a:pt x="38228" y="2731"/>
                  </a:cubicBezTo>
                  <a:lnTo>
                    <a:pt x="38349" y="2731"/>
                  </a:lnTo>
                  <a:lnTo>
                    <a:pt x="38714" y="2609"/>
                  </a:lnTo>
                  <a:cubicBezTo>
                    <a:pt x="42527" y="1600"/>
                    <a:pt x="46306" y="1125"/>
                    <a:pt x="49991" y="1125"/>
                  </a:cubicBezTo>
                  <a:close/>
                  <a:moveTo>
                    <a:pt x="50051" y="1"/>
                  </a:moveTo>
                  <a:cubicBezTo>
                    <a:pt x="46286" y="1"/>
                    <a:pt x="42426" y="486"/>
                    <a:pt x="38532" y="1515"/>
                  </a:cubicBezTo>
                  <a:lnTo>
                    <a:pt x="37863" y="1697"/>
                  </a:lnTo>
                  <a:cubicBezTo>
                    <a:pt x="13614" y="9233"/>
                    <a:pt x="1" y="33482"/>
                    <a:pt x="6747" y="56941"/>
                  </a:cubicBezTo>
                  <a:cubicBezTo>
                    <a:pt x="8752" y="63930"/>
                    <a:pt x="12460" y="70312"/>
                    <a:pt x="17443" y="75538"/>
                  </a:cubicBezTo>
                  <a:cubicBezTo>
                    <a:pt x="19631" y="78091"/>
                    <a:pt x="25161" y="85080"/>
                    <a:pt x="31421" y="94439"/>
                  </a:cubicBezTo>
                  <a:cubicBezTo>
                    <a:pt x="35432" y="100334"/>
                    <a:pt x="38896" y="106594"/>
                    <a:pt x="41753" y="113158"/>
                  </a:cubicBezTo>
                  <a:lnTo>
                    <a:pt x="41874" y="113583"/>
                  </a:lnTo>
                  <a:lnTo>
                    <a:pt x="41874" y="113705"/>
                  </a:lnTo>
                  <a:cubicBezTo>
                    <a:pt x="42330" y="115425"/>
                    <a:pt x="43881" y="116514"/>
                    <a:pt x="45581" y="116514"/>
                  </a:cubicBezTo>
                  <a:cubicBezTo>
                    <a:pt x="45922" y="116514"/>
                    <a:pt x="46269" y="116470"/>
                    <a:pt x="46615" y="116379"/>
                  </a:cubicBezTo>
                  <a:lnTo>
                    <a:pt x="90494" y="103738"/>
                  </a:lnTo>
                  <a:lnTo>
                    <a:pt x="90494" y="103677"/>
                  </a:lnTo>
                  <a:lnTo>
                    <a:pt x="90615" y="103677"/>
                  </a:lnTo>
                  <a:cubicBezTo>
                    <a:pt x="92621" y="103008"/>
                    <a:pt x="93715" y="100820"/>
                    <a:pt x="93107" y="98815"/>
                  </a:cubicBezTo>
                  <a:lnTo>
                    <a:pt x="92985" y="98389"/>
                  </a:lnTo>
                  <a:cubicBezTo>
                    <a:pt x="91891" y="91340"/>
                    <a:pt x="91466" y="84168"/>
                    <a:pt x="91709" y="77058"/>
                  </a:cubicBezTo>
                  <a:cubicBezTo>
                    <a:pt x="92013" y="65875"/>
                    <a:pt x="93046" y="56941"/>
                    <a:pt x="93471" y="53660"/>
                  </a:cubicBezTo>
                  <a:cubicBezTo>
                    <a:pt x="99342" y="25213"/>
                    <a:pt x="77186" y="1"/>
                    <a:pt x="500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 rot="-884614">
              <a:off x="6134832" y="1218500"/>
              <a:ext cx="842118" cy="736497"/>
            </a:xfrm>
            <a:custGeom>
              <a:avLst/>
              <a:gdLst/>
              <a:ahLst/>
              <a:cxnLst/>
              <a:rect l="l" t="t" r="r" b="b"/>
              <a:pathLst>
                <a:path w="37864" h="33115" extrusionOk="0">
                  <a:moveTo>
                    <a:pt x="19223" y="1"/>
                  </a:moveTo>
                  <a:cubicBezTo>
                    <a:pt x="17614" y="1"/>
                    <a:pt x="15974" y="225"/>
                    <a:pt x="14344" y="695"/>
                  </a:cubicBezTo>
                  <a:cubicBezTo>
                    <a:pt x="5288" y="3309"/>
                    <a:pt x="1" y="12546"/>
                    <a:pt x="2493" y="21298"/>
                  </a:cubicBezTo>
                  <a:cubicBezTo>
                    <a:pt x="4585" y="28472"/>
                    <a:pt x="11253" y="33115"/>
                    <a:pt x="18577" y="33115"/>
                  </a:cubicBezTo>
                  <a:cubicBezTo>
                    <a:pt x="20187" y="33115"/>
                    <a:pt x="21828" y="32890"/>
                    <a:pt x="23460" y="32420"/>
                  </a:cubicBezTo>
                  <a:cubicBezTo>
                    <a:pt x="32515" y="29806"/>
                    <a:pt x="37863" y="20629"/>
                    <a:pt x="35311" y="11878"/>
                  </a:cubicBezTo>
                  <a:cubicBezTo>
                    <a:pt x="33218" y="4652"/>
                    <a:pt x="26548" y="1"/>
                    <a:pt x="19223" y="1"/>
                  </a:cubicBezTo>
                  <a:close/>
                </a:path>
              </a:pathLst>
            </a:custGeom>
            <a:solidFill>
              <a:srgbClr val="FFFFFF">
                <a:alpha val="33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 rot="-884614">
              <a:off x="6147893" y="1399349"/>
              <a:ext cx="410917" cy="359786"/>
            </a:xfrm>
            <a:custGeom>
              <a:avLst/>
              <a:gdLst/>
              <a:ahLst/>
              <a:cxnLst/>
              <a:rect l="l" t="t" r="r" b="b"/>
              <a:pathLst>
                <a:path w="18476" h="16177" extrusionOk="0">
                  <a:moveTo>
                    <a:pt x="9417" y="1"/>
                  </a:moveTo>
                  <a:cubicBezTo>
                    <a:pt x="8634" y="1"/>
                    <a:pt x="7838" y="110"/>
                    <a:pt x="7050" y="340"/>
                  </a:cubicBezTo>
                  <a:cubicBezTo>
                    <a:pt x="2614" y="1616"/>
                    <a:pt x="0" y="6114"/>
                    <a:pt x="1216" y="10368"/>
                  </a:cubicBezTo>
                  <a:cubicBezTo>
                    <a:pt x="2262" y="13906"/>
                    <a:pt x="5515" y="16177"/>
                    <a:pt x="9098" y="16177"/>
                  </a:cubicBezTo>
                  <a:cubicBezTo>
                    <a:pt x="9885" y="16177"/>
                    <a:pt x="10688" y="16067"/>
                    <a:pt x="11487" y="15837"/>
                  </a:cubicBezTo>
                  <a:cubicBezTo>
                    <a:pt x="15923" y="14561"/>
                    <a:pt x="18476" y="10064"/>
                    <a:pt x="17260" y="5810"/>
                  </a:cubicBezTo>
                  <a:cubicBezTo>
                    <a:pt x="16264" y="2272"/>
                    <a:pt x="12979" y="1"/>
                    <a:pt x="9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 rot="-884614">
              <a:off x="5714840" y="1450420"/>
              <a:ext cx="138336" cy="106910"/>
            </a:xfrm>
            <a:custGeom>
              <a:avLst/>
              <a:gdLst/>
              <a:ahLst/>
              <a:cxnLst/>
              <a:rect l="l" t="t" r="r" b="b"/>
              <a:pathLst>
                <a:path w="6220" h="4807" extrusionOk="0">
                  <a:moveTo>
                    <a:pt x="4912" y="0"/>
                  </a:moveTo>
                  <a:cubicBezTo>
                    <a:pt x="4695" y="0"/>
                    <a:pt x="4473" y="61"/>
                    <a:pt x="4274" y="193"/>
                  </a:cubicBezTo>
                  <a:cubicBezTo>
                    <a:pt x="3120" y="983"/>
                    <a:pt x="1965" y="1894"/>
                    <a:pt x="871" y="2806"/>
                  </a:cubicBezTo>
                  <a:cubicBezTo>
                    <a:pt x="0" y="3514"/>
                    <a:pt x="592" y="4806"/>
                    <a:pt x="1554" y="4806"/>
                  </a:cubicBezTo>
                  <a:cubicBezTo>
                    <a:pt x="1667" y="4806"/>
                    <a:pt x="1784" y="4789"/>
                    <a:pt x="1904" y="4751"/>
                  </a:cubicBezTo>
                  <a:cubicBezTo>
                    <a:pt x="2026" y="4690"/>
                    <a:pt x="2208" y="4629"/>
                    <a:pt x="2330" y="4508"/>
                  </a:cubicBezTo>
                  <a:cubicBezTo>
                    <a:pt x="3363" y="3657"/>
                    <a:pt x="4396" y="2806"/>
                    <a:pt x="5551" y="2077"/>
                  </a:cubicBezTo>
                  <a:cubicBezTo>
                    <a:pt x="6098" y="1712"/>
                    <a:pt x="6219" y="1044"/>
                    <a:pt x="5855" y="497"/>
                  </a:cubicBezTo>
                  <a:cubicBezTo>
                    <a:pt x="5661" y="187"/>
                    <a:pt x="5294" y="0"/>
                    <a:pt x="4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 rot="-884614">
              <a:off x="5539249" y="1600419"/>
              <a:ext cx="248249" cy="324357"/>
            </a:xfrm>
            <a:custGeom>
              <a:avLst/>
              <a:gdLst/>
              <a:ahLst/>
              <a:cxnLst/>
              <a:rect l="l" t="t" r="r" b="b"/>
              <a:pathLst>
                <a:path w="11162" h="14584" extrusionOk="0">
                  <a:moveTo>
                    <a:pt x="9604" y="0"/>
                  </a:moveTo>
                  <a:cubicBezTo>
                    <a:pt x="9368" y="0"/>
                    <a:pt x="9117" y="77"/>
                    <a:pt x="8874" y="256"/>
                  </a:cubicBezTo>
                  <a:cubicBezTo>
                    <a:pt x="4924" y="3720"/>
                    <a:pt x="1946" y="8157"/>
                    <a:pt x="183" y="13140"/>
                  </a:cubicBezTo>
                  <a:cubicBezTo>
                    <a:pt x="1" y="13748"/>
                    <a:pt x="366" y="14356"/>
                    <a:pt x="973" y="14538"/>
                  </a:cubicBezTo>
                  <a:cubicBezTo>
                    <a:pt x="1065" y="14568"/>
                    <a:pt x="1171" y="14584"/>
                    <a:pt x="1277" y="14584"/>
                  </a:cubicBezTo>
                  <a:cubicBezTo>
                    <a:pt x="1384" y="14584"/>
                    <a:pt x="1490" y="14568"/>
                    <a:pt x="1581" y="14538"/>
                  </a:cubicBezTo>
                  <a:cubicBezTo>
                    <a:pt x="1946" y="14416"/>
                    <a:pt x="2250" y="14173"/>
                    <a:pt x="2371" y="13809"/>
                  </a:cubicBezTo>
                  <a:cubicBezTo>
                    <a:pt x="4012" y="9190"/>
                    <a:pt x="6808" y="5118"/>
                    <a:pt x="10393" y="1897"/>
                  </a:cubicBezTo>
                  <a:cubicBezTo>
                    <a:pt x="11161" y="1081"/>
                    <a:pt x="10489" y="0"/>
                    <a:pt x="96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 rot="-884614">
              <a:off x="6375453" y="3040149"/>
              <a:ext cx="409338" cy="604099"/>
            </a:xfrm>
            <a:custGeom>
              <a:avLst/>
              <a:gdLst/>
              <a:ahLst/>
              <a:cxnLst/>
              <a:rect l="l" t="t" r="r" b="b"/>
              <a:pathLst>
                <a:path w="18405" h="27162" extrusionOk="0">
                  <a:moveTo>
                    <a:pt x="1554" y="1"/>
                  </a:moveTo>
                  <a:cubicBezTo>
                    <a:pt x="758" y="1"/>
                    <a:pt x="0" y="864"/>
                    <a:pt x="553" y="1758"/>
                  </a:cubicBezTo>
                  <a:cubicBezTo>
                    <a:pt x="3653" y="6437"/>
                    <a:pt x="7725" y="12880"/>
                    <a:pt x="9548" y="16587"/>
                  </a:cubicBezTo>
                  <a:cubicBezTo>
                    <a:pt x="10520" y="18471"/>
                    <a:pt x="11189" y="20233"/>
                    <a:pt x="11736" y="21570"/>
                  </a:cubicBezTo>
                  <a:cubicBezTo>
                    <a:pt x="13025" y="24734"/>
                    <a:pt x="13975" y="27050"/>
                    <a:pt x="16490" y="27050"/>
                  </a:cubicBezTo>
                  <a:cubicBezTo>
                    <a:pt x="16585" y="27050"/>
                    <a:pt x="16681" y="27047"/>
                    <a:pt x="16780" y="27040"/>
                  </a:cubicBezTo>
                  <a:lnTo>
                    <a:pt x="17023" y="26979"/>
                  </a:lnTo>
                  <a:lnTo>
                    <a:pt x="16962" y="27162"/>
                  </a:lnTo>
                  <a:cubicBezTo>
                    <a:pt x="18404" y="26873"/>
                    <a:pt x="18150" y="24834"/>
                    <a:pt x="16822" y="24834"/>
                  </a:cubicBezTo>
                  <a:cubicBezTo>
                    <a:pt x="16750" y="24834"/>
                    <a:pt x="16675" y="24840"/>
                    <a:pt x="16598" y="24852"/>
                  </a:cubicBezTo>
                  <a:cubicBezTo>
                    <a:pt x="16564" y="24854"/>
                    <a:pt x="16531" y="24855"/>
                    <a:pt x="16499" y="24855"/>
                  </a:cubicBezTo>
                  <a:cubicBezTo>
                    <a:pt x="15536" y="24855"/>
                    <a:pt x="15096" y="23957"/>
                    <a:pt x="13802" y="20841"/>
                  </a:cubicBezTo>
                  <a:cubicBezTo>
                    <a:pt x="13255" y="19382"/>
                    <a:pt x="12526" y="17620"/>
                    <a:pt x="11554" y="15554"/>
                  </a:cubicBezTo>
                  <a:cubicBezTo>
                    <a:pt x="9670" y="11786"/>
                    <a:pt x="5598" y="5283"/>
                    <a:pt x="2498" y="542"/>
                  </a:cubicBezTo>
                  <a:cubicBezTo>
                    <a:pt x="2243" y="160"/>
                    <a:pt x="1895" y="1"/>
                    <a:pt x="15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 rot="-884614">
              <a:off x="6206676" y="2987103"/>
              <a:ext cx="110602" cy="121745"/>
            </a:xfrm>
            <a:custGeom>
              <a:avLst/>
              <a:gdLst/>
              <a:ahLst/>
              <a:cxnLst/>
              <a:rect l="l" t="t" r="r" b="b"/>
              <a:pathLst>
                <a:path w="4973" h="5474" extrusionOk="0">
                  <a:moveTo>
                    <a:pt x="1585" y="1"/>
                  </a:moveTo>
                  <a:cubicBezTo>
                    <a:pt x="765" y="1"/>
                    <a:pt x="1" y="941"/>
                    <a:pt x="658" y="1817"/>
                  </a:cubicBezTo>
                  <a:cubicBezTo>
                    <a:pt x="658" y="1817"/>
                    <a:pt x="1448" y="3033"/>
                    <a:pt x="2724" y="4978"/>
                  </a:cubicBezTo>
                  <a:cubicBezTo>
                    <a:pt x="2949" y="5292"/>
                    <a:pt x="3273" y="5473"/>
                    <a:pt x="3647" y="5473"/>
                  </a:cubicBezTo>
                  <a:cubicBezTo>
                    <a:pt x="3780" y="5473"/>
                    <a:pt x="3918" y="5451"/>
                    <a:pt x="4061" y="5403"/>
                  </a:cubicBezTo>
                  <a:cubicBezTo>
                    <a:pt x="4122" y="5342"/>
                    <a:pt x="4183" y="5342"/>
                    <a:pt x="4304" y="5282"/>
                  </a:cubicBezTo>
                  <a:cubicBezTo>
                    <a:pt x="4791" y="4917"/>
                    <a:pt x="4973" y="4248"/>
                    <a:pt x="4608" y="3701"/>
                  </a:cubicBezTo>
                  <a:cubicBezTo>
                    <a:pt x="3332" y="1757"/>
                    <a:pt x="2542" y="541"/>
                    <a:pt x="2542" y="541"/>
                  </a:cubicBezTo>
                  <a:lnTo>
                    <a:pt x="2481" y="480"/>
                  </a:lnTo>
                  <a:cubicBezTo>
                    <a:pt x="2227" y="141"/>
                    <a:pt x="1902" y="1"/>
                    <a:pt x="1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 rot="-884614">
              <a:off x="6528714" y="2240368"/>
              <a:ext cx="774528" cy="1216983"/>
            </a:xfrm>
            <a:custGeom>
              <a:avLst/>
              <a:gdLst/>
              <a:ahLst/>
              <a:cxnLst/>
              <a:rect l="l" t="t" r="r" b="b"/>
              <a:pathLst>
                <a:path w="34825" h="54719" extrusionOk="0">
                  <a:moveTo>
                    <a:pt x="22335" y="2226"/>
                  </a:moveTo>
                  <a:cubicBezTo>
                    <a:pt x="22366" y="2226"/>
                    <a:pt x="22396" y="2241"/>
                    <a:pt x="22426" y="2271"/>
                  </a:cubicBezTo>
                  <a:cubicBezTo>
                    <a:pt x="23034" y="2332"/>
                    <a:pt x="23946" y="3426"/>
                    <a:pt x="23946" y="5614"/>
                  </a:cubicBezTo>
                  <a:cubicBezTo>
                    <a:pt x="23824" y="7255"/>
                    <a:pt x="23156" y="8835"/>
                    <a:pt x="22123" y="10111"/>
                  </a:cubicBezTo>
                  <a:cubicBezTo>
                    <a:pt x="21332" y="7012"/>
                    <a:pt x="20968" y="4885"/>
                    <a:pt x="21150" y="4095"/>
                  </a:cubicBezTo>
                  <a:cubicBezTo>
                    <a:pt x="21393" y="2940"/>
                    <a:pt x="21879" y="2393"/>
                    <a:pt x="22244" y="2271"/>
                  </a:cubicBezTo>
                  <a:cubicBezTo>
                    <a:pt x="22274" y="2241"/>
                    <a:pt x="22305" y="2226"/>
                    <a:pt x="22335" y="2226"/>
                  </a:cubicBezTo>
                  <a:close/>
                  <a:moveTo>
                    <a:pt x="5446" y="4758"/>
                  </a:moveTo>
                  <a:cubicBezTo>
                    <a:pt x="5868" y="4758"/>
                    <a:pt x="6272" y="4892"/>
                    <a:pt x="6625" y="5128"/>
                  </a:cubicBezTo>
                  <a:cubicBezTo>
                    <a:pt x="8813" y="6586"/>
                    <a:pt x="9907" y="11570"/>
                    <a:pt x="10150" y="13393"/>
                  </a:cubicBezTo>
                  <a:lnTo>
                    <a:pt x="10211" y="13576"/>
                  </a:lnTo>
                  <a:lnTo>
                    <a:pt x="10393" y="14183"/>
                  </a:lnTo>
                  <a:cubicBezTo>
                    <a:pt x="10089" y="14122"/>
                    <a:pt x="9785" y="13940"/>
                    <a:pt x="9482" y="13819"/>
                  </a:cubicBezTo>
                  <a:cubicBezTo>
                    <a:pt x="4437" y="11266"/>
                    <a:pt x="2310" y="8349"/>
                    <a:pt x="2492" y="6769"/>
                  </a:cubicBezTo>
                  <a:cubicBezTo>
                    <a:pt x="2614" y="5675"/>
                    <a:pt x="3769" y="5128"/>
                    <a:pt x="4741" y="4885"/>
                  </a:cubicBezTo>
                  <a:cubicBezTo>
                    <a:pt x="4978" y="4799"/>
                    <a:pt x="5215" y="4758"/>
                    <a:pt x="5446" y="4758"/>
                  </a:cubicBezTo>
                  <a:close/>
                  <a:moveTo>
                    <a:pt x="22398" y="1"/>
                  </a:moveTo>
                  <a:cubicBezTo>
                    <a:pt x="21106" y="1"/>
                    <a:pt x="19516" y="983"/>
                    <a:pt x="18902" y="3609"/>
                  </a:cubicBezTo>
                  <a:cubicBezTo>
                    <a:pt x="18658" y="4763"/>
                    <a:pt x="19205" y="7863"/>
                    <a:pt x="20299" y="12056"/>
                  </a:cubicBezTo>
                  <a:cubicBezTo>
                    <a:pt x="19813" y="12482"/>
                    <a:pt x="19266" y="12846"/>
                    <a:pt x="18719" y="13211"/>
                  </a:cubicBezTo>
                  <a:cubicBezTo>
                    <a:pt x="17103" y="14250"/>
                    <a:pt x="15157" y="14796"/>
                    <a:pt x="13248" y="14796"/>
                  </a:cubicBezTo>
                  <a:cubicBezTo>
                    <a:pt x="13147" y="14796"/>
                    <a:pt x="13046" y="14794"/>
                    <a:pt x="12946" y="14791"/>
                  </a:cubicBezTo>
                  <a:lnTo>
                    <a:pt x="12399" y="13029"/>
                  </a:lnTo>
                  <a:cubicBezTo>
                    <a:pt x="12277" y="11935"/>
                    <a:pt x="11305" y="5493"/>
                    <a:pt x="7962" y="3244"/>
                  </a:cubicBezTo>
                  <a:cubicBezTo>
                    <a:pt x="7192" y="2758"/>
                    <a:pt x="6315" y="2488"/>
                    <a:pt x="5437" y="2488"/>
                  </a:cubicBezTo>
                  <a:cubicBezTo>
                    <a:pt x="4998" y="2488"/>
                    <a:pt x="4559" y="2555"/>
                    <a:pt x="4133" y="2697"/>
                  </a:cubicBezTo>
                  <a:cubicBezTo>
                    <a:pt x="1034" y="3609"/>
                    <a:pt x="365" y="5493"/>
                    <a:pt x="244" y="6586"/>
                  </a:cubicBezTo>
                  <a:cubicBezTo>
                    <a:pt x="1" y="9625"/>
                    <a:pt x="3039" y="13089"/>
                    <a:pt x="8509" y="15824"/>
                  </a:cubicBezTo>
                  <a:cubicBezTo>
                    <a:pt x="9360" y="16250"/>
                    <a:pt x="10211" y="16614"/>
                    <a:pt x="11122" y="16797"/>
                  </a:cubicBezTo>
                  <a:lnTo>
                    <a:pt x="21819" y="53930"/>
                  </a:lnTo>
                  <a:cubicBezTo>
                    <a:pt x="21986" y="54479"/>
                    <a:pt x="22425" y="54719"/>
                    <a:pt x="22871" y="54719"/>
                  </a:cubicBezTo>
                  <a:cubicBezTo>
                    <a:pt x="23560" y="54719"/>
                    <a:pt x="24265" y="54147"/>
                    <a:pt x="24007" y="53261"/>
                  </a:cubicBezTo>
                  <a:lnTo>
                    <a:pt x="13553" y="17040"/>
                  </a:lnTo>
                  <a:cubicBezTo>
                    <a:pt x="15802" y="16979"/>
                    <a:pt x="17990" y="16310"/>
                    <a:pt x="19874" y="15034"/>
                  </a:cubicBezTo>
                  <a:cubicBezTo>
                    <a:pt x="20239" y="14852"/>
                    <a:pt x="20603" y="14609"/>
                    <a:pt x="20907" y="14426"/>
                  </a:cubicBezTo>
                  <a:cubicBezTo>
                    <a:pt x="24310" y="26946"/>
                    <a:pt x="30752" y="46090"/>
                    <a:pt x="32454" y="51073"/>
                  </a:cubicBezTo>
                  <a:cubicBezTo>
                    <a:pt x="32610" y="51592"/>
                    <a:pt x="33076" y="51890"/>
                    <a:pt x="33587" y="51890"/>
                  </a:cubicBezTo>
                  <a:cubicBezTo>
                    <a:pt x="33675" y="51890"/>
                    <a:pt x="33763" y="51881"/>
                    <a:pt x="33852" y="51863"/>
                  </a:cubicBezTo>
                  <a:lnTo>
                    <a:pt x="33913" y="51863"/>
                  </a:lnTo>
                  <a:cubicBezTo>
                    <a:pt x="34520" y="51620"/>
                    <a:pt x="34824" y="51013"/>
                    <a:pt x="34642" y="50405"/>
                  </a:cubicBezTo>
                  <a:cubicBezTo>
                    <a:pt x="30813" y="39162"/>
                    <a:pt x="25526" y="22813"/>
                    <a:pt x="22852" y="12785"/>
                  </a:cubicBezTo>
                  <a:cubicBezTo>
                    <a:pt x="24979" y="10598"/>
                    <a:pt x="26316" y="7924"/>
                    <a:pt x="26255" y="5614"/>
                  </a:cubicBezTo>
                  <a:cubicBezTo>
                    <a:pt x="26194" y="2028"/>
                    <a:pt x="24371" y="205"/>
                    <a:pt x="22730" y="23"/>
                  </a:cubicBezTo>
                  <a:cubicBezTo>
                    <a:pt x="22622" y="8"/>
                    <a:pt x="22511" y="1"/>
                    <a:pt x="223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 rot="-884614">
              <a:off x="6762699" y="3193640"/>
              <a:ext cx="1081337" cy="528525"/>
            </a:xfrm>
            <a:custGeom>
              <a:avLst/>
              <a:gdLst/>
              <a:ahLst/>
              <a:cxnLst/>
              <a:rect l="l" t="t" r="r" b="b"/>
              <a:pathLst>
                <a:path w="48620" h="23764" extrusionOk="0">
                  <a:moveTo>
                    <a:pt x="45581" y="1"/>
                  </a:moveTo>
                  <a:lnTo>
                    <a:pt x="1" y="13189"/>
                  </a:lnTo>
                  <a:lnTo>
                    <a:pt x="3039" y="23763"/>
                  </a:lnTo>
                  <a:lnTo>
                    <a:pt x="48620" y="10575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 rot="-884614">
              <a:off x="6749254" y="3181801"/>
              <a:ext cx="1109738" cy="552612"/>
            </a:xfrm>
            <a:custGeom>
              <a:avLst/>
              <a:gdLst/>
              <a:ahLst/>
              <a:cxnLst/>
              <a:rect l="l" t="t" r="r" b="b"/>
              <a:pathLst>
                <a:path w="49897" h="24847" extrusionOk="0">
                  <a:moveTo>
                    <a:pt x="45825" y="1254"/>
                  </a:moveTo>
                  <a:lnTo>
                    <a:pt x="48559" y="10735"/>
                  </a:lnTo>
                  <a:lnTo>
                    <a:pt x="4012" y="23558"/>
                  </a:lnTo>
                  <a:lnTo>
                    <a:pt x="1277" y="14077"/>
                  </a:lnTo>
                  <a:lnTo>
                    <a:pt x="45825" y="1254"/>
                  </a:lnTo>
                  <a:close/>
                  <a:moveTo>
                    <a:pt x="46260" y="0"/>
                  </a:moveTo>
                  <a:cubicBezTo>
                    <a:pt x="46198" y="0"/>
                    <a:pt x="46133" y="13"/>
                    <a:pt x="46068" y="38"/>
                  </a:cubicBezTo>
                  <a:lnTo>
                    <a:pt x="487" y="13166"/>
                  </a:lnTo>
                  <a:cubicBezTo>
                    <a:pt x="183" y="13227"/>
                    <a:pt x="1" y="13530"/>
                    <a:pt x="62" y="13834"/>
                  </a:cubicBezTo>
                  <a:lnTo>
                    <a:pt x="3100" y="24409"/>
                  </a:lnTo>
                  <a:cubicBezTo>
                    <a:pt x="3206" y="24674"/>
                    <a:pt x="3450" y="24846"/>
                    <a:pt x="3712" y="24846"/>
                  </a:cubicBezTo>
                  <a:cubicBezTo>
                    <a:pt x="3751" y="24846"/>
                    <a:pt x="3790" y="24842"/>
                    <a:pt x="3830" y="24834"/>
                  </a:cubicBezTo>
                  <a:lnTo>
                    <a:pt x="49410" y="11646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3"/>
                  </a:lnTo>
                  <a:cubicBezTo>
                    <a:pt x="46688" y="164"/>
                    <a:pt x="46490" y="0"/>
                    <a:pt x="462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 rot="-884614">
              <a:off x="6917870" y="3454675"/>
              <a:ext cx="1081337" cy="527169"/>
            </a:xfrm>
            <a:custGeom>
              <a:avLst/>
              <a:gdLst/>
              <a:ahLst/>
              <a:cxnLst/>
              <a:rect l="l" t="t" r="r" b="b"/>
              <a:pathLst>
                <a:path w="48620" h="23703" extrusionOk="0">
                  <a:moveTo>
                    <a:pt x="45581" y="1"/>
                  </a:moveTo>
                  <a:lnTo>
                    <a:pt x="1" y="13128"/>
                  </a:lnTo>
                  <a:lnTo>
                    <a:pt x="3039" y="23703"/>
                  </a:lnTo>
                  <a:lnTo>
                    <a:pt x="48620" y="10576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 rot="-884614">
              <a:off x="6904263" y="3441499"/>
              <a:ext cx="1109738" cy="552701"/>
            </a:xfrm>
            <a:custGeom>
              <a:avLst/>
              <a:gdLst/>
              <a:ahLst/>
              <a:cxnLst/>
              <a:rect l="l" t="t" r="r" b="b"/>
              <a:pathLst>
                <a:path w="49897" h="24851" extrusionOk="0">
                  <a:moveTo>
                    <a:pt x="45825" y="1254"/>
                  </a:moveTo>
                  <a:lnTo>
                    <a:pt x="48559" y="10796"/>
                  </a:lnTo>
                  <a:lnTo>
                    <a:pt x="4073" y="23619"/>
                  </a:lnTo>
                  <a:lnTo>
                    <a:pt x="1338" y="14078"/>
                  </a:lnTo>
                  <a:lnTo>
                    <a:pt x="45825" y="1254"/>
                  </a:lnTo>
                  <a:close/>
                  <a:moveTo>
                    <a:pt x="46260" y="1"/>
                  </a:moveTo>
                  <a:cubicBezTo>
                    <a:pt x="46198" y="1"/>
                    <a:pt x="46133" y="13"/>
                    <a:pt x="46068" y="39"/>
                  </a:cubicBezTo>
                  <a:lnTo>
                    <a:pt x="487" y="13166"/>
                  </a:lnTo>
                  <a:cubicBezTo>
                    <a:pt x="183" y="13227"/>
                    <a:pt x="1" y="13592"/>
                    <a:pt x="62" y="13896"/>
                  </a:cubicBezTo>
                  <a:lnTo>
                    <a:pt x="3100" y="24470"/>
                  </a:lnTo>
                  <a:cubicBezTo>
                    <a:pt x="3202" y="24723"/>
                    <a:pt x="3430" y="24850"/>
                    <a:pt x="3679" y="24850"/>
                  </a:cubicBezTo>
                  <a:cubicBezTo>
                    <a:pt x="3728" y="24850"/>
                    <a:pt x="3779" y="24845"/>
                    <a:pt x="3830" y="24835"/>
                  </a:cubicBezTo>
                  <a:lnTo>
                    <a:pt x="49410" y="11708"/>
                  </a:lnTo>
                  <a:cubicBezTo>
                    <a:pt x="49714" y="11586"/>
                    <a:pt x="49897" y="11282"/>
                    <a:pt x="49775" y="10978"/>
                  </a:cubicBezTo>
                  <a:lnTo>
                    <a:pt x="46736" y="404"/>
                  </a:lnTo>
                  <a:cubicBezTo>
                    <a:pt x="46688" y="165"/>
                    <a:pt x="46490" y="1"/>
                    <a:pt x="462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 rot="-884614">
              <a:off x="6865889" y="3413384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0"/>
                  </a:moveTo>
                  <a:lnTo>
                    <a:pt x="0" y="13188"/>
                  </a:lnTo>
                  <a:lnTo>
                    <a:pt x="730" y="15680"/>
                  </a:lnTo>
                  <a:lnTo>
                    <a:pt x="46310" y="2553"/>
                  </a:lnTo>
                  <a:lnTo>
                    <a:pt x="4558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 rot="-884614">
              <a:off x="6852517" y="3401537"/>
              <a:ext cx="1058363" cy="373419"/>
            </a:xfrm>
            <a:custGeom>
              <a:avLst/>
              <a:gdLst/>
              <a:ahLst/>
              <a:cxnLst/>
              <a:rect l="l" t="t" r="r" b="b"/>
              <a:pathLst>
                <a:path w="47587" h="16790" extrusionOk="0">
                  <a:moveTo>
                    <a:pt x="45824" y="1254"/>
                  </a:moveTo>
                  <a:lnTo>
                    <a:pt x="46250" y="2652"/>
                  </a:lnTo>
                  <a:lnTo>
                    <a:pt x="1763" y="15475"/>
                  </a:lnTo>
                  <a:lnTo>
                    <a:pt x="1338" y="14077"/>
                  </a:lnTo>
                  <a:lnTo>
                    <a:pt x="45824" y="1254"/>
                  </a:lnTo>
                  <a:close/>
                  <a:moveTo>
                    <a:pt x="46200" y="0"/>
                  </a:moveTo>
                  <a:cubicBezTo>
                    <a:pt x="46137" y="0"/>
                    <a:pt x="46072" y="12"/>
                    <a:pt x="46007" y="38"/>
                  </a:cubicBezTo>
                  <a:lnTo>
                    <a:pt x="426" y="13165"/>
                  </a:lnTo>
                  <a:cubicBezTo>
                    <a:pt x="122" y="13226"/>
                    <a:pt x="1" y="13530"/>
                    <a:pt x="61" y="13834"/>
                  </a:cubicBezTo>
                  <a:lnTo>
                    <a:pt x="791" y="16387"/>
                  </a:lnTo>
                  <a:cubicBezTo>
                    <a:pt x="886" y="16625"/>
                    <a:pt x="1095" y="16789"/>
                    <a:pt x="1327" y="16789"/>
                  </a:cubicBezTo>
                  <a:cubicBezTo>
                    <a:pt x="1390" y="16789"/>
                    <a:pt x="1455" y="16777"/>
                    <a:pt x="1520" y="16751"/>
                  </a:cubicBezTo>
                  <a:lnTo>
                    <a:pt x="47101" y="3624"/>
                  </a:lnTo>
                  <a:cubicBezTo>
                    <a:pt x="47404" y="3563"/>
                    <a:pt x="47587" y="3198"/>
                    <a:pt x="47465" y="2955"/>
                  </a:cubicBezTo>
                  <a:lnTo>
                    <a:pt x="46736" y="403"/>
                  </a:lnTo>
                  <a:cubicBezTo>
                    <a:pt x="46640" y="164"/>
                    <a:pt x="46432" y="0"/>
                    <a:pt x="46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 rot="-884614">
              <a:off x="7066019" y="3719130"/>
              <a:ext cx="1051602" cy="469454"/>
            </a:xfrm>
            <a:custGeom>
              <a:avLst/>
              <a:gdLst/>
              <a:ahLst/>
              <a:cxnLst/>
              <a:rect l="l" t="t" r="r" b="b"/>
              <a:pathLst>
                <a:path w="47283" h="21108" extrusionOk="0">
                  <a:moveTo>
                    <a:pt x="45581" y="0"/>
                  </a:moveTo>
                  <a:lnTo>
                    <a:pt x="1" y="13188"/>
                  </a:lnTo>
                  <a:cubicBezTo>
                    <a:pt x="1402" y="17993"/>
                    <a:pt x="5770" y="21107"/>
                    <a:pt x="10560" y="21107"/>
                  </a:cubicBezTo>
                  <a:cubicBezTo>
                    <a:pt x="11587" y="21107"/>
                    <a:pt x="12634" y="20964"/>
                    <a:pt x="13675" y="20664"/>
                  </a:cubicBezTo>
                  <a:lnTo>
                    <a:pt x="38045" y="13675"/>
                  </a:lnTo>
                  <a:cubicBezTo>
                    <a:pt x="43880" y="11973"/>
                    <a:pt x="47283" y="5896"/>
                    <a:pt x="45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 rot="-884614">
              <a:off x="7052491" y="3706699"/>
              <a:ext cx="1078646" cy="494275"/>
            </a:xfrm>
            <a:custGeom>
              <a:avLst/>
              <a:gdLst/>
              <a:ahLst/>
              <a:cxnLst/>
              <a:rect l="l" t="t" r="r" b="b"/>
              <a:pathLst>
                <a:path w="48499" h="22224" extrusionOk="0">
                  <a:moveTo>
                    <a:pt x="45825" y="1289"/>
                  </a:moveTo>
                  <a:cubicBezTo>
                    <a:pt x="47101" y="6698"/>
                    <a:pt x="43880" y="12107"/>
                    <a:pt x="38593" y="13687"/>
                  </a:cubicBezTo>
                  <a:lnTo>
                    <a:pt x="14101" y="20737"/>
                  </a:lnTo>
                  <a:cubicBezTo>
                    <a:pt x="13144" y="21008"/>
                    <a:pt x="12179" y="21138"/>
                    <a:pt x="11230" y="21138"/>
                  </a:cubicBezTo>
                  <a:cubicBezTo>
                    <a:pt x="6872" y="21138"/>
                    <a:pt x="2835" y="18404"/>
                    <a:pt x="1338" y="14112"/>
                  </a:cubicBezTo>
                  <a:lnTo>
                    <a:pt x="45825" y="1289"/>
                  </a:lnTo>
                  <a:close/>
                  <a:moveTo>
                    <a:pt x="46185" y="1"/>
                  </a:moveTo>
                  <a:cubicBezTo>
                    <a:pt x="46146" y="1"/>
                    <a:pt x="46107" y="5"/>
                    <a:pt x="46068" y="12"/>
                  </a:cubicBezTo>
                  <a:lnTo>
                    <a:pt x="487" y="13200"/>
                  </a:lnTo>
                  <a:cubicBezTo>
                    <a:pt x="183" y="13261"/>
                    <a:pt x="1" y="13565"/>
                    <a:pt x="62" y="13869"/>
                  </a:cubicBezTo>
                  <a:cubicBezTo>
                    <a:pt x="1517" y="18937"/>
                    <a:pt x="6162" y="22224"/>
                    <a:pt x="11192" y="22224"/>
                  </a:cubicBezTo>
                  <a:cubicBezTo>
                    <a:pt x="12255" y="22224"/>
                    <a:pt x="13334" y="22077"/>
                    <a:pt x="14404" y="21770"/>
                  </a:cubicBezTo>
                  <a:lnTo>
                    <a:pt x="38836" y="14781"/>
                  </a:lnTo>
                  <a:cubicBezTo>
                    <a:pt x="44974" y="12957"/>
                    <a:pt x="48499" y="6576"/>
                    <a:pt x="46736" y="438"/>
                  </a:cubicBezTo>
                  <a:cubicBezTo>
                    <a:pt x="46683" y="173"/>
                    <a:pt x="46446" y="1"/>
                    <a:pt x="461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 rot="-884614">
              <a:off x="7021232" y="3674396"/>
              <a:ext cx="1029984" cy="348755"/>
            </a:xfrm>
            <a:custGeom>
              <a:avLst/>
              <a:gdLst/>
              <a:ahLst/>
              <a:cxnLst/>
              <a:rect l="l" t="t" r="r" b="b"/>
              <a:pathLst>
                <a:path w="46311" h="15681" extrusionOk="0">
                  <a:moveTo>
                    <a:pt x="45581" y="1"/>
                  </a:moveTo>
                  <a:lnTo>
                    <a:pt x="0" y="13128"/>
                  </a:lnTo>
                  <a:lnTo>
                    <a:pt x="730" y="15680"/>
                  </a:lnTo>
                  <a:lnTo>
                    <a:pt x="46310" y="2492"/>
                  </a:lnTo>
                  <a:lnTo>
                    <a:pt x="4558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 rot="-884614">
              <a:off x="7006367" y="3662070"/>
              <a:ext cx="1058385" cy="373686"/>
            </a:xfrm>
            <a:custGeom>
              <a:avLst/>
              <a:gdLst/>
              <a:ahLst/>
              <a:cxnLst/>
              <a:rect l="l" t="t" r="r" b="b"/>
              <a:pathLst>
                <a:path w="47588" h="16802" extrusionOk="0">
                  <a:moveTo>
                    <a:pt x="45885" y="1231"/>
                  </a:moveTo>
                  <a:lnTo>
                    <a:pt x="46311" y="2690"/>
                  </a:lnTo>
                  <a:lnTo>
                    <a:pt x="1824" y="15513"/>
                  </a:lnTo>
                  <a:lnTo>
                    <a:pt x="1399" y="14115"/>
                  </a:lnTo>
                  <a:lnTo>
                    <a:pt x="45885" y="1231"/>
                  </a:lnTo>
                  <a:close/>
                  <a:moveTo>
                    <a:pt x="46219" y="1"/>
                  </a:moveTo>
                  <a:cubicBezTo>
                    <a:pt x="46169" y="1"/>
                    <a:pt x="46118" y="6"/>
                    <a:pt x="46068" y="16"/>
                  </a:cubicBezTo>
                  <a:lnTo>
                    <a:pt x="487" y="13143"/>
                  </a:lnTo>
                  <a:cubicBezTo>
                    <a:pt x="183" y="13265"/>
                    <a:pt x="1" y="13568"/>
                    <a:pt x="122" y="13872"/>
                  </a:cubicBezTo>
                  <a:lnTo>
                    <a:pt x="852" y="16364"/>
                  </a:lnTo>
                  <a:cubicBezTo>
                    <a:pt x="958" y="16629"/>
                    <a:pt x="1202" y="16801"/>
                    <a:pt x="1464" y="16801"/>
                  </a:cubicBezTo>
                  <a:cubicBezTo>
                    <a:pt x="1502" y="16801"/>
                    <a:pt x="1542" y="16797"/>
                    <a:pt x="1581" y="16789"/>
                  </a:cubicBezTo>
                  <a:lnTo>
                    <a:pt x="47162" y="3601"/>
                  </a:lnTo>
                  <a:lnTo>
                    <a:pt x="47101" y="3601"/>
                  </a:lnTo>
                  <a:cubicBezTo>
                    <a:pt x="47405" y="3541"/>
                    <a:pt x="47587" y="3237"/>
                    <a:pt x="47526" y="2933"/>
                  </a:cubicBezTo>
                  <a:lnTo>
                    <a:pt x="46797" y="380"/>
                  </a:lnTo>
                  <a:cubicBezTo>
                    <a:pt x="46696" y="127"/>
                    <a:pt x="46468" y="1"/>
                    <a:pt x="462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 rot="3455344">
              <a:off x="5236442" y="1684293"/>
              <a:ext cx="166350" cy="209583"/>
            </a:xfrm>
            <a:custGeom>
              <a:avLst/>
              <a:gdLst/>
              <a:ahLst/>
              <a:cxnLst/>
              <a:rect l="l" t="t" r="r" b="b"/>
              <a:pathLst>
                <a:path w="7480" h="9424" extrusionOk="0">
                  <a:moveTo>
                    <a:pt x="6692" y="0"/>
                  </a:moveTo>
                  <a:cubicBezTo>
                    <a:pt x="6517" y="0"/>
                    <a:pt x="6343" y="85"/>
                    <a:pt x="6231" y="290"/>
                  </a:cubicBezTo>
                  <a:lnTo>
                    <a:pt x="275" y="8555"/>
                  </a:lnTo>
                  <a:cubicBezTo>
                    <a:pt x="0" y="8940"/>
                    <a:pt x="272" y="9424"/>
                    <a:pt x="730" y="9424"/>
                  </a:cubicBezTo>
                  <a:cubicBezTo>
                    <a:pt x="779" y="9424"/>
                    <a:pt x="830" y="9418"/>
                    <a:pt x="883" y="9406"/>
                  </a:cubicBezTo>
                  <a:cubicBezTo>
                    <a:pt x="1004" y="9406"/>
                    <a:pt x="1187" y="9285"/>
                    <a:pt x="1247" y="9163"/>
                  </a:cubicBezTo>
                  <a:lnTo>
                    <a:pt x="7142" y="959"/>
                  </a:lnTo>
                  <a:lnTo>
                    <a:pt x="7142" y="898"/>
                  </a:lnTo>
                  <a:cubicBezTo>
                    <a:pt x="7480" y="434"/>
                    <a:pt x="7086" y="0"/>
                    <a:pt x="66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0" name="Google Shape;1170;p42"/>
          <p:cNvSpPr txBox="1">
            <a:spLocks noGrp="1"/>
          </p:cNvSpPr>
          <p:nvPr>
            <p:ph type="title" idx="2"/>
          </p:nvPr>
        </p:nvSpPr>
        <p:spPr>
          <a:xfrm>
            <a:off x="626900" y="1435400"/>
            <a:ext cx="1389000" cy="7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86549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0F73-9721-EF03-5DD7-FD3C08B5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1514" y="951701"/>
            <a:ext cx="4230029" cy="523800"/>
          </a:xfrm>
        </p:spPr>
        <p:txBody>
          <a:bodyPr/>
          <a:lstStyle/>
          <a:p>
            <a:r>
              <a:rPr lang="en-US" sz="40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AAF69-704B-B4AC-A247-E7592B097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60918" y="1646485"/>
            <a:ext cx="4230029" cy="2880909"/>
          </a:xfrm>
        </p:spPr>
        <p:txBody>
          <a:bodyPr/>
          <a:lstStyle/>
          <a:p>
            <a:r>
              <a:rPr lang="en-US" dirty="0"/>
              <a:t>      we would like to say that NoSQL DBs is very important in receiving big data. Also, it is very flexible in analytics and data search.</a:t>
            </a:r>
          </a:p>
          <a:p>
            <a:endParaRPr lang="en-US" dirty="0"/>
          </a:p>
          <a:p>
            <a:r>
              <a:rPr lang="en-US" dirty="0"/>
              <a:t>      E-Commerce applications are very important to have NoSQL DBs, because the big variety of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A6B97-5A34-09D8-9E82-A8EE9DD39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795" y="0"/>
            <a:ext cx="3631949" cy="1721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10A754-9911-36DB-B5ED-63D22789EE9F}"/>
              </a:ext>
            </a:extLst>
          </p:cNvPr>
          <p:cNvSpPr txBox="1"/>
          <p:nvPr/>
        </p:nvSpPr>
        <p:spPr>
          <a:xfrm>
            <a:off x="5293112" y="2044390"/>
            <a:ext cx="5575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Would like to say Thank you to you!</a:t>
            </a:r>
          </a:p>
        </p:txBody>
      </p:sp>
    </p:spTree>
    <p:extLst>
      <p:ext uri="{BB962C8B-B14F-4D97-AF65-F5344CB8AC3E}">
        <p14:creationId xmlns:p14="http://schemas.microsoft.com/office/powerpoint/2010/main" val="1679777331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Waves Digital Marketing by Slidesgo">
  <a:themeElements>
    <a:clrScheme name="Simple Light">
      <a:dk1>
        <a:srgbClr val="000000"/>
      </a:dk1>
      <a:lt1>
        <a:srgbClr val="FFFFFF"/>
      </a:lt1>
      <a:dk2>
        <a:srgbClr val="263238"/>
      </a:dk2>
      <a:lt2>
        <a:srgbClr val="EEEEEE"/>
      </a:lt2>
      <a:accent1>
        <a:srgbClr val="FFC100"/>
      </a:accent1>
      <a:accent2>
        <a:srgbClr val="FF8D00"/>
      </a:accent2>
      <a:accent3>
        <a:srgbClr val="EDC28F"/>
      </a:accent3>
      <a:accent4>
        <a:srgbClr val="F3D36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939</Words>
  <Application>Microsoft Office PowerPoint</Application>
  <PresentationFormat>On-screen Show (16:9)</PresentationFormat>
  <Paragraphs>131</Paragraphs>
  <Slides>57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Poppins</vt:lpstr>
      <vt:lpstr>Poppins SemiBold</vt:lpstr>
      <vt:lpstr>Poppins ExtraBold</vt:lpstr>
      <vt:lpstr>Arial</vt:lpstr>
      <vt:lpstr>Poppins Medium</vt:lpstr>
      <vt:lpstr>Roboto Condensed Light</vt:lpstr>
      <vt:lpstr>Kulim Park</vt:lpstr>
      <vt:lpstr>Orange Waves Digital Marketing by Slidesgo</vt:lpstr>
      <vt:lpstr>NexusBuy E – Commerce Application</vt:lpstr>
      <vt:lpstr>PowerPoint Presentation</vt:lpstr>
      <vt:lpstr>TABLE OF CONTENTS</vt:lpstr>
      <vt:lpstr>INTRODUCTION</vt:lpstr>
      <vt:lpstr>INTRODUCTION</vt:lpstr>
      <vt:lpstr>INTRODUCTION</vt:lpstr>
      <vt:lpstr>NEXUSBUY MODELING</vt:lpstr>
      <vt:lpstr>PowerPoint Presentation</vt:lpstr>
      <vt:lpstr>COLLECTIONS AND CRUD OPERATIONS</vt:lpstr>
      <vt:lpstr>Collections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PowerPoint Presentation</vt:lpstr>
      <vt:lpstr>Collections</vt:lpstr>
      <vt:lpstr>PowerPoint Presentation</vt:lpstr>
      <vt:lpstr>PowerPoint Presentation</vt:lpstr>
      <vt:lpstr>PowerPoint Presentation</vt:lpstr>
      <vt:lpstr>PowerPoint Presentation</vt:lpstr>
      <vt:lpstr>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NexusBuy E – Commerce Application</dc:title>
  <cp:lastModifiedBy>Omar Rehan</cp:lastModifiedBy>
  <cp:revision>3</cp:revision>
  <dcterms:modified xsi:type="dcterms:W3CDTF">2026-06-19T06:35:23Z</dcterms:modified>
</cp:coreProperties>
</file>